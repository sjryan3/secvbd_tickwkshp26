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37"/>
  </p:notesMasterIdLst>
  <p:sldIdLst>
    <p:sldId id="256" r:id="rId2"/>
    <p:sldId id="403" r:id="rId3"/>
    <p:sldId id="404" r:id="rId4"/>
    <p:sldId id="369" r:id="rId5"/>
    <p:sldId id="370" r:id="rId6"/>
    <p:sldId id="303" r:id="rId7"/>
    <p:sldId id="304" r:id="rId8"/>
    <p:sldId id="307" r:id="rId9"/>
    <p:sldId id="308" r:id="rId10"/>
    <p:sldId id="309" r:id="rId11"/>
    <p:sldId id="310" r:id="rId12"/>
    <p:sldId id="311" r:id="rId13"/>
    <p:sldId id="595" r:id="rId14"/>
    <p:sldId id="596" r:id="rId15"/>
    <p:sldId id="597" r:id="rId16"/>
    <p:sldId id="598" r:id="rId17"/>
    <p:sldId id="599" r:id="rId18"/>
    <p:sldId id="600" r:id="rId19"/>
    <p:sldId id="601" r:id="rId20"/>
    <p:sldId id="602" r:id="rId21"/>
    <p:sldId id="603" r:id="rId22"/>
    <p:sldId id="604" r:id="rId23"/>
    <p:sldId id="605" r:id="rId24"/>
    <p:sldId id="606" r:id="rId25"/>
    <p:sldId id="607" r:id="rId26"/>
    <p:sldId id="608" r:id="rId27"/>
    <p:sldId id="609" r:id="rId28"/>
    <p:sldId id="610" r:id="rId29"/>
    <p:sldId id="611" r:id="rId30"/>
    <p:sldId id="612" r:id="rId31"/>
    <p:sldId id="613" r:id="rId32"/>
    <p:sldId id="614" r:id="rId33"/>
    <p:sldId id="615" r:id="rId34"/>
    <p:sldId id="616" r:id="rId35"/>
    <p:sldId id="617" r:id="rId3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1"/>
    <p:restoredTop sz="94658"/>
  </p:normalViewPr>
  <p:slideViewPr>
    <p:cSldViewPr snapToGrid="0">
      <p:cViewPr varScale="1">
        <p:scale>
          <a:sx n="104" d="100"/>
          <a:sy n="104" d="100"/>
        </p:scale>
        <p:origin x="232" y="5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DC6947C5-E54C-49C3-B72F-448403F4EAED}" type="doc">
      <dgm:prSet loTypeId="urn:microsoft.com/office/officeart/2017/3/layout/HorizontalLabelsTimeline" loCatId="process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1174977A-D28F-46BE-BA2A-A606B8314174}">
      <dgm:prSet/>
      <dgm:spPr/>
      <dgm:t>
        <a:bodyPr/>
        <a:lstStyle/>
        <a:p>
          <a:pPr>
            <a:defRPr b="1"/>
          </a:pPr>
          <a:r>
            <a:rPr lang="en-US"/>
            <a:t>1760</a:t>
          </a:r>
        </a:p>
      </dgm:t>
    </dgm:pt>
    <dgm:pt modelId="{693CBF2C-3378-498D-8AB2-7D72583C34BD}" type="parTrans" cxnId="{679990FB-9ED3-4DD8-9886-47E7C23E0DC0}">
      <dgm:prSet/>
      <dgm:spPr/>
      <dgm:t>
        <a:bodyPr/>
        <a:lstStyle/>
        <a:p>
          <a:endParaRPr lang="en-US"/>
        </a:p>
      </dgm:t>
    </dgm:pt>
    <dgm:pt modelId="{9346A61E-029F-408E-A821-7490FDE25C99}" type="sibTrans" cxnId="{679990FB-9ED3-4DD8-9886-47E7C23E0DC0}">
      <dgm:prSet/>
      <dgm:spPr/>
      <dgm:t>
        <a:bodyPr/>
        <a:lstStyle/>
        <a:p>
          <a:endParaRPr lang="en-US"/>
        </a:p>
      </dgm:t>
    </dgm:pt>
    <dgm:pt modelId="{AB91EEB6-608C-4814-9EE3-7105638403D0}">
      <dgm:prSet/>
      <dgm:spPr/>
      <dgm:t>
        <a:bodyPr/>
        <a:lstStyle/>
        <a:p>
          <a:r>
            <a:rPr lang="en-US"/>
            <a:t>Daniel Bernoulli</a:t>
          </a:r>
        </a:p>
      </dgm:t>
    </dgm:pt>
    <dgm:pt modelId="{BEEF0AED-BFC0-4778-8752-E65ED3AB4D0C}" type="parTrans" cxnId="{F95300BF-D1FC-4537-BEC3-33061B5627F2}">
      <dgm:prSet/>
      <dgm:spPr/>
      <dgm:t>
        <a:bodyPr/>
        <a:lstStyle/>
        <a:p>
          <a:endParaRPr lang="en-US"/>
        </a:p>
      </dgm:t>
    </dgm:pt>
    <dgm:pt modelId="{8C40D13B-E0F7-41A9-A17B-FF50E78DD63F}" type="sibTrans" cxnId="{F95300BF-D1FC-4537-BEC3-33061B5627F2}">
      <dgm:prSet/>
      <dgm:spPr/>
      <dgm:t>
        <a:bodyPr/>
        <a:lstStyle/>
        <a:p>
          <a:endParaRPr lang="en-US"/>
        </a:p>
      </dgm:t>
    </dgm:pt>
    <dgm:pt modelId="{8C2A324F-FF1D-436B-8F5C-24B2A4AC199A}">
      <dgm:prSet/>
      <dgm:spPr/>
      <dgm:t>
        <a:bodyPr/>
        <a:lstStyle/>
        <a:p>
          <a:r>
            <a:rPr lang="en-US"/>
            <a:t>Smallpox</a:t>
          </a:r>
        </a:p>
      </dgm:t>
    </dgm:pt>
    <dgm:pt modelId="{E2D33D11-4600-4D6F-B17F-63ED3696EDDA}" type="parTrans" cxnId="{D0FA2228-A1FD-43FA-BD42-EA7FDB60232B}">
      <dgm:prSet/>
      <dgm:spPr/>
      <dgm:t>
        <a:bodyPr/>
        <a:lstStyle/>
        <a:p>
          <a:endParaRPr lang="en-US"/>
        </a:p>
      </dgm:t>
    </dgm:pt>
    <dgm:pt modelId="{B815D6E7-A552-4B14-AF8E-15988817DB6C}" type="sibTrans" cxnId="{D0FA2228-A1FD-43FA-BD42-EA7FDB60232B}">
      <dgm:prSet/>
      <dgm:spPr/>
      <dgm:t>
        <a:bodyPr/>
        <a:lstStyle/>
        <a:p>
          <a:endParaRPr lang="en-US"/>
        </a:p>
      </dgm:t>
    </dgm:pt>
    <dgm:pt modelId="{77AB7CB0-3761-4DC8-BA81-696784FA0A80}">
      <dgm:prSet/>
      <dgm:spPr/>
      <dgm:t>
        <a:bodyPr/>
        <a:lstStyle/>
        <a:p>
          <a:pPr>
            <a:defRPr b="1"/>
          </a:pPr>
          <a:r>
            <a:rPr lang="en-US"/>
            <a:t>1911</a:t>
          </a:r>
        </a:p>
      </dgm:t>
    </dgm:pt>
    <dgm:pt modelId="{057CEAAC-76E4-4EB0-A2B3-512E3479A80F}" type="parTrans" cxnId="{D036050A-E83B-4AF2-A8BB-FAE444997BDC}">
      <dgm:prSet/>
      <dgm:spPr/>
      <dgm:t>
        <a:bodyPr/>
        <a:lstStyle/>
        <a:p>
          <a:endParaRPr lang="en-US"/>
        </a:p>
      </dgm:t>
    </dgm:pt>
    <dgm:pt modelId="{763EA0F2-F8F5-4626-B161-79EA04C23DFE}" type="sibTrans" cxnId="{D036050A-E83B-4AF2-A8BB-FAE444997BDC}">
      <dgm:prSet/>
      <dgm:spPr/>
      <dgm:t>
        <a:bodyPr/>
        <a:lstStyle/>
        <a:p>
          <a:endParaRPr lang="en-US"/>
        </a:p>
      </dgm:t>
    </dgm:pt>
    <dgm:pt modelId="{163BE36A-AECB-483A-A90F-D4E0017163CC}">
      <dgm:prSet/>
      <dgm:spPr/>
      <dgm:t>
        <a:bodyPr/>
        <a:lstStyle/>
        <a:p>
          <a:r>
            <a:rPr lang="en-US"/>
            <a:t>Ross (1908</a:t>
          </a:r>
        </a:p>
      </dgm:t>
    </dgm:pt>
    <dgm:pt modelId="{BD80AE7C-06D4-4D5B-BC5C-69A5D0B93A52}" type="parTrans" cxnId="{D730A89B-DF5C-432B-9B69-551F32F447E9}">
      <dgm:prSet/>
      <dgm:spPr/>
      <dgm:t>
        <a:bodyPr/>
        <a:lstStyle/>
        <a:p>
          <a:endParaRPr lang="en-US"/>
        </a:p>
      </dgm:t>
    </dgm:pt>
    <dgm:pt modelId="{56712AF8-9169-4F2F-9CBA-BF56F5046E80}" type="sibTrans" cxnId="{D730A89B-DF5C-432B-9B69-551F32F447E9}">
      <dgm:prSet/>
      <dgm:spPr/>
      <dgm:t>
        <a:bodyPr/>
        <a:lstStyle/>
        <a:p>
          <a:endParaRPr lang="en-US"/>
        </a:p>
      </dgm:t>
    </dgm:pt>
    <dgm:pt modelId="{8A8F3D61-8BDC-4C9A-9313-76973D9FE1E5}">
      <dgm:prSet/>
      <dgm:spPr/>
      <dgm:t>
        <a:bodyPr/>
        <a:lstStyle/>
        <a:p>
          <a:r>
            <a:rPr lang="en-US"/>
            <a:t>Malaria</a:t>
          </a:r>
        </a:p>
      </dgm:t>
    </dgm:pt>
    <dgm:pt modelId="{069FDBDE-B943-4400-852E-DC3BA4A05D39}" type="parTrans" cxnId="{53F570A4-18DE-4CBD-A6AE-DC6CB48F96B4}">
      <dgm:prSet/>
      <dgm:spPr/>
      <dgm:t>
        <a:bodyPr/>
        <a:lstStyle/>
        <a:p>
          <a:endParaRPr lang="en-US"/>
        </a:p>
      </dgm:t>
    </dgm:pt>
    <dgm:pt modelId="{8B9EBE8E-5FD6-49E3-8EB5-62FF4F21D46C}" type="sibTrans" cxnId="{53F570A4-18DE-4CBD-A6AE-DC6CB48F96B4}">
      <dgm:prSet/>
      <dgm:spPr/>
      <dgm:t>
        <a:bodyPr/>
        <a:lstStyle/>
        <a:p>
          <a:endParaRPr lang="en-US"/>
        </a:p>
      </dgm:t>
    </dgm:pt>
    <dgm:pt modelId="{2B88050D-C863-4DDA-9C75-D919076151EA}">
      <dgm:prSet/>
      <dgm:spPr/>
      <dgm:t>
        <a:bodyPr/>
        <a:lstStyle/>
        <a:p>
          <a:pPr>
            <a:defRPr b="1"/>
          </a:pPr>
          <a:r>
            <a:rPr lang="en-US"/>
            <a:t>1930’s</a:t>
          </a:r>
        </a:p>
      </dgm:t>
    </dgm:pt>
    <dgm:pt modelId="{FE46A559-E86D-4998-B5D5-E83968526C71}" type="parTrans" cxnId="{265D4353-1854-4AE9-B96E-8C06F7FD25B7}">
      <dgm:prSet/>
      <dgm:spPr/>
      <dgm:t>
        <a:bodyPr/>
        <a:lstStyle/>
        <a:p>
          <a:endParaRPr lang="en-US"/>
        </a:p>
      </dgm:t>
    </dgm:pt>
    <dgm:pt modelId="{2C586588-F52E-4A7E-9361-9BC70F8A6600}" type="sibTrans" cxnId="{265D4353-1854-4AE9-B96E-8C06F7FD25B7}">
      <dgm:prSet/>
      <dgm:spPr/>
      <dgm:t>
        <a:bodyPr/>
        <a:lstStyle/>
        <a:p>
          <a:endParaRPr lang="en-US"/>
        </a:p>
      </dgm:t>
    </dgm:pt>
    <dgm:pt modelId="{3FB81408-3035-4F36-86E4-2F799D5B2E56}">
      <dgm:prSet/>
      <dgm:spPr/>
      <dgm:t>
        <a:bodyPr/>
        <a:lstStyle/>
        <a:p>
          <a:r>
            <a:rPr lang="en-US"/>
            <a:t>Kermack and McKendrick</a:t>
          </a:r>
        </a:p>
      </dgm:t>
    </dgm:pt>
    <dgm:pt modelId="{09712ACF-8B76-4E9E-8EF1-8940DC9546CD}" type="parTrans" cxnId="{28248773-C985-4404-BE2D-B6554FE97EF2}">
      <dgm:prSet/>
      <dgm:spPr/>
      <dgm:t>
        <a:bodyPr/>
        <a:lstStyle/>
        <a:p>
          <a:endParaRPr lang="en-US"/>
        </a:p>
      </dgm:t>
    </dgm:pt>
    <dgm:pt modelId="{B883F817-A166-4D6A-94F2-514D4AC7084A}" type="sibTrans" cxnId="{28248773-C985-4404-BE2D-B6554FE97EF2}">
      <dgm:prSet/>
      <dgm:spPr/>
      <dgm:t>
        <a:bodyPr/>
        <a:lstStyle/>
        <a:p>
          <a:endParaRPr lang="en-US"/>
        </a:p>
      </dgm:t>
    </dgm:pt>
    <dgm:pt modelId="{13C3CD6E-0A32-4087-80D0-CF4B91C7895E}">
      <dgm:prSet/>
      <dgm:spPr/>
      <dgm:t>
        <a:bodyPr/>
        <a:lstStyle/>
        <a:p>
          <a:r>
            <a:rPr lang="en-US"/>
            <a:t>Classic SEIR formulation</a:t>
          </a:r>
        </a:p>
      </dgm:t>
    </dgm:pt>
    <dgm:pt modelId="{60E12EC4-56D6-4458-A3CB-CA9943799D77}" type="parTrans" cxnId="{B7D8A754-8A0C-4F0C-9BF3-BCA4AAD6ECDA}">
      <dgm:prSet/>
      <dgm:spPr/>
      <dgm:t>
        <a:bodyPr/>
        <a:lstStyle/>
        <a:p>
          <a:endParaRPr lang="en-US"/>
        </a:p>
      </dgm:t>
    </dgm:pt>
    <dgm:pt modelId="{DE66A611-5BB7-4599-A72B-D570E1A13C04}" type="sibTrans" cxnId="{B7D8A754-8A0C-4F0C-9BF3-BCA4AAD6ECDA}">
      <dgm:prSet/>
      <dgm:spPr/>
      <dgm:t>
        <a:bodyPr/>
        <a:lstStyle/>
        <a:p>
          <a:endParaRPr lang="en-US"/>
        </a:p>
      </dgm:t>
    </dgm:pt>
    <dgm:pt modelId="{31E2F88E-6851-A245-BFFF-1E156A5C4AA1}" type="pres">
      <dgm:prSet presAssocID="{DC6947C5-E54C-49C3-B72F-448403F4EAED}" presName="root" presStyleCnt="0">
        <dgm:presLayoutVars>
          <dgm:chMax/>
          <dgm:chPref/>
          <dgm:animLvl val="lvl"/>
        </dgm:presLayoutVars>
      </dgm:prSet>
      <dgm:spPr/>
    </dgm:pt>
    <dgm:pt modelId="{7120B7E7-39A5-4641-92B2-77F0DF9D1CBD}" type="pres">
      <dgm:prSet presAssocID="{DC6947C5-E54C-49C3-B72F-448403F4EAED}" presName="divider" presStyleLbl="fgAcc1" presStyleIdx="0" presStyleCnt="1"/>
      <dgm:spPr/>
    </dgm:pt>
    <dgm:pt modelId="{38E2B4C0-9FC0-5D40-962C-E50563535A9D}" type="pres">
      <dgm:prSet presAssocID="{DC6947C5-E54C-49C3-B72F-448403F4EAED}" presName="nodes" presStyleCnt="0">
        <dgm:presLayoutVars>
          <dgm:chMax/>
          <dgm:chPref/>
          <dgm:animLvl val="lvl"/>
        </dgm:presLayoutVars>
      </dgm:prSet>
      <dgm:spPr/>
    </dgm:pt>
    <dgm:pt modelId="{C966D390-F1B2-9B4D-94FF-39BC55F8120A}" type="pres">
      <dgm:prSet presAssocID="{1174977A-D28F-46BE-BA2A-A606B8314174}" presName="composite" presStyleCnt="0"/>
      <dgm:spPr/>
    </dgm:pt>
    <dgm:pt modelId="{CB23F250-1D3E-C341-9132-37AB82E3E942}" type="pres">
      <dgm:prSet presAssocID="{1174977A-D28F-46BE-BA2A-A606B8314174}" presName="L1TextContainer" presStyleLbl="alignNode1" presStyleIdx="0" presStyleCnt="3">
        <dgm:presLayoutVars>
          <dgm:chMax val="1"/>
          <dgm:chPref val="1"/>
          <dgm:bulletEnabled val="1"/>
        </dgm:presLayoutVars>
      </dgm:prSet>
      <dgm:spPr/>
    </dgm:pt>
    <dgm:pt modelId="{8DC721E3-C65D-FA4F-96F0-B9E11515143D}" type="pres">
      <dgm:prSet presAssocID="{1174977A-D28F-46BE-BA2A-A606B8314174}" presName="L2TextContainerWrapper" presStyleCnt="0">
        <dgm:presLayoutVars>
          <dgm:bulletEnabled val="1"/>
        </dgm:presLayoutVars>
      </dgm:prSet>
      <dgm:spPr/>
    </dgm:pt>
    <dgm:pt modelId="{5D5286C5-B824-C144-9BA2-3C73AE328F0A}" type="pres">
      <dgm:prSet presAssocID="{1174977A-D28F-46BE-BA2A-A606B8314174}" presName="L2TextContainer" presStyleLbl="bgAccFollowNode1" presStyleIdx="0" presStyleCnt="3"/>
      <dgm:spPr/>
    </dgm:pt>
    <dgm:pt modelId="{20C4EDCF-973F-2B4E-8C95-FD0D86196E79}" type="pres">
      <dgm:prSet presAssocID="{1174977A-D28F-46BE-BA2A-A606B8314174}" presName="FlexibleEmptyPlaceHolder" presStyleCnt="0"/>
      <dgm:spPr/>
    </dgm:pt>
    <dgm:pt modelId="{634B55FF-1BDE-694C-B2D8-CED8A0AA2B42}" type="pres">
      <dgm:prSet presAssocID="{1174977A-D28F-46BE-BA2A-A606B8314174}" presName="ConnectLine" presStyleLbl="sibTrans1D1" presStyleIdx="0" presStyleCnt="3"/>
      <dgm:spPr/>
    </dgm:pt>
    <dgm:pt modelId="{21AC949C-D665-A94D-93A4-D9861317FDEC}" type="pres">
      <dgm:prSet presAssocID="{1174977A-D28F-46BE-BA2A-A606B8314174}" presName="ConnectorPoint" presStyleLbl="node1" presStyleIdx="0" presStyleCnt="3"/>
      <dgm:spPr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CD2EA8A5-3DC4-C045-BDB5-92997A51A490}" type="pres">
      <dgm:prSet presAssocID="{1174977A-D28F-46BE-BA2A-A606B8314174}" presName="EmptyPlaceHolder" presStyleCnt="0"/>
      <dgm:spPr/>
    </dgm:pt>
    <dgm:pt modelId="{D9D7DBE9-EABE-014D-AF23-FD6485D48D2D}" type="pres">
      <dgm:prSet presAssocID="{9346A61E-029F-408E-A821-7490FDE25C99}" presName="spaceBetweenRectangles" presStyleCnt="0"/>
      <dgm:spPr/>
    </dgm:pt>
    <dgm:pt modelId="{5C8FE1BC-ACA4-0540-969D-A45D7F6CF600}" type="pres">
      <dgm:prSet presAssocID="{77AB7CB0-3761-4DC8-BA81-696784FA0A80}" presName="composite" presStyleCnt="0"/>
      <dgm:spPr/>
    </dgm:pt>
    <dgm:pt modelId="{1BA7C18B-687F-7E43-A6FA-A549D9B5AFE2}" type="pres">
      <dgm:prSet presAssocID="{77AB7CB0-3761-4DC8-BA81-696784FA0A80}" presName="L1TextContainer" presStyleLbl="alignNode1" presStyleIdx="1" presStyleCnt="3">
        <dgm:presLayoutVars>
          <dgm:chMax val="1"/>
          <dgm:chPref val="1"/>
          <dgm:bulletEnabled val="1"/>
        </dgm:presLayoutVars>
      </dgm:prSet>
      <dgm:spPr/>
    </dgm:pt>
    <dgm:pt modelId="{9EFA5965-0586-E648-B4A6-E2EC3F2213AE}" type="pres">
      <dgm:prSet presAssocID="{77AB7CB0-3761-4DC8-BA81-696784FA0A80}" presName="L2TextContainerWrapper" presStyleCnt="0">
        <dgm:presLayoutVars>
          <dgm:bulletEnabled val="1"/>
        </dgm:presLayoutVars>
      </dgm:prSet>
      <dgm:spPr/>
    </dgm:pt>
    <dgm:pt modelId="{B35A95C1-773B-3744-8917-920DB009D976}" type="pres">
      <dgm:prSet presAssocID="{77AB7CB0-3761-4DC8-BA81-696784FA0A80}" presName="L2TextContainer" presStyleLbl="bgAccFollowNode1" presStyleIdx="1" presStyleCnt="3"/>
      <dgm:spPr/>
    </dgm:pt>
    <dgm:pt modelId="{06B7C8CB-301E-B74A-A35C-423E191CA7B7}" type="pres">
      <dgm:prSet presAssocID="{77AB7CB0-3761-4DC8-BA81-696784FA0A80}" presName="FlexibleEmptyPlaceHolder" presStyleCnt="0"/>
      <dgm:spPr/>
    </dgm:pt>
    <dgm:pt modelId="{C43C0022-F5C0-2548-85F7-2EF38D371373}" type="pres">
      <dgm:prSet presAssocID="{77AB7CB0-3761-4DC8-BA81-696784FA0A80}" presName="ConnectLine" presStyleLbl="sibTrans1D1" presStyleIdx="1" presStyleCnt="3"/>
      <dgm:spPr/>
    </dgm:pt>
    <dgm:pt modelId="{EA0E2A5D-FC85-0842-A1F9-A83905503CC9}" type="pres">
      <dgm:prSet presAssocID="{77AB7CB0-3761-4DC8-BA81-696784FA0A80}" presName="ConnectorPoint" presStyleLbl="node1" presStyleIdx="1" presStyleCnt="3"/>
      <dgm:spPr>
        <a:solidFill>
          <a:schemeClr val="accent2">
            <a:hueOff val="3221806"/>
            <a:satOff val="-9246"/>
            <a:lumOff val="-14805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B5CF7A30-1964-184B-AFE5-C27F1EE2596A}" type="pres">
      <dgm:prSet presAssocID="{77AB7CB0-3761-4DC8-BA81-696784FA0A80}" presName="EmptyPlaceHolder" presStyleCnt="0"/>
      <dgm:spPr/>
    </dgm:pt>
    <dgm:pt modelId="{978D59E3-056F-DD45-B25B-E8860496A62D}" type="pres">
      <dgm:prSet presAssocID="{763EA0F2-F8F5-4626-B161-79EA04C23DFE}" presName="spaceBetweenRectangles" presStyleCnt="0"/>
      <dgm:spPr/>
    </dgm:pt>
    <dgm:pt modelId="{595E890F-6C08-F94E-92A4-6C94419C0BA8}" type="pres">
      <dgm:prSet presAssocID="{2B88050D-C863-4DDA-9C75-D919076151EA}" presName="composite" presStyleCnt="0"/>
      <dgm:spPr/>
    </dgm:pt>
    <dgm:pt modelId="{A0E02411-11D2-4D4C-9A88-BF1CC31D58F7}" type="pres">
      <dgm:prSet presAssocID="{2B88050D-C863-4DDA-9C75-D919076151EA}" presName="L1TextContainer" presStyleLbl="alignNode1" presStyleIdx="2" presStyleCnt="3">
        <dgm:presLayoutVars>
          <dgm:chMax val="1"/>
          <dgm:chPref val="1"/>
          <dgm:bulletEnabled val="1"/>
        </dgm:presLayoutVars>
      </dgm:prSet>
      <dgm:spPr/>
    </dgm:pt>
    <dgm:pt modelId="{9FF43E85-5CD3-4B47-9BC8-226473D686B7}" type="pres">
      <dgm:prSet presAssocID="{2B88050D-C863-4DDA-9C75-D919076151EA}" presName="L2TextContainerWrapper" presStyleCnt="0">
        <dgm:presLayoutVars>
          <dgm:bulletEnabled val="1"/>
        </dgm:presLayoutVars>
      </dgm:prSet>
      <dgm:spPr/>
    </dgm:pt>
    <dgm:pt modelId="{B736387F-2B04-0048-937B-70479121F248}" type="pres">
      <dgm:prSet presAssocID="{2B88050D-C863-4DDA-9C75-D919076151EA}" presName="L2TextContainer" presStyleLbl="bgAccFollowNode1" presStyleIdx="2" presStyleCnt="3"/>
      <dgm:spPr/>
    </dgm:pt>
    <dgm:pt modelId="{AD8C8113-FF19-514A-A960-EBAE6FDAA628}" type="pres">
      <dgm:prSet presAssocID="{2B88050D-C863-4DDA-9C75-D919076151EA}" presName="FlexibleEmptyPlaceHolder" presStyleCnt="0"/>
      <dgm:spPr/>
    </dgm:pt>
    <dgm:pt modelId="{DB63E097-013B-6243-98DC-B6EDEF0870C9}" type="pres">
      <dgm:prSet presAssocID="{2B88050D-C863-4DDA-9C75-D919076151EA}" presName="ConnectLine" presStyleLbl="sibTrans1D1" presStyleIdx="2" presStyleCnt="3"/>
      <dgm:spPr/>
    </dgm:pt>
    <dgm:pt modelId="{9DB054A2-48A2-A441-9372-583E36CCD505}" type="pres">
      <dgm:prSet presAssocID="{2B88050D-C863-4DDA-9C75-D919076151EA}" presName="ConnectorPoint" presStyleLbl="node1" presStyleIdx="2" presStyleCnt="3"/>
      <dgm:spPr>
        <a:solidFill>
          <a:schemeClr val="accent2">
            <a:hueOff val="6443612"/>
            <a:satOff val="-18493"/>
            <a:lumOff val="-29609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2B75B054-B0F8-9445-9FA7-BE284CD95D1A}" type="pres">
      <dgm:prSet presAssocID="{2B88050D-C863-4DDA-9C75-D919076151EA}" presName="EmptyPlaceHolder" presStyleCnt="0"/>
      <dgm:spPr/>
    </dgm:pt>
  </dgm:ptLst>
  <dgm:cxnLst>
    <dgm:cxn modelId="{C3E2F608-C8BF-884E-98C0-EE5FCD54A9B5}" type="presOf" srcId="{13C3CD6E-0A32-4087-80D0-CF4B91C7895E}" destId="{B736387F-2B04-0048-937B-70479121F248}" srcOrd="0" destOrd="1" presId="urn:microsoft.com/office/officeart/2017/3/layout/HorizontalLabelsTimeline"/>
    <dgm:cxn modelId="{D036050A-E83B-4AF2-A8BB-FAE444997BDC}" srcId="{DC6947C5-E54C-49C3-B72F-448403F4EAED}" destId="{77AB7CB0-3761-4DC8-BA81-696784FA0A80}" srcOrd="1" destOrd="0" parTransId="{057CEAAC-76E4-4EB0-A2B3-512E3479A80F}" sibTransId="{763EA0F2-F8F5-4626-B161-79EA04C23DFE}"/>
    <dgm:cxn modelId="{D0FA2228-A1FD-43FA-BD42-EA7FDB60232B}" srcId="{AB91EEB6-608C-4814-9EE3-7105638403D0}" destId="{8C2A324F-FF1D-436B-8F5C-24B2A4AC199A}" srcOrd="0" destOrd="0" parTransId="{E2D33D11-4600-4D6F-B17F-63ED3696EDDA}" sibTransId="{B815D6E7-A552-4B14-AF8E-15988817DB6C}"/>
    <dgm:cxn modelId="{1DEF3240-729C-4746-B817-EA54B7FC56FE}" type="presOf" srcId="{2B88050D-C863-4DDA-9C75-D919076151EA}" destId="{A0E02411-11D2-4D4C-9A88-BF1CC31D58F7}" srcOrd="0" destOrd="0" presId="urn:microsoft.com/office/officeart/2017/3/layout/HorizontalLabelsTimeline"/>
    <dgm:cxn modelId="{2D2F0E41-FC49-5048-8180-E7D43BEA7781}" type="presOf" srcId="{3FB81408-3035-4F36-86E4-2F799D5B2E56}" destId="{B736387F-2B04-0048-937B-70479121F248}" srcOrd="0" destOrd="0" presId="urn:microsoft.com/office/officeart/2017/3/layout/HorizontalLabelsTimeline"/>
    <dgm:cxn modelId="{761BB24D-0EE3-4C44-B3B5-E6703DEF14A9}" type="presOf" srcId="{DC6947C5-E54C-49C3-B72F-448403F4EAED}" destId="{31E2F88E-6851-A245-BFFF-1E156A5C4AA1}" srcOrd="0" destOrd="0" presId="urn:microsoft.com/office/officeart/2017/3/layout/HorizontalLabelsTimeline"/>
    <dgm:cxn modelId="{265D4353-1854-4AE9-B96E-8C06F7FD25B7}" srcId="{DC6947C5-E54C-49C3-B72F-448403F4EAED}" destId="{2B88050D-C863-4DDA-9C75-D919076151EA}" srcOrd="2" destOrd="0" parTransId="{FE46A559-E86D-4998-B5D5-E83968526C71}" sibTransId="{2C586588-F52E-4A7E-9361-9BC70F8A6600}"/>
    <dgm:cxn modelId="{B7D8A754-8A0C-4F0C-9BF3-BCA4AAD6ECDA}" srcId="{3FB81408-3035-4F36-86E4-2F799D5B2E56}" destId="{13C3CD6E-0A32-4087-80D0-CF4B91C7895E}" srcOrd="0" destOrd="0" parTransId="{60E12EC4-56D6-4458-A3CB-CA9943799D77}" sibTransId="{DE66A611-5BB7-4599-A72B-D570E1A13C04}"/>
    <dgm:cxn modelId="{28248773-C985-4404-BE2D-B6554FE97EF2}" srcId="{2B88050D-C863-4DDA-9C75-D919076151EA}" destId="{3FB81408-3035-4F36-86E4-2F799D5B2E56}" srcOrd="0" destOrd="0" parTransId="{09712ACF-8B76-4E9E-8EF1-8940DC9546CD}" sibTransId="{B883F817-A166-4D6A-94F2-514D4AC7084A}"/>
    <dgm:cxn modelId="{6811C588-5AAC-8A4A-8015-D2C101741551}" type="presOf" srcId="{AB91EEB6-608C-4814-9EE3-7105638403D0}" destId="{5D5286C5-B824-C144-9BA2-3C73AE328F0A}" srcOrd="0" destOrd="0" presId="urn:microsoft.com/office/officeart/2017/3/layout/HorizontalLabelsTimeline"/>
    <dgm:cxn modelId="{D730A89B-DF5C-432B-9B69-551F32F447E9}" srcId="{77AB7CB0-3761-4DC8-BA81-696784FA0A80}" destId="{163BE36A-AECB-483A-A90F-D4E0017163CC}" srcOrd="0" destOrd="0" parTransId="{BD80AE7C-06D4-4D5B-BC5C-69A5D0B93A52}" sibTransId="{56712AF8-9169-4F2F-9CBA-BF56F5046E80}"/>
    <dgm:cxn modelId="{53F570A4-18DE-4CBD-A6AE-DC6CB48F96B4}" srcId="{163BE36A-AECB-483A-A90F-D4E0017163CC}" destId="{8A8F3D61-8BDC-4C9A-9313-76973D9FE1E5}" srcOrd="0" destOrd="0" parTransId="{069FDBDE-B943-4400-852E-DC3BA4A05D39}" sibTransId="{8B9EBE8E-5FD6-49E3-8EB5-62FF4F21D46C}"/>
    <dgm:cxn modelId="{21E95EB1-6338-0840-A111-4BA66BB062D8}" type="presOf" srcId="{8A8F3D61-8BDC-4C9A-9313-76973D9FE1E5}" destId="{B35A95C1-773B-3744-8917-920DB009D976}" srcOrd="0" destOrd="1" presId="urn:microsoft.com/office/officeart/2017/3/layout/HorizontalLabelsTimeline"/>
    <dgm:cxn modelId="{F95300BF-D1FC-4537-BEC3-33061B5627F2}" srcId="{1174977A-D28F-46BE-BA2A-A606B8314174}" destId="{AB91EEB6-608C-4814-9EE3-7105638403D0}" srcOrd="0" destOrd="0" parTransId="{BEEF0AED-BFC0-4778-8752-E65ED3AB4D0C}" sibTransId="{8C40D13B-E0F7-41A9-A17B-FF50E78DD63F}"/>
    <dgm:cxn modelId="{0FB027C2-9D06-694D-A0D3-B36D09AD58A3}" type="presOf" srcId="{8C2A324F-FF1D-436B-8F5C-24B2A4AC199A}" destId="{5D5286C5-B824-C144-9BA2-3C73AE328F0A}" srcOrd="0" destOrd="1" presId="urn:microsoft.com/office/officeart/2017/3/layout/HorizontalLabelsTimeline"/>
    <dgm:cxn modelId="{EF9075C3-B01E-2A49-9D33-921888534B2A}" type="presOf" srcId="{77AB7CB0-3761-4DC8-BA81-696784FA0A80}" destId="{1BA7C18B-687F-7E43-A6FA-A549D9B5AFE2}" srcOrd="0" destOrd="0" presId="urn:microsoft.com/office/officeart/2017/3/layout/HorizontalLabelsTimeline"/>
    <dgm:cxn modelId="{D5D914D1-7AF3-B545-A1C0-B1F45E8F5866}" type="presOf" srcId="{163BE36A-AECB-483A-A90F-D4E0017163CC}" destId="{B35A95C1-773B-3744-8917-920DB009D976}" srcOrd="0" destOrd="0" presId="urn:microsoft.com/office/officeart/2017/3/layout/HorizontalLabelsTimeline"/>
    <dgm:cxn modelId="{9DF8E2F2-184F-BF40-8F90-E6831BABA16C}" type="presOf" srcId="{1174977A-D28F-46BE-BA2A-A606B8314174}" destId="{CB23F250-1D3E-C341-9132-37AB82E3E942}" srcOrd="0" destOrd="0" presId="urn:microsoft.com/office/officeart/2017/3/layout/HorizontalLabelsTimeline"/>
    <dgm:cxn modelId="{679990FB-9ED3-4DD8-9886-47E7C23E0DC0}" srcId="{DC6947C5-E54C-49C3-B72F-448403F4EAED}" destId="{1174977A-D28F-46BE-BA2A-A606B8314174}" srcOrd="0" destOrd="0" parTransId="{693CBF2C-3378-498D-8AB2-7D72583C34BD}" sibTransId="{9346A61E-029F-408E-A821-7490FDE25C99}"/>
    <dgm:cxn modelId="{F7260C62-F15A-4E4A-8A1A-9C89312751E9}" type="presParOf" srcId="{31E2F88E-6851-A245-BFFF-1E156A5C4AA1}" destId="{7120B7E7-39A5-4641-92B2-77F0DF9D1CBD}" srcOrd="0" destOrd="0" presId="urn:microsoft.com/office/officeart/2017/3/layout/HorizontalLabelsTimeline"/>
    <dgm:cxn modelId="{25F38F7A-D5C7-5049-9A30-7CA7878E5D94}" type="presParOf" srcId="{31E2F88E-6851-A245-BFFF-1E156A5C4AA1}" destId="{38E2B4C0-9FC0-5D40-962C-E50563535A9D}" srcOrd="1" destOrd="0" presId="urn:microsoft.com/office/officeart/2017/3/layout/HorizontalLabelsTimeline"/>
    <dgm:cxn modelId="{2B484D9F-54BB-094B-836C-D3E3A2504BD1}" type="presParOf" srcId="{38E2B4C0-9FC0-5D40-962C-E50563535A9D}" destId="{C966D390-F1B2-9B4D-94FF-39BC55F8120A}" srcOrd="0" destOrd="0" presId="urn:microsoft.com/office/officeart/2017/3/layout/HorizontalLabelsTimeline"/>
    <dgm:cxn modelId="{2F071298-324A-8C4D-AC90-55B08B60B5F9}" type="presParOf" srcId="{C966D390-F1B2-9B4D-94FF-39BC55F8120A}" destId="{CB23F250-1D3E-C341-9132-37AB82E3E942}" srcOrd="0" destOrd="0" presId="urn:microsoft.com/office/officeart/2017/3/layout/HorizontalLabelsTimeline"/>
    <dgm:cxn modelId="{4A87EA07-FF18-8344-891E-3D68A2A5BE13}" type="presParOf" srcId="{C966D390-F1B2-9B4D-94FF-39BC55F8120A}" destId="{8DC721E3-C65D-FA4F-96F0-B9E11515143D}" srcOrd="1" destOrd="0" presId="urn:microsoft.com/office/officeart/2017/3/layout/HorizontalLabelsTimeline"/>
    <dgm:cxn modelId="{B265F92F-0E90-AF4E-A9AB-D19F0D6BF568}" type="presParOf" srcId="{8DC721E3-C65D-FA4F-96F0-B9E11515143D}" destId="{5D5286C5-B824-C144-9BA2-3C73AE328F0A}" srcOrd="0" destOrd="0" presId="urn:microsoft.com/office/officeart/2017/3/layout/HorizontalLabelsTimeline"/>
    <dgm:cxn modelId="{C5E1E64D-22EB-E04D-9436-A0FF06145DF2}" type="presParOf" srcId="{8DC721E3-C65D-FA4F-96F0-B9E11515143D}" destId="{20C4EDCF-973F-2B4E-8C95-FD0D86196E79}" srcOrd="1" destOrd="0" presId="urn:microsoft.com/office/officeart/2017/3/layout/HorizontalLabelsTimeline"/>
    <dgm:cxn modelId="{DB8B1A64-EE7E-AA41-96B8-0122CCAB3406}" type="presParOf" srcId="{C966D390-F1B2-9B4D-94FF-39BC55F8120A}" destId="{634B55FF-1BDE-694C-B2D8-CED8A0AA2B42}" srcOrd="2" destOrd="0" presId="urn:microsoft.com/office/officeart/2017/3/layout/HorizontalLabelsTimeline"/>
    <dgm:cxn modelId="{8E4C8EBA-CA49-CD45-B9AF-B6C34C941AD6}" type="presParOf" srcId="{C966D390-F1B2-9B4D-94FF-39BC55F8120A}" destId="{21AC949C-D665-A94D-93A4-D9861317FDEC}" srcOrd="3" destOrd="0" presId="urn:microsoft.com/office/officeart/2017/3/layout/HorizontalLabelsTimeline"/>
    <dgm:cxn modelId="{6E3AA995-5BC9-2F47-B0B8-A0F95353E6EC}" type="presParOf" srcId="{C966D390-F1B2-9B4D-94FF-39BC55F8120A}" destId="{CD2EA8A5-3DC4-C045-BDB5-92997A51A490}" srcOrd="4" destOrd="0" presId="urn:microsoft.com/office/officeart/2017/3/layout/HorizontalLabelsTimeline"/>
    <dgm:cxn modelId="{2833964C-3913-AB4B-B291-E0C4059B9220}" type="presParOf" srcId="{38E2B4C0-9FC0-5D40-962C-E50563535A9D}" destId="{D9D7DBE9-EABE-014D-AF23-FD6485D48D2D}" srcOrd="1" destOrd="0" presId="urn:microsoft.com/office/officeart/2017/3/layout/HorizontalLabelsTimeline"/>
    <dgm:cxn modelId="{63A25DEF-9740-DA4F-B8B1-176A7DCCBBFC}" type="presParOf" srcId="{38E2B4C0-9FC0-5D40-962C-E50563535A9D}" destId="{5C8FE1BC-ACA4-0540-969D-A45D7F6CF600}" srcOrd="2" destOrd="0" presId="urn:microsoft.com/office/officeart/2017/3/layout/HorizontalLabelsTimeline"/>
    <dgm:cxn modelId="{5316AA17-6842-254F-9866-96FAA99A8E03}" type="presParOf" srcId="{5C8FE1BC-ACA4-0540-969D-A45D7F6CF600}" destId="{1BA7C18B-687F-7E43-A6FA-A549D9B5AFE2}" srcOrd="0" destOrd="0" presId="urn:microsoft.com/office/officeart/2017/3/layout/HorizontalLabelsTimeline"/>
    <dgm:cxn modelId="{CB7E2B85-0017-3246-9907-440BA56C9DBA}" type="presParOf" srcId="{5C8FE1BC-ACA4-0540-969D-A45D7F6CF600}" destId="{9EFA5965-0586-E648-B4A6-E2EC3F2213AE}" srcOrd="1" destOrd="0" presId="urn:microsoft.com/office/officeart/2017/3/layout/HorizontalLabelsTimeline"/>
    <dgm:cxn modelId="{C4F5DE91-2770-5348-9FA0-7BD96E7848F7}" type="presParOf" srcId="{9EFA5965-0586-E648-B4A6-E2EC3F2213AE}" destId="{B35A95C1-773B-3744-8917-920DB009D976}" srcOrd="0" destOrd="0" presId="urn:microsoft.com/office/officeart/2017/3/layout/HorizontalLabelsTimeline"/>
    <dgm:cxn modelId="{6197617D-9097-774A-988D-E16504044958}" type="presParOf" srcId="{9EFA5965-0586-E648-B4A6-E2EC3F2213AE}" destId="{06B7C8CB-301E-B74A-A35C-423E191CA7B7}" srcOrd="1" destOrd="0" presId="urn:microsoft.com/office/officeart/2017/3/layout/HorizontalLabelsTimeline"/>
    <dgm:cxn modelId="{9C18E4B0-49A6-AF40-AE53-010603B16F8E}" type="presParOf" srcId="{5C8FE1BC-ACA4-0540-969D-A45D7F6CF600}" destId="{C43C0022-F5C0-2548-85F7-2EF38D371373}" srcOrd="2" destOrd="0" presId="urn:microsoft.com/office/officeart/2017/3/layout/HorizontalLabelsTimeline"/>
    <dgm:cxn modelId="{8BCE0D4A-6216-1249-90DD-9837BBD601CF}" type="presParOf" srcId="{5C8FE1BC-ACA4-0540-969D-A45D7F6CF600}" destId="{EA0E2A5D-FC85-0842-A1F9-A83905503CC9}" srcOrd="3" destOrd="0" presId="urn:microsoft.com/office/officeart/2017/3/layout/HorizontalLabelsTimeline"/>
    <dgm:cxn modelId="{C5F99524-18C1-E544-8D49-7C737E41E024}" type="presParOf" srcId="{5C8FE1BC-ACA4-0540-969D-A45D7F6CF600}" destId="{B5CF7A30-1964-184B-AFE5-C27F1EE2596A}" srcOrd="4" destOrd="0" presId="urn:microsoft.com/office/officeart/2017/3/layout/HorizontalLabelsTimeline"/>
    <dgm:cxn modelId="{605CA5CD-6768-AC46-BDA0-48532D4588E9}" type="presParOf" srcId="{38E2B4C0-9FC0-5D40-962C-E50563535A9D}" destId="{978D59E3-056F-DD45-B25B-E8860496A62D}" srcOrd="3" destOrd="0" presId="urn:microsoft.com/office/officeart/2017/3/layout/HorizontalLabelsTimeline"/>
    <dgm:cxn modelId="{39C800B1-E260-264A-B257-103E9CF249E7}" type="presParOf" srcId="{38E2B4C0-9FC0-5D40-962C-E50563535A9D}" destId="{595E890F-6C08-F94E-92A4-6C94419C0BA8}" srcOrd="4" destOrd="0" presId="urn:microsoft.com/office/officeart/2017/3/layout/HorizontalLabelsTimeline"/>
    <dgm:cxn modelId="{963283A9-AAE7-C542-84F1-B47533110292}" type="presParOf" srcId="{595E890F-6C08-F94E-92A4-6C94419C0BA8}" destId="{A0E02411-11D2-4D4C-9A88-BF1CC31D58F7}" srcOrd="0" destOrd="0" presId="urn:microsoft.com/office/officeart/2017/3/layout/HorizontalLabelsTimeline"/>
    <dgm:cxn modelId="{4BD7A00A-10BD-E744-A64D-890E87B518B4}" type="presParOf" srcId="{595E890F-6C08-F94E-92A4-6C94419C0BA8}" destId="{9FF43E85-5CD3-4B47-9BC8-226473D686B7}" srcOrd="1" destOrd="0" presId="urn:microsoft.com/office/officeart/2017/3/layout/HorizontalLabelsTimeline"/>
    <dgm:cxn modelId="{F1F15D0A-9326-9844-82F6-4EFCDAB791A8}" type="presParOf" srcId="{9FF43E85-5CD3-4B47-9BC8-226473D686B7}" destId="{B736387F-2B04-0048-937B-70479121F248}" srcOrd="0" destOrd="0" presId="urn:microsoft.com/office/officeart/2017/3/layout/HorizontalLabelsTimeline"/>
    <dgm:cxn modelId="{DA6158E9-4F1B-D84E-B5E8-114F163F0DA3}" type="presParOf" srcId="{9FF43E85-5CD3-4B47-9BC8-226473D686B7}" destId="{AD8C8113-FF19-514A-A960-EBAE6FDAA628}" srcOrd="1" destOrd="0" presId="urn:microsoft.com/office/officeart/2017/3/layout/HorizontalLabelsTimeline"/>
    <dgm:cxn modelId="{254B6657-C7FA-C441-A4CB-EF9ACF40CA58}" type="presParOf" srcId="{595E890F-6C08-F94E-92A4-6C94419C0BA8}" destId="{DB63E097-013B-6243-98DC-B6EDEF0870C9}" srcOrd="2" destOrd="0" presId="urn:microsoft.com/office/officeart/2017/3/layout/HorizontalLabelsTimeline"/>
    <dgm:cxn modelId="{B27E01B1-353F-2A46-A202-A828848147DF}" type="presParOf" srcId="{595E890F-6C08-F94E-92A4-6C94419C0BA8}" destId="{9DB054A2-48A2-A441-9372-583E36CCD505}" srcOrd="3" destOrd="0" presId="urn:microsoft.com/office/officeart/2017/3/layout/HorizontalLabelsTimeline"/>
    <dgm:cxn modelId="{7E61774F-6E41-6049-8EB9-26E605DEE49D}" type="presParOf" srcId="{595E890F-6C08-F94E-92A4-6C94419C0BA8}" destId="{2B75B054-B0F8-9445-9FA7-BE284CD95D1A}" srcOrd="4" destOrd="0" presId="urn:microsoft.com/office/officeart/2017/3/layout/HorizontalLabelsTimeline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20B7E7-39A5-4641-92B2-77F0DF9D1CBD}">
      <dsp:nvSpPr>
        <dsp:cNvPr id="0" name=""/>
        <dsp:cNvSpPr/>
      </dsp:nvSpPr>
      <dsp:spPr>
        <a:xfrm>
          <a:off x="0" y="2175669"/>
          <a:ext cx="10515600" cy="0"/>
        </a:xfrm>
        <a:prstGeom prst="lin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B23F250-1D3E-C341-9132-37AB82E3E942}">
      <dsp:nvSpPr>
        <dsp:cNvPr id="0" name=""/>
        <dsp:cNvSpPr/>
      </dsp:nvSpPr>
      <dsp:spPr>
        <a:xfrm>
          <a:off x="315468" y="1348914"/>
          <a:ext cx="4626864" cy="52216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0" tIns="101600" rIns="101600" bIns="1016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1760</a:t>
          </a:r>
        </a:p>
      </dsp:txBody>
      <dsp:txXfrm>
        <a:off x="315468" y="1348914"/>
        <a:ext cx="4626864" cy="522160"/>
      </dsp:txXfrm>
    </dsp:sp>
    <dsp:sp modelId="{5D5286C5-B824-C144-9BA2-3C73AE328F0A}">
      <dsp:nvSpPr>
        <dsp:cNvPr id="0" name=""/>
        <dsp:cNvSpPr/>
      </dsp:nvSpPr>
      <dsp:spPr>
        <a:xfrm>
          <a:off x="315468" y="510479"/>
          <a:ext cx="4626864" cy="838434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925" tIns="161925" rIns="161925" bIns="161925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Daniel Bernoulli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Smallpox</a:t>
          </a:r>
        </a:p>
      </dsp:txBody>
      <dsp:txXfrm>
        <a:off x="315468" y="510479"/>
        <a:ext cx="4626864" cy="838434"/>
      </dsp:txXfrm>
    </dsp:sp>
    <dsp:sp modelId="{634B55FF-1BDE-694C-B2D8-CED8A0AA2B42}">
      <dsp:nvSpPr>
        <dsp:cNvPr id="0" name=""/>
        <dsp:cNvSpPr/>
      </dsp:nvSpPr>
      <dsp:spPr>
        <a:xfrm>
          <a:off x="2628899" y="1871075"/>
          <a:ext cx="0" cy="304593"/>
        </a:xfrm>
        <a:prstGeom prst="line">
          <a:avLst/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BA7C18B-687F-7E43-A6FA-A549D9B5AFE2}">
      <dsp:nvSpPr>
        <dsp:cNvPr id="0" name=""/>
        <dsp:cNvSpPr/>
      </dsp:nvSpPr>
      <dsp:spPr>
        <a:xfrm>
          <a:off x="2944368" y="2480262"/>
          <a:ext cx="4626864" cy="522160"/>
        </a:xfrm>
        <a:prstGeom prst="rect">
          <a:avLst/>
        </a:prstGeom>
        <a:solidFill>
          <a:schemeClr val="accent2">
            <a:hueOff val="3221806"/>
            <a:satOff val="-9246"/>
            <a:lumOff val="-14805"/>
            <a:alphaOff val="0"/>
          </a:schemeClr>
        </a:solidFill>
        <a:ln w="19050" cap="flat" cmpd="sng" algn="ctr">
          <a:solidFill>
            <a:schemeClr val="accent2">
              <a:hueOff val="3221806"/>
              <a:satOff val="-9246"/>
              <a:lumOff val="-1480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0" tIns="101600" rIns="101600" bIns="1016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1911</a:t>
          </a:r>
        </a:p>
      </dsp:txBody>
      <dsp:txXfrm>
        <a:off x="2944368" y="2480262"/>
        <a:ext cx="4626864" cy="522160"/>
      </dsp:txXfrm>
    </dsp:sp>
    <dsp:sp modelId="{B35A95C1-773B-3744-8917-920DB009D976}">
      <dsp:nvSpPr>
        <dsp:cNvPr id="0" name=""/>
        <dsp:cNvSpPr/>
      </dsp:nvSpPr>
      <dsp:spPr>
        <a:xfrm>
          <a:off x="2944368" y="3002423"/>
          <a:ext cx="4626864" cy="838434"/>
        </a:xfrm>
        <a:prstGeom prst="rect">
          <a:avLst/>
        </a:prstGeom>
        <a:solidFill>
          <a:schemeClr val="accent2">
            <a:tint val="40000"/>
            <a:alpha val="90000"/>
            <a:hueOff val="3367362"/>
            <a:satOff val="-31116"/>
            <a:lumOff val="-3508"/>
            <a:alphaOff val="0"/>
          </a:schemeClr>
        </a:solidFill>
        <a:ln w="19050" cap="flat" cmpd="sng" algn="ctr">
          <a:solidFill>
            <a:schemeClr val="accent2">
              <a:tint val="40000"/>
              <a:alpha val="90000"/>
              <a:hueOff val="3367362"/>
              <a:satOff val="-31116"/>
              <a:lumOff val="-3508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925" tIns="161925" rIns="161925" bIns="161925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Ross (1908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Malaria</a:t>
          </a:r>
        </a:p>
      </dsp:txBody>
      <dsp:txXfrm>
        <a:off x="2944368" y="3002423"/>
        <a:ext cx="4626864" cy="838434"/>
      </dsp:txXfrm>
    </dsp:sp>
    <dsp:sp modelId="{C43C0022-F5C0-2548-85F7-2EF38D371373}">
      <dsp:nvSpPr>
        <dsp:cNvPr id="0" name=""/>
        <dsp:cNvSpPr/>
      </dsp:nvSpPr>
      <dsp:spPr>
        <a:xfrm>
          <a:off x="5257799" y="2175669"/>
          <a:ext cx="0" cy="304593"/>
        </a:xfrm>
        <a:prstGeom prst="line">
          <a:avLst/>
        </a:prstGeom>
        <a:noFill/>
        <a:ln w="12700" cap="flat" cmpd="sng" algn="ctr">
          <a:solidFill>
            <a:schemeClr val="accent2">
              <a:hueOff val="3221806"/>
              <a:satOff val="-9246"/>
              <a:lumOff val="-14805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1AC949C-D665-A94D-93A4-D9861317FDEC}">
      <dsp:nvSpPr>
        <dsp:cNvPr id="0" name=""/>
        <dsp:cNvSpPr/>
      </dsp:nvSpPr>
      <dsp:spPr>
        <a:xfrm rot="2700000">
          <a:off x="2595054" y="2141823"/>
          <a:ext cx="67690" cy="6769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0E2A5D-FC85-0842-A1F9-A83905503CC9}">
      <dsp:nvSpPr>
        <dsp:cNvPr id="0" name=""/>
        <dsp:cNvSpPr/>
      </dsp:nvSpPr>
      <dsp:spPr>
        <a:xfrm rot="2700000">
          <a:off x="5223954" y="2141823"/>
          <a:ext cx="67690" cy="67690"/>
        </a:xfrm>
        <a:prstGeom prst="rect">
          <a:avLst/>
        </a:prstGeom>
        <a:solidFill>
          <a:schemeClr val="accent2">
            <a:hueOff val="3221806"/>
            <a:satOff val="-9246"/>
            <a:lumOff val="-14805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E02411-11D2-4D4C-9A88-BF1CC31D58F7}">
      <dsp:nvSpPr>
        <dsp:cNvPr id="0" name=""/>
        <dsp:cNvSpPr/>
      </dsp:nvSpPr>
      <dsp:spPr>
        <a:xfrm>
          <a:off x="5573268" y="1348914"/>
          <a:ext cx="4626864" cy="522160"/>
        </a:xfrm>
        <a:prstGeom prst="rect">
          <a:avLst/>
        </a:prstGeom>
        <a:solidFill>
          <a:schemeClr val="accent2">
            <a:hueOff val="6443612"/>
            <a:satOff val="-18493"/>
            <a:lumOff val="-29609"/>
            <a:alphaOff val="0"/>
          </a:schemeClr>
        </a:solidFill>
        <a:ln w="19050" cap="flat" cmpd="sng" algn="ctr">
          <a:solidFill>
            <a:schemeClr val="accent2">
              <a:hueOff val="6443612"/>
              <a:satOff val="-18493"/>
              <a:lumOff val="-2960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0" tIns="101600" rIns="101600" bIns="1016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1930’s</a:t>
          </a:r>
        </a:p>
      </dsp:txBody>
      <dsp:txXfrm>
        <a:off x="5573268" y="1348914"/>
        <a:ext cx="4626864" cy="522160"/>
      </dsp:txXfrm>
    </dsp:sp>
    <dsp:sp modelId="{B736387F-2B04-0048-937B-70479121F248}">
      <dsp:nvSpPr>
        <dsp:cNvPr id="0" name=""/>
        <dsp:cNvSpPr/>
      </dsp:nvSpPr>
      <dsp:spPr>
        <a:xfrm>
          <a:off x="5573268" y="510479"/>
          <a:ext cx="4626864" cy="838434"/>
        </a:xfrm>
        <a:prstGeom prst="rect">
          <a:avLst/>
        </a:prstGeom>
        <a:solidFill>
          <a:schemeClr val="accent2">
            <a:tint val="40000"/>
            <a:alpha val="90000"/>
            <a:hueOff val="6734724"/>
            <a:satOff val="-62232"/>
            <a:lumOff val="-7015"/>
            <a:alphaOff val="0"/>
          </a:schemeClr>
        </a:solidFill>
        <a:ln w="19050" cap="flat" cmpd="sng" algn="ctr">
          <a:solidFill>
            <a:schemeClr val="accent2">
              <a:tint val="40000"/>
              <a:alpha val="90000"/>
              <a:hueOff val="6734724"/>
              <a:satOff val="-62232"/>
              <a:lumOff val="-701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925" tIns="161925" rIns="161925" bIns="161925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Kermack and McKendrick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Classic SEIR formulation</a:t>
          </a:r>
        </a:p>
      </dsp:txBody>
      <dsp:txXfrm>
        <a:off x="5573268" y="510479"/>
        <a:ext cx="4626864" cy="838434"/>
      </dsp:txXfrm>
    </dsp:sp>
    <dsp:sp modelId="{DB63E097-013B-6243-98DC-B6EDEF0870C9}">
      <dsp:nvSpPr>
        <dsp:cNvPr id="0" name=""/>
        <dsp:cNvSpPr/>
      </dsp:nvSpPr>
      <dsp:spPr>
        <a:xfrm>
          <a:off x="7886700" y="1871075"/>
          <a:ext cx="0" cy="304593"/>
        </a:xfrm>
        <a:prstGeom prst="line">
          <a:avLst/>
        </a:prstGeom>
        <a:noFill/>
        <a:ln w="12700" cap="flat" cmpd="sng" algn="ctr">
          <a:solidFill>
            <a:schemeClr val="accent2">
              <a:hueOff val="6443612"/>
              <a:satOff val="-18493"/>
              <a:lumOff val="-29609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DB054A2-48A2-A441-9372-583E36CCD505}">
      <dsp:nvSpPr>
        <dsp:cNvPr id="0" name=""/>
        <dsp:cNvSpPr/>
      </dsp:nvSpPr>
      <dsp:spPr>
        <a:xfrm rot="2700000">
          <a:off x="7852854" y="2141823"/>
          <a:ext cx="67690" cy="67690"/>
        </a:xfrm>
        <a:prstGeom prst="rect">
          <a:avLst/>
        </a:prstGeom>
        <a:solidFill>
          <a:schemeClr val="accent2">
            <a:hueOff val="6443612"/>
            <a:satOff val="-18493"/>
            <a:lumOff val="-29609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7/3/layout/HorizontalLabelsTimeline">
  <dgm:title val="Horizontal Labels Timeline"/>
  <dgm:desc val="Use to show a list of events in chronological order. The rectangular shape contains the description while the date is shown immediately below. It can display a large amount of text and medium length date format."/>
  <dgm:catLst>
    <dgm:cat type="timeline" pri="500"/>
    <dgm:cat type="process" pri="6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root">
    <dgm:varLst>
      <dgm:chMax/>
      <dgm:chPref/>
      <dgm:animLvl val="lvl"/>
    </dgm:varLst>
    <dgm:alg type="composite"/>
    <dgm:shape xmlns:r="http://schemas.openxmlformats.org/officeDocument/2006/relationships" r:blip="">
      <dgm:adjLst/>
    </dgm:shape>
    <dgm:constrLst>
      <dgm:constr type="w" for="ch" forName="divider" refType="w"/>
      <dgm:constr type="h" for="ch" forName="divider"/>
      <dgm:constr type="ctrY" for="ch" forName="divider" refType="h" fact="0.5"/>
      <dgm:constr type="l" for="ch" forName="divider"/>
      <dgm:constr type="w" for="ch" forName="nodes" refType="w"/>
      <dgm:constr type="h" for="ch" forName="nodes" refType="h"/>
    </dgm:constrLst>
    <dgm:layoutNode name="divider" styleLbl="fgAcc1">
      <dgm:alg type="sp"/>
      <dgm:shape xmlns:r="http://schemas.openxmlformats.org/officeDocument/2006/relationships" type="line" r:blip="" zOrderOff="-1">
        <dgm:adjLst/>
      </dgm:shape>
      <dgm:presOf/>
      <dgm:constrLst/>
      <dgm:ruleLst/>
    </dgm:layoutNode>
    <dgm:layoutNode name="nodes">
      <dgm:varLst>
        <dgm:chMax/>
        <dgm:chPref/>
        <dgm:animLvl val="lvl"/>
      </dgm:varLst>
      <dgm:choose name="Name1">
        <dgm:if name="Name2" func="var" arg="dir" op="equ" val="norm">
          <dgm:alg type="lin"/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choose name="constrBasedOnChildrenCount">
        <dgm:if name="constrForTwoChildren" axis="ch" ptType="node" func="cnt" op="lte" val="2">
          <dgm:constrLst>
            <dgm:constr type="primFontSz" for="des" forName="L1TextContainer" val="20"/>
            <dgm:constr type="primFontSz" for="des" forName="L2TextContainer" refType="primFontSz" refFor="des" refForName="L1TextContainer" op="equ" fact="0.85"/>
            <dgm:constr type="w" for="ch" forName="composite" refType="w"/>
            <dgm:constr type="h" for="ch" forName="composite" refType="h"/>
            <dgm:constr type="w" for="ch" forName="spaceBetweenRectangles" refType="w" refFor="ch" refForName="composite" fact="0"/>
            <dgm:constr type="w" for="ch" ptType="sibTrans" op="equ"/>
            <dgm:constr type="primFontSz" for="des" forName="L1TextContainer" op="equ"/>
            <dgm:constr type="primFontSz" for="des" forName="L2TextContainer" op="equ"/>
          </dgm:constrLst>
        </dgm:if>
        <dgm:else name="constrForRest">
          <dgm:constrLst>
            <dgm:constr type="primFontSz" for="des" forName="L1TextContainer" val="20"/>
            <dgm:constr type="primFontSz" for="des" forName="L2TextContainer" refType="primFontSz" refFor="des" refForName="L1TextContainer" op="equ" fact="0.85"/>
            <dgm:constr type="w" for="ch" forName="composite" refType="w"/>
            <dgm:constr type="h" for="ch" forName="composite" refType="h"/>
            <dgm:constr type="w" for="ch" forName="spaceBetweenRectangles" refType="w" refFor="ch" refForName="composite" fact="-0.5"/>
            <dgm:constr type="w" for="ch" ptType="sibTrans" op="equ"/>
            <dgm:constr type="primFontSz" for="des" forName="L1TextContainer" op="equ"/>
            <dgm:constr type="primFontSz" for="des" forName="L2TextContainer" op="equ"/>
          </dgm:constrLst>
        </dgm:else>
      </dgm:choose>
      <dgm:forEach name="nodesForEach" axis="ch" ptType="node">
        <dgm:layoutNode name="composite">
          <dgm:alg type="composite"/>
          <dgm:shape xmlns:r="http://schemas.openxmlformats.org/officeDocument/2006/relationships" r:blip="">
            <dgm:adjLst/>
          </dgm:shape>
          <dgm:choose name="CaseForPlacingNodesAboveAndBelowDivider">
            <dgm:if name="CaseForPlacingNodeAboveDivider" axis="self" ptType="node" func="posOdd" op="equ" val="1">
              <dgm:constrLst>
                <dgm:constr type="w" for="ch" forName="L1TextContainer" refType="w" fact="0.88"/>
                <dgm:constr type="l" for="ch" forName="L1TextContainer" refType="w" fact="0.06"/>
                <dgm:constr type="h" for="ch" forName="L1TextContainer" refType="h" fact="0.12"/>
                <dgm:constr type="t" for="ch" forName="L1TextContainer" refType="h" fact="0.31"/>
                <dgm:constr type="w" for="ch" forName="L2TextContainerWrapper" refType="w" fact="0.88"/>
                <dgm:constr type="l" for="ch" forName="L2TextContainerWrapper" refType="w" fact="0.06"/>
                <dgm:constr type="h" for="ch" forName="L2TextContainerWrapper" refType="h" fact="0.31"/>
                <dgm:constr type="b" for="ch" forName="L2TextContainerWrapper" refType="h" fact="0.31"/>
                <dgm:constr type="w" for="ch" forName="ConnectLine"/>
                <dgm:constr type="ctrX" for="ch" forName="ConnectLine" refType="w" fact="0.5"/>
                <dgm:constr type="h" for="ch" forName="ConnectLine" refType="h" fact="0.07"/>
                <dgm:constr type="t" for="ch" forName="ConnectLine" refType="h" fact="0.43"/>
                <dgm:constr type="w" for="ch" forName="ConnectorPoint" refType="h" fact="0.022"/>
                <dgm:constr type="h" for="ch" forName="ConnectorPoint" refType="h" fact="0.022"/>
                <dgm:constr type="ctrX" for="ch" forName="ConnectorPoint" refType="w" fact="0.5"/>
                <dgm:constr type="ctrY" for="ch" forName="ConnectorPoint" refType="h" fact="0.5"/>
                <dgm:constr type="w" for="ch" forName="EmptyPlaceHolder" refType="w"/>
                <dgm:constr type="h" for="ch" forName="EmptyPlaceHolder" refType="h" fact="0.5"/>
                <dgm:constr type="t" for="ch" forName="EmptyPlaceHolder" refType="h" fact="0.5"/>
              </dgm:constrLst>
            </dgm:if>
            <dgm:else name="CaseForPlacingNodeBelowDivider">
              <dgm:constrLst>
                <dgm:constr type="w" for="ch" forName="L1TextContainer" refType="w" fact="0.88"/>
                <dgm:constr type="l" for="ch" forName="L1TextContainer" refType="w" fact="0.06"/>
                <dgm:constr type="h" for="ch" forName="L1TextContainer" refType="h" fact="0.12"/>
                <dgm:constr type="t" for="ch" forName="L1TextContainer" refType="h" fact="0.57"/>
                <dgm:constr type="w" for="ch" forName="L2TextContainerWrapper" refType="w" fact="0.88"/>
                <dgm:constr type="l" for="ch" forName="L2TextContainerWrapper" refType="w" fact="0.06"/>
                <dgm:constr type="h" for="ch" forName="L2TextContainerWrapper" refType="h" fact="0.31"/>
                <dgm:constr type="t" for="ch" forName="L2TextContainerWrapper" refType="h" fact="0.69"/>
                <dgm:constr type="w" for="ch" forName="ConnectLine"/>
                <dgm:constr type="ctrX" for="ch" forName="ConnectLine" refType="w" fact="0.5"/>
                <dgm:constr type="h" for="ch" forName="ConnectLine" refType="h" fact="0.07"/>
                <dgm:constr type="t" for="ch" forName="ConnectLine" refType="h" fact="0.5"/>
                <dgm:constr type="w" for="ch" forName="ConnectorPoint" refType="h" fact="0.022"/>
                <dgm:constr type="h" for="ch" forName="ConnectorPoint" refType="h" fact="0.022"/>
                <dgm:constr type="ctrX" for="ch" forName="ConnectorPoint" refType="w" fact="0.5"/>
                <dgm:constr type="ctrY" for="ch" forName="ConnectorPoint" refType="h" fact="0.5"/>
                <dgm:constr type="w" for="ch" forName="EmptyPlaceHolder" refType="w"/>
                <dgm:constr type="h" for="ch" forName="EmptyPlaceHolder" refType="h" fact="0.5"/>
                <dgm:constr type="t" for="ch" forName="EmptyPlaceHolder" refType="h" fact="0"/>
              </dgm:constrLst>
            </dgm:else>
          </dgm:choose>
          <dgm:layoutNode name="L1TextContainer" styleLbl="alignNode1">
            <dgm:varLst>
              <dgm:chMax val="1"/>
              <dgm:chPref val="1"/>
              <dgm:bulletEnabled val="1"/>
            </dgm:varLst>
            <dgm:alg type="tx">
              <dgm:param type="txAnchorVert" val="mid"/>
              <dgm:param type="parTxLTRAlign" val="ctr"/>
              <dgm:param type="parTxRTLAlign" val="ctr"/>
            </dgm:alg>
            <dgm:shape xmlns:r="http://schemas.openxmlformats.org/officeDocument/2006/relationships" type="rect" r:blip="">
              <dgm:adjLst/>
            </dgm:shape>
            <dgm:presOf axis="self"/>
            <dgm:constrLst>
              <dgm:constr type="tMarg" refType="primFontSz" fact="0.4"/>
              <dgm:constr type="bMarg" refType="primFontSz" fact="0.4"/>
              <dgm:constr type="lMarg" refType="primFontSz" fact="0.4"/>
              <dgm:constr type="rMarg" refType="primFontSz" fact="0.4"/>
            </dgm:constrLst>
            <dgm:ruleLst>
              <dgm:rule type="primFontSz" val="14" fact="NaN" max="NaN"/>
            </dgm:ruleLst>
          </dgm:layoutNode>
          <dgm:layoutNode name="L2TextContainerWrapper">
            <dgm:varLst>
              <dgm:bulletEnabled val="1"/>
            </dgm:varLst>
            <dgm:alg type="composite"/>
            <dgm:choose name="L2TextContainerConstr">
              <dgm:if name="CaseForPlacingL2TextContaineAboveDivider" axis="self" ptType="node" func="posOdd" op="equ" val="1">
                <dgm:constrLst>
                  <dgm:constr type="h" for="ch" forName="L2TextContainer" refType="h" fact="0.39"/>
                  <dgm:constr type="b" for="ch" forName="L2TextContainer" refType="h"/>
                  <dgm:constr type="h" for="ch" forName="FlexibleEmptyPlaceHolder" refType="h" fact="0.61"/>
                </dgm:constrLst>
              </dgm:if>
              <dgm:else name="CaseForPlacingL2TextContaineBelowDivider">
                <dgm:constrLst>
                  <dgm:constr type="h" for="ch" forName="L2TextContainer" refType="h" fact="0.39"/>
                  <dgm:constr type="h" for="ch" forName="FlexibleEmptyPlaceHolder" refType="h" fact="0.61"/>
                  <dgm:constr type="b" for="ch" forName="FlexibleEmptyPlaceHolder" refType="h"/>
                </dgm:constrLst>
              </dgm:else>
            </dgm:choose>
            <dgm:layoutNode name="L2TextContainer" styleLbl="bgAccFollowNode1" moveWith="L1TextContainer">
              <dgm:choose name="L2TextContainerAlgo">
                <dgm:if name="L2TextContainerAlgoLTR" func="var" arg="dir" op="equ" val="norm">
                  <dgm:alg type="tx">
                    <dgm:param type="txAnchorVert" val="mid"/>
                    <dgm:param type="parTxRTLAlign" val="l"/>
                    <dgm:param type="parTxLTRAlign" val="l"/>
                    <dgm:param type="txAnchorVertCh" val="mid"/>
                    <dgm:param type="shpTxRTLAlignCh" val="l"/>
                    <dgm:param type="shpTxLTRAlignCh" val="l"/>
                  </dgm:alg>
                </dgm:if>
                <dgm:else name="L2TextContainerAlgoRTL">
                  <dgm:alg type="tx">
                    <dgm:param type="txAnchorVert" val="mid"/>
                    <dgm:param type="parTxRTLAlign" val="r"/>
                    <dgm:param type="parTxLTRAlign" val="r"/>
                    <dgm:param type="txAnchorVertCh" val="mid"/>
                    <dgm:param type="shpTxRTLAlignCh" val="r"/>
                    <dgm:param type="shpTxLTRAlignCh" val="r"/>
                  </dgm:alg>
                </dgm:else>
              </dgm:choose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tMarg" refType="primFontSz" fact="0.75"/>
                <dgm:constr type="bMarg" refType="primFontSz" fact="0.75"/>
                <dgm:constr type="lMarg" refType="primFontSz" fact="0.75"/>
                <dgm:constr type="rMarg" refType="primFontSz" fact="0.75"/>
              </dgm:constrLst>
              <dgm:ruleLst>
                <dgm:rule type="h" val="INF" fact="NaN" max="NaN"/>
                <dgm:rule type="primFontSz" val="12" fact="NaN" max="NaN"/>
                <dgm:rule type="secFontSz" val="10" fact="NaN" max="NaN"/>
              </dgm:ruleLst>
            </dgm:layoutNode>
            <dgm:layoutNode name="FlexibleEmptyPlaceHolder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</dgm:layoutNode>
          </dgm:layoutNode>
          <dgm:layoutNode name="ConnectLine" styleLbl="sibTrans1D1" moveWith="L1TextContainer">
            <dgm:alg type="sp"/>
            <dgm:shape xmlns:r="http://schemas.openxmlformats.org/officeDocument/2006/relationships" type="line" r:blip="">
              <dgm:adjLst/>
            </dgm:shape>
            <dgm:presOf/>
            <dgm:constrLst/>
          </dgm:layoutNode>
          <dgm:layoutNode name="ConnectorPoint" styleLbl="node1" moveWith="L1TextContainer">
            <dgm:alg type="sp"/>
            <dgm:shape xmlns:r="http://schemas.openxmlformats.org/officeDocument/2006/relationships" rot="45" type="rect" r:blip="" zOrderOff="10">
              <dgm:adjLst/>
              <dgm:extLst>
                <a:ext uri="{B698B0E9-8C71-41B9-8309-B3DCBF30829C}">
                  <dgm1612:spPr xmlns:dgm1612="http://schemas.microsoft.com/office/drawing/2016/12/diagram">
                    <a:ln w="6350"/>
                  </dgm1612:spPr>
                </a:ext>
              </dgm:extLst>
            </dgm:shape>
            <dgm:presOf/>
            <dgm:constrLst/>
          </dgm:layoutNode>
          <dgm:layoutNode name="EmptyPlaceHolder">
            <dgm:alg type="sp"/>
            <dgm:shape xmlns:r="http://schemas.openxmlformats.org/officeDocument/2006/relationships" r:blip="">
              <dgm:adjLst/>
            </dgm:shape>
            <dgm:presOf/>
            <dgm:constrLst/>
          </dgm:layoutNode>
        </dgm:layoutNode>
        <dgm:forEach name="Name28" axis="followSib" ptType="sibTrans" cnt="1">
          <dgm:layoutNode name="spaceBetweenRectangle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defRPr b="1"/>
        </a:lvl1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CB7CFAA-822F-714F-90FC-96A7EF9B816E}" type="datetimeFigureOut">
              <a:rPr lang="en-US" smtClean="0"/>
              <a:t>7/29/26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AB00028-D360-274B-ACDB-38162405DB6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11876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Things to point out. </a:t>
            </a:r>
          </a:p>
          <a:p>
            <a:endParaRPr lang="en-US" dirty="0"/>
          </a:p>
          <a:p>
            <a:r>
              <a:rPr lang="en-US" dirty="0"/>
              <a:t>There are twelve sections.  (Months of year)</a:t>
            </a:r>
          </a:p>
          <a:p>
            <a:r>
              <a:rPr lang="en-US" dirty="0"/>
              <a:t>There are 52 peaks. (Weekly cycle)</a:t>
            </a:r>
          </a:p>
          <a:p>
            <a:r>
              <a:rPr lang="en-US" dirty="0"/>
              <a:t>Very low at end of year.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938F557-C55D-7241-B29B-AFD72047EE6D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833698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A73310D-BD8A-6C4E-B782-8C35994AB014}" type="slidenum">
              <a:rPr lang="en-US"/>
              <a:pPr/>
              <a:t>8</a:t>
            </a:fld>
            <a:endParaRPr lang="en-US"/>
          </a:p>
        </p:txBody>
      </p:sp>
      <p:sp>
        <p:nvSpPr>
          <p:cNvPr id="399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06BCB09-B6AE-6645-9CCB-D768A46A4F23}" type="slidenum">
              <a:rPr lang="en-US"/>
              <a:pPr/>
              <a:t>9</a:t>
            </a:fld>
            <a:endParaRPr lang="en-US"/>
          </a:p>
        </p:txBody>
      </p:sp>
      <p:sp>
        <p:nvSpPr>
          <p:cNvPr id="460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3D95E61-210E-AA43-8A01-AB80D7DBC5C3}" type="slidenum">
              <a:rPr lang="en-US"/>
              <a:pPr/>
              <a:t>10</a:t>
            </a:fld>
            <a:endParaRPr lang="en-US"/>
          </a:p>
        </p:txBody>
      </p:sp>
      <p:sp>
        <p:nvSpPr>
          <p:cNvPr id="471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0251337-00B8-2444-8617-7285F7AA0B97}" type="slidenum">
              <a:rPr lang="en-US"/>
              <a:pPr/>
              <a:t>11</a:t>
            </a:fld>
            <a:endParaRPr lang="en-US"/>
          </a:p>
        </p:txBody>
      </p:sp>
      <p:sp>
        <p:nvSpPr>
          <p:cNvPr id="86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20E033-9505-E21E-3E85-9367C332289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89AC1CE-1A5B-4C64-40BB-C5AF1D80D68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8FD3A3A-0CC9-6065-3FD9-F9A698F8D7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7F6A2F-EECA-96E1-0F2F-92179B47F5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56068CB-8779-CAE0-7532-639D9FF5C3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39065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AF5F7C-4287-75CC-428A-82F41C7CD8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EEA9CC3-661E-D597-83AB-4A4BBEA7B71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442A2DE-6631-C246-9950-D028697C25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84AD97A-99A9-7F51-78AC-2822A2C9BA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5F4DA47-8CED-5B2A-313F-B34738964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91356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0E939C-C414-4792-9A6C-B9F808BAAE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6271B24-DFA9-768E-FC17-304CF622F2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192830-4C43-31FC-18C7-7D1614157D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FBB01B6-BE78-DE20-634A-65B4762071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E38BCF8-A2FF-1AB6-85D1-D3C94101B0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635967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D17475-82D3-3B96-E9D9-82E6C7104D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0C73FD5-0B1D-86DC-AD38-52ACB59EDB4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9C3740F-84A5-2AF6-8E8C-34BF97E7501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1968B79-14B7-DB81-2213-DCA13F6577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09A498-F349-B065-B4D2-04EA8BE0AB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26A08C8-E617-1653-2C38-87531B9DB7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99519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E949DE-58CA-9C02-8605-AD09C1A67A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9DE41E0-CC12-020D-B2B3-6E385E382A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F9E90E4-7F6C-5D96-41FE-C83151D459A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5696BDC-91C9-D89A-80EC-829F80A8F1D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38F9C4F-B3CB-F102-BEA1-01C08B9B12B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C2F953A-BB21-0678-BD75-12D02414FC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2183F36-3E77-F1D3-DC3F-767D1A8893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8E2697D-E4B9-6499-BCC3-AD8B6BF84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591016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E7358D-AB5B-26F1-C846-4DAD6B615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377F610-666A-BAB0-3F83-3CEE4D27A7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AD4C8DA-75A4-8549-3500-4DFE35075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A8FDB24-42A3-2BE6-2C20-D49F694633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888827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EA7896F-1A25-F616-AB77-FE1EAA021C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EF7BB6E-C89B-A0ED-12F8-D331269DCC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A5E7B4-338B-DF56-2F27-B07A39A231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987516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DC7CA1-AD1B-82FE-39AF-DB933F68F9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53A40D-AC75-EAB7-36DB-660E30C5535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742D188-1F51-D204-C839-DBC4F14574B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3D84FD8-9BE5-888B-30CC-D9DA2E13FD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F9A72EB-0BC7-4E99-D801-0040BCE1B7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52305D0-03F0-9CFD-6793-C3A74586E4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43253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8DFA18-868A-C94E-EF9A-9D45C5F970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65D7F6F-A245-F847-4F38-93299F92C23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ED1C078-241F-1D71-D616-542DC3030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BBAC44B-E355-447B-14D0-67550AFCC0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EEB24DB-AB4F-3F36-8586-DA8E9F4749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863203F-E95D-7805-C9AC-12606B56C9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563486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01F626-9833-9C49-1AED-1FE1074595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3B6C75B-F947-4B20-8745-335A50BB5F3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851DBD-DBF3-1FF3-5E27-00A7D18A5C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41292F-C3C0-BB21-122E-B8022B34D1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77ABA4-5A05-3E39-FAA5-814FE25A50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39102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EDB18B0-B5F5-D0D9-AF17-CA88BDBF976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D623AE8-C2AF-DCBB-E1C8-3DA62109A44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5B40439-31C9-B1A0-2C7A-15FDD27AF2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CBD0403-4E41-9A81-42B4-2FF28BE38D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D0EE48-16E2-EBE9-EBC0-7377C3B62F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54748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8E28CF2-0BF7-1CDB-1F4B-02295A27ED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E0AF237-0C7E-3204-CE42-46EAAC321E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3AFF10-6B5A-8821-6A5E-4A79B73EF6E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AE438A6-C07F-5A4F-8018-0F386FC5B516}" type="datetimeFigureOut">
              <a:rPr lang="en-US" smtClean="0"/>
              <a:t>7/29/26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E07E74B-54E6-BBBE-4505-1302F371F4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225DE8-5CB7-AD85-147A-B3F4E2CB08F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691B543-A542-4C4D-94FB-145CF2E00F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73974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gif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gif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4" name="Rectangle 13">
            <a:extLst>
              <a:ext uri="{FF2B5EF4-FFF2-40B4-BE49-F238E27FC236}">
                <a16:creationId xmlns:a16="http://schemas.microsoft.com/office/drawing/2014/main" id="{943CAA20-3569-4189-9E48-239A229A86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103CE5-752A-DF6D-6E65-5C19A0BF73C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8200" y="451381"/>
            <a:ext cx="10512552" cy="4066540"/>
          </a:xfrm>
        </p:spPr>
        <p:txBody>
          <a:bodyPr anchor="b">
            <a:normAutofit/>
          </a:bodyPr>
          <a:lstStyle/>
          <a:p>
            <a:pPr algn="l"/>
            <a:r>
              <a:rPr lang="en-US" sz="6600"/>
              <a:t>Tick Modeling Workshop 2026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D745B29-3545-B215-E946-49BDA1490C5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8199" y="4983276"/>
            <a:ext cx="10512552" cy="1126680"/>
          </a:xfrm>
        </p:spPr>
        <p:txBody>
          <a:bodyPr>
            <a:normAutofit/>
          </a:bodyPr>
          <a:lstStyle/>
          <a:p>
            <a:pPr algn="l"/>
            <a:endParaRPr lang="en-US"/>
          </a:p>
        </p:txBody>
      </p:sp>
      <p:sp>
        <p:nvSpPr>
          <p:cNvPr id="15" name="sketch line">
            <a:extLst>
              <a:ext uri="{FF2B5EF4-FFF2-40B4-BE49-F238E27FC236}">
                <a16:creationId xmlns:a16="http://schemas.microsoft.com/office/drawing/2014/main" id="{DA542B6D-E775-4832-91DC-2D20F857813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838200" y="4718595"/>
            <a:ext cx="5410200" cy="18288"/>
          </a:xfrm>
          <a:custGeom>
            <a:avLst/>
            <a:gdLst>
              <a:gd name="csX0" fmla="*/ 0 w 5410200"/>
              <a:gd name="csY0" fmla="*/ 0 h 18288"/>
              <a:gd name="csX1" fmla="*/ 568071 w 5410200"/>
              <a:gd name="csY1" fmla="*/ 0 h 18288"/>
              <a:gd name="csX2" fmla="*/ 1298448 w 5410200"/>
              <a:gd name="csY2" fmla="*/ 0 h 18288"/>
              <a:gd name="csX3" fmla="*/ 1920621 w 5410200"/>
              <a:gd name="csY3" fmla="*/ 0 h 18288"/>
              <a:gd name="csX4" fmla="*/ 2488692 w 5410200"/>
              <a:gd name="csY4" fmla="*/ 0 h 18288"/>
              <a:gd name="csX5" fmla="*/ 3219069 w 5410200"/>
              <a:gd name="csY5" fmla="*/ 0 h 18288"/>
              <a:gd name="csX6" fmla="*/ 3895344 w 5410200"/>
              <a:gd name="csY6" fmla="*/ 0 h 18288"/>
              <a:gd name="csX7" fmla="*/ 4571619 w 5410200"/>
              <a:gd name="csY7" fmla="*/ 0 h 18288"/>
              <a:gd name="csX8" fmla="*/ 5410200 w 5410200"/>
              <a:gd name="csY8" fmla="*/ 0 h 18288"/>
              <a:gd name="csX9" fmla="*/ 5410200 w 5410200"/>
              <a:gd name="csY9" fmla="*/ 18288 h 18288"/>
              <a:gd name="csX10" fmla="*/ 4842129 w 5410200"/>
              <a:gd name="csY10" fmla="*/ 18288 h 18288"/>
              <a:gd name="csX11" fmla="*/ 4328160 w 5410200"/>
              <a:gd name="csY11" fmla="*/ 18288 h 18288"/>
              <a:gd name="csX12" fmla="*/ 3597783 w 5410200"/>
              <a:gd name="csY12" fmla="*/ 18288 h 18288"/>
              <a:gd name="csX13" fmla="*/ 3029712 w 5410200"/>
              <a:gd name="csY13" fmla="*/ 18288 h 18288"/>
              <a:gd name="csX14" fmla="*/ 2299335 w 5410200"/>
              <a:gd name="csY14" fmla="*/ 18288 h 18288"/>
              <a:gd name="csX15" fmla="*/ 1514856 w 5410200"/>
              <a:gd name="csY15" fmla="*/ 18288 h 18288"/>
              <a:gd name="csX16" fmla="*/ 892683 w 5410200"/>
              <a:gd name="csY16" fmla="*/ 18288 h 18288"/>
              <a:gd name="csX17" fmla="*/ 0 w 5410200"/>
              <a:gd name="csY17" fmla="*/ 18288 h 18288"/>
              <a:gd name="csX18" fmla="*/ 0 w 5410200"/>
              <a:gd name="csY18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5410200" h="18288" fill="none" extrusionOk="0">
                <a:moveTo>
                  <a:pt x="0" y="0"/>
                </a:moveTo>
                <a:cubicBezTo>
                  <a:pt x="163050" y="-18707"/>
                  <a:pt x="319321" y="-16364"/>
                  <a:pt x="568071" y="0"/>
                </a:cubicBezTo>
                <a:cubicBezTo>
                  <a:pt x="816821" y="16364"/>
                  <a:pt x="1013224" y="-7268"/>
                  <a:pt x="1298448" y="0"/>
                </a:cubicBezTo>
                <a:cubicBezTo>
                  <a:pt x="1583672" y="7268"/>
                  <a:pt x="1631711" y="-3367"/>
                  <a:pt x="1920621" y="0"/>
                </a:cubicBezTo>
                <a:cubicBezTo>
                  <a:pt x="2209531" y="3367"/>
                  <a:pt x="2364420" y="-19184"/>
                  <a:pt x="2488692" y="0"/>
                </a:cubicBezTo>
                <a:cubicBezTo>
                  <a:pt x="2612964" y="19184"/>
                  <a:pt x="3023298" y="-34627"/>
                  <a:pt x="3219069" y="0"/>
                </a:cubicBezTo>
                <a:cubicBezTo>
                  <a:pt x="3414840" y="34627"/>
                  <a:pt x="3656810" y="24043"/>
                  <a:pt x="3895344" y="0"/>
                </a:cubicBezTo>
                <a:cubicBezTo>
                  <a:pt x="4133879" y="-24043"/>
                  <a:pt x="4393984" y="-19577"/>
                  <a:pt x="4571619" y="0"/>
                </a:cubicBezTo>
                <a:cubicBezTo>
                  <a:pt x="4749255" y="19577"/>
                  <a:pt x="5179928" y="-6281"/>
                  <a:pt x="5410200" y="0"/>
                </a:cubicBezTo>
                <a:cubicBezTo>
                  <a:pt x="5410730" y="6954"/>
                  <a:pt x="5410934" y="12839"/>
                  <a:pt x="5410200" y="18288"/>
                </a:cubicBezTo>
                <a:cubicBezTo>
                  <a:pt x="5139060" y="6751"/>
                  <a:pt x="5121593" y="31035"/>
                  <a:pt x="4842129" y="18288"/>
                </a:cubicBezTo>
                <a:cubicBezTo>
                  <a:pt x="4562665" y="5541"/>
                  <a:pt x="4448273" y="9487"/>
                  <a:pt x="4328160" y="18288"/>
                </a:cubicBezTo>
                <a:cubicBezTo>
                  <a:pt x="4208047" y="27089"/>
                  <a:pt x="3760936" y="22567"/>
                  <a:pt x="3597783" y="18288"/>
                </a:cubicBezTo>
                <a:cubicBezTo>
                  <a:pt x="3434630" y="14009"/>
                  <a:pt x="3299718" y="33213"/>
                  <a:pt x="3029712" y="18288"/>
                </a:cubicBezTo>
                <a:cubicBezTo>
                  <a:pt x="2759706" y="3363"/>
                  <a:pt x="2640159" y="27394"/>
                  <a:pt x="2299335" y="18288"/>
                </a:cubicBezTo>
                <a:cubicBezTo>
                  <a:pt x="1958511" y="9182"/>
                  <a:pt x="1801186" y="28985"/>
                  <a:pt x="1514856" y="18288"/>
                </a:cubicBezTo>
                <a:cubicBezTo>
                  <a:pt x="1228526" y="7591"/>
                  <a:pt x="1063509" y="-5305"/>
                  <a:pt x="892683" y="18288"/>
                </a:cubicBezTo>
                <a:cubicBezTo>
                  <a:pt x="721857" y="41881"/>
                  <a:pt x="186945" y="-20897"/>
                  <a:pt x="0" y="18288"/>
                </a:cubicBezTo>
                <a:cubicBezTo>
                  <a:pt x="-570" y="9279"/>
                  <a:pt x="132" y="5100"/>
                  <a:pt x="0" y="0"/>
                </a:cubicBezTo>
                <a:close/>
              </a:path>
              <a:path w="5410200" h="18288" stroke="0" extrusionOk="0">
                <a:moveTo>
                  <a:pt x="0" y="0"/>
                </a:moveTo>
                <a:cubicBezTo>
                  <a:pt x="285096" y="-4925"/>
                  <a:pt x="376456" y="22268"/>
                  <a:pt x="622173" y="0"/>
                </a:cubicBezTo>
                <a:cubicBezTo>
                  <a:pt x="867890" y="-22268"/>
                  <a:pt x="1031392" y="7228"/>
                  <a:pt x="1136142" y="0"/>
                </a:cubicBezTo>
                <a:cubicBezTo>
                  <a:pt x="1240892" y="-7228"/>
                  <a:pt x="1561853" y="9877"/>
                  <a:pt x="1920621" y="0"/>
                </a:cubicBezTo>
                <a:cubicBezTo>
                  <a:pt x="2279389" y="-9877"/>
                  <a:pt x="2367255" y="19546"/>
                  <a:pt x="2542794" y="0"/>
                </a:cubicBezTo>
                <a:cubicBezTo>
                  <a:pt x="2718333" y="-19546"/>
                  <a:pt x="2866732" y="-22226"/>
                  <a:pt x="3164967" y="0"/>
                </a:cubicBezTo>
                <a:cubicBezTo>
                  <a:pt x="3463202" y="22226"/>
                  <a:pt x="3568055" y="-2765"/>
                  <a:pt x="3949446" y="0"/>
                </a:cubicBezTo>
                <a:cubicBezTo>
                  <a:pt x="4330837" y="2765"/>
                  <a:pt x="4287895" y="10557"/>
                  <a:pt x="4517517" y="0"/>
                </a:cubicBezTo>
                <a:cubicBezTo>
                  <a:pt x="4747139" y="-10557"/>
                  <a:pt x="5149588" y="8716"/>
                  <a:pt x="5410200" y="0"/>
                </a:cubicBezTo>
                <a:cubicBezTo>
                  <a:pt x="5409517" y="5414"/>
                  <a:pt x="5409480" y="12510"/>
                  <a:pt x="5410200" y="18288"/>
                </a:cubicBezTo>
                <a:cubicBezTo>
                  <a:pt x="5163327" y="41494"/>
                  <a:pt x="5008749" y="10693"/>
                  <a:pt x="4842129" y="18288"/>
                </a:cubicBezTo>
                <a:cubicBezTo>
                  <a:pt x="4675509" y="25883"/>
                  <a:pt x="4433401" y="-615"/>
                  <a:pt x="4165854" y="18288"/>
                </a:cubicBezTo>
                <a:cubicBezTo>
                  <a:pt x="3898308" y="37191"/>
                  <a:pt x="3809032" y="-8710"/>
                  <a:pt x="3543681" y="18288"/>
                </a:cubicBezTo>
                <a:cubicBezTo>
                  <a:pt x="3278330" y="45286"/>
                  <a:pt x="3073876" y="-15917"/>
                  <a:pt x="2759202" y="18288"/>
                </a:cubicBezTo>
                <a:cubicBezTo>
                  <a:pt x="2444528" y="52493"/>
                  <a:pt x="2204144" y="3372"/>
                  <a:pt x="1974723" y="18288"/>
                </a:cubicBezTo>
                <a:cubicBezTo>
                  <a:pt x="1745302" y="33204"/>
                  <a:pt x="1602335" y="31490"/>
                  <a:pt x="1406652" y="18288"/>
                </a:cubicBezTo>
                <a:cubicBezTo>
                  <a:pt x="1210969" y="5086"/>
                  <a:pt x="923948" y="3161"/>
                  <a:pt x="730377" y="18288"/>
                </a:cubicBezTo>
                <a:cubicBezTo>
                  <a:pt x="536806" y="33415"/>
                  <a:pt x="336496" y="-141"/>
                  <a:pt x="0" y="18288"/>
                </a:cubicBezTo>
                <a:cubicBezTo>
                  <a:pt x="-306" y="11061"/>
                  <a:pt x="-655" y="7751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47610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Mystery Graph</a:t>
            </a:r>
            <a:endParaRPr lang="en-US" dirty="0"/>
          </a:p>
        </p:txBody>
      </p:sp>
      <p:pic>
        <p:nvPicPr>
          <p:cNvPr id="5" name="Content Placeholder 4" descr="graph1.png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1302" r="-11302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7269055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Answer</a:t>
            </a:r>
          </a:p>
        </p:txBody>
      </p:sp>
      <p:pic>
        <p:nvPicPr>
          <p:cNvPr id="5" name="Content Placeholder 4" descr="graph1_answer.png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4336" r="-14336"/>
          <a:stretch>
            <a:fillRect/>
          </a:stretch>
        </p:blipFill>
        <p:spPr>
          <a:xfrm>
            <a:off x="1140025" y="1239978"/>
            <a:ext cx="10515600" cy="5567082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5F65275-AC3C-D244-B569-56B9689671C5}"/>
              </a:ext>
            </a:extLst>
          </p:cNvPr>
          <p:cNvSpPr txBox="1"/>
          <p:nvPr/>
        </p:nvSpPr>
        <p:spPr>
          <a:xfrm>
            <a:off x="8382001" y="5957501"/>
            <a:ext cx="196617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Source: Wall Street Journal</a:t>
            </a:r>
          </a:p>
        </p:txBody>
      </p:sp>
    </p:spTree>
    <p:extLst>
      <p:ext uri="{BB962C8B-B14F-4D97-AF65-F5344CB8AC3E}">
        <p14:creationId xmlns:p14="http://schemas.microsoft.com/office/powerpoint/2010/main" val="4156815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Mystery Graph</a:t>
            </a:r>
          </a:p>
        </p:txBody>
      </p:sp>
      <p:pic>
        <p:nvPicPr>
          <p:cNvPr id="5" name="Content Placeholder 4" descr="graph2.png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28610" b="-28610"/>
          <a:stretch>
            <a:fillRect/>
          </a:stretch>
        </p:blipFill>
        <p:spPr/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A008FB1-F8A5-E940-B7E0-57E676D357B6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98447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Mystery Graph</a:t>
            </a:r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4435" y="1981200"/>
            <a:ext cx="7343131" cy="4114800"/>
          </a:xfr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A008FB1-F8A5-E940-B7E0-57E676D357B6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04476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7160" name="Rectangle 177159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162" name="Freeform: Shape 177161">
            <a:extLst>
              <a:ext uri="{FF2B5EF4-FFF2-40B4-BE49-F238E27FC236}">
                <a16:creationId xmlns:a16="http://schemas.microsoft.com/office/drawing/2014/main" id="{AA5CF486-D9E5-4A66-898A-F3D62B81B1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147" y="-5"/>
            <a:ext cx="12193149" cy="2200064"/>
          </a:xfrm>
          <a:custGeom>
            <a:avLst/>
            <a:gdLst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57107 w 12192001"/>
              <a:gd name="connsiteY22" fmla="*/ 792050 h 2344739"/>
              <a:gd name="connsiteX23" fmla="*/ 11810326 w 12192001"/>
              <a:gd name="connsiteY23" fmla="*/ 799074 h 2344739"/>
              <a:gd name="connsiteX24" fmla="*/ 11550277 w 12192001"/>
              <a:gd name="connsiteY24" fmla="*/ 918898 h 2344739"/>
              <a:gd name="connsiteX25" fmla="*/ 11306392 w 12192001"/>
              <a:gd name="connsiteY25" fmla="*/ 1272239 h 2344739"/>
              <a:gd name="connsiteX26" fmla="*/ 11309326 w 12192001"/>
              <a:gd name="connsiteY26" fmla="*/ 1274846 h 2344739"/>
              <a:gd name="connsiteX27" fmla="*/ 11294224 w 12192001"/>
              <a:gd name="connsiteY27" fmla="*/ 1283683 h 2344739"/>
              <a:gd name="connsiteX28" fmla="*/ 11245526 w 12192001"/>
              <a:gd name="connsiteY28" fmla="*/ 1274060 h 2344739"/>
              <a:gd name="connsiteX29" fmla="*/ 11227161 w 12192001"/>
              <a:gd name="connsiteY29" fmla="*/ 1276236 h 2344739"/>
              <a:gd name="connsiteX30" fmla="*/ 11216939 w 12192001"/>
              <a:gd name="connsiteY30" fmla="*/ 1275961 h 2344739"/>
              <a:gd name="connsiteX31" fmla="*/ 11216036 w 12192001"/>
              <a:gd name="connsiteY31" fmla="*/ 1275018 h 2344739"/>
              <a:gd name="connsiteX32" fmla="*/ 11187737 w 12192001"/>
              <a:gd name="connsiteY32" fmla="*/ 1292383 h 2344739"/>
              <a:gd name="connsiteX33" fmla="*/ 11183353 w 12192001"/>
              <a:gd name="connsiteY33" fmla="*/ 1292525 h 2344739"/>
              <a:gd name="connsiteX34" fmla="*/ 11165706 w 12192001"/>
              <a:gd name="connsiteY34" fmla="*/ 1306612 h 2344739"/>
              <a:gd name="connsiteX35" fmla="*/ 11156163 w 12192001"/>
              <a:gd name="connsiteY35" fmla="*/ 1312414 h 2344739"/>
              <a:gd name="connsiteX36" fmla="*/ 11154348 w 12192001"/>
              <a:gd name="connsiteY36" fmla="*/ 1317097 h 2344739"/>
              <a:gd name="connsiteX37" fmla="*/ 11139813 w 12192001"/>
              <a:gd name="connsiteY37" fmla="*/ 1324115 h 2344739"/>
              <a:gd name="connsiteX38" fmla="*/ 11137813 w 12192001"/>
              <a:gd name="connsiteY38" fmla="*/ 1323772 h 2344739"/>
              <a:gd name="connsiteX39" fmla="*/ 11127060 w 12192001"/>
              <a:gd name="connsiteY39" fmla="*/ 1333832 h 2344739"/>
              <a:gd name="connsiteX40" fmla="*/ 11119543 w 12192001"/>
              <a:gd name="connsiteY40" fmla="*/ 1347424 h 2344739"/>
              <a:gd name="connsiteX41" fmla="*/ 10893535 w 12192001"/>
              <a:gd name="connsiteY41" fmla="*/ 1473399 h 2344739"/>
              <a:gd name="connsiteX42" fmla="*/ 10772152 w 12192001"/>
              <a:gd name="connsiteY42" fmla="*/ 1523191 h 2344739"/>
              <a:gd name="connsiteX43" fmla="*/ 10626520 w 12192001"/>
              <a:gd name="connsiteY43" fmla="*/ 1559229 h 2344739"/>
              <a:gd name="connsiteX44" fmla="*/ 10580747 w 12192001"/>
              <a:gd name="connsiteY44" fmla="*/ 1568689 h 2344739"/>
              <a:gd name="connsiteX45" fmla="*/ 10546642 w 12192001"/>
              <a:gd name="connsiteY45" fmla="*/ 1598423 h 2344739"/>
              <a:gd name="connsiteX46" fmla="*/ 10528495 w 12192001"/>
              <a:gd name="connsiteY46" fmla="*/ 1596907 h 2344739"/>
              <a:gd name="connsiteX47" fmla="*/ 10525298 w 12192001"/>
              <a:gd name="connsiteY47" fmla="*/ 1596411 h 2344739"/>
              <a:gd name="connsiteX48" fmla="*/ 10513981 w 12192001"/>
              <a:gd name="connsiteY48" fmla="*/ 1599537 h 2344739"/>
              <a:gd name="connsiteX49" fmla="*/ 10490587 w 12192001"/>
              <a:gd name="connsiteY49" fmla="*/ 1594156 h 2344739"/>
              <a:gd name="connsiteX50" fmla="*/ 10470270 w 12192001"/>
              <a:gd name="connsiteY50" fmla="*/ 1601693 h 2344739"/>
              <a:gd name="connsiteX51" fmla="*/ 10375894 w 12192001"/>
              <a:gd name="connsiteY51" fmla="*/ 1644598 h 2344739"/>
              <a:gd name="connsiteX52" fmla="*/ 10318190 w 12192001"/>
              <a:gd name="connsiteY52" fmla="*/ 1666221 h 2344739"/>
              <a:gd name="connsiteX53" fmla="*/ 10294319 w 12192001"/>
              <a:gd name="connsiteY53" fmla="*/ 1668079 h 2344739"/>
              <a:gd name="connsiteX54" fmla="*/ 10262295 w 12192001"/>
              <a:gd name="connsiteY54" fmla="*/ 1674948 h 2344739"/>
              <a:gd name="connsiteX55" fmla="*/ 10204270 w 12192001"/>
              <a:gd name="connsiteY55" fmla="*/ 1682149 h 2344739"/>
              <a:gd name="connsiteX56" fmla="*/ 10176611 w 12192001"/>
              <a:gd name="connsiteY56" fmla="*/ 1692943 h 2344739"/>
              <a:gd name="connsiteX57" fmla="*/ 10163922 w 12192001"/>
              <a:gd name="connsiteY57" fmla="*/ 1693739 h 2344739"/>
              <a:gd name="connsiteX58" fmla="*/ 10155160 w 12192001"/>
              <a:gd name="connsiteY58" fmla="*/ 1707487 h 2344739"/>
              <a:gd name="connsiteX59" fmla="*/ 10117119 w 12192001"/>
              <a:gd name="connsiteY59" fmla="*/ 1731142 h 2344739"/>
              <a:gd name="connsiteX60" fmla="*/ 10100445 w 12192001"/>
              <a:gd name="connsiteY60" fmla="*/ 1742432 h 2344739"/>
              <a:gd name="connsiteX61" fmla="*/ 10082169 w 12192001"/>
              <a:gd name="connsiteY61" fmla="*/ 1743296 h 2344739"/>
              <a:gd name="connsiteX62" fmla="*/ 10039240 w 12192001"/>
              <a:gd name="connsiteY62" fmla="*/ 1741632 h 2344739"/>
              <a:gd name="connsiteX63" fmla="*/ 9960019 w 12192001"/>
              <a:gd name="connsiteY63" fmla="*/ 1757147 h 2344739"/>
              <a:gd name="connsiteX64" fmla="*/ 9847792 w 12192001"/>
              <a:gd name="connsiteY64" fmla="*/ 1763915 h 2344739"/>
              <a:gd name="connsiteX65" fmla="*/ 9728309 w 12192001"/>
              <a:gd name="connsiteY65" fmla="*/ 1784122 h 2344739"/>
              <a:gd name="connsiteX66" fmla="*/ 9584507 w 12192001"/>
              <a:gd name="connsiteY66" fmla="*/ 1795542 h 2344739"/>
              <a:gd name="connsiteX67" fmla="*/ 9343052 w 12192001"/>
              <a:gd name="connsiteY67" fmla="*/ 1841244 h 2344739"/>
              <a:gd name="connsiteX68" fmla="*/ 9231370 w 12192001"/>
              <a:gd name="connsiteY68" fmla="*/ 1893149 h 2344739"/>
              <a:gd name="connsiteX69" fmla="*/ 9194810 w 12192001"/>
              <a:gd name="connsiteY69" fmla="*/ 1903228 h 2344739"/>
              <a:gd name="connsiteX70" fmla="*/ 9189246 w 12192001"/>
              <a:gd name="connsiteY70" fmla="*/ 1912467 h 2344739"/>
              <a:gd name="connsiteX71" fmla="*/ 9151232 w 12192001"/>
              <a:gd name="connsiteY71" fmla="*/ 1923669 h 2344739"/>
              <a:gd name="connsiteX72" fmla="*/ 9150210 w 12192001"/>
              <a:gd name="connsiteY72" fmla="*/ 1922604 h 2344739"/>
              <a:gd name="connsiteX73" fmla="*/ 9137318 w 12192001"/>
              <a:gd name="connsiteY73" fmla="*/ 1920435 h 2344739"/>
              <a:gd name="connsiteX74" fmla="*/ 9113812 w 12192001"/>
              <a:gd name="connsiteY74" fmla="*/ 1919069 h 2344739"/>
              <a:gd name="connsiteX75" fmla="*/ 9053453 w 12192001"/>
              <a:gd name="connsiteY75" fmla="*/ 1910755 h 2344739"/>
              <a:gd name="connsiteX76" fmla="*/ 9005486 w 12192001"/>
              <a:gd name="connsiteY76" fmla="*/ 1914040 h 2344739"/>
              <a:gd name="connsiteX77" fmla="*/ 9005201 w 12192001"/>
              <a:gd name="connsiteY77" fmla="*/ 1913800 h 2344739"/>
              <a:gd name="connsiteX78" fmla="*/ 8996232 w 12192001"/>
              <a:gd name="connsiteY78" fmla="*/ 1915011 h 2344739"/>
              <a:gd name="connsiteX79" fmla="*/ 8990394 w 12192001"/>
              <a:gd name="connsiteY79" fmla="*/ 1917072 h 2344739"/>
              <a:gd name="connsiteX80" fmla="*/ 8974337 w 12192001"/>
              <a:gd name="connsiteY80" fmla="*/ 1920298 h 2344739"/>
              <a:gd name="connsiteX81" fmla="*/ 8968011 w 12192001"/>
              <a:gd name="connsiteY81" fmla="*/ 1919598 h 2344739"/>
              <a:gd name="connsiteX82" fmla="*/ 8963048 w 12192001"/>
              <a:gd name="connsiteY82" fmla="*/ 1917373 h 2344739"/>
              <a:gd name="connsiteX83" fmla="*/ 8928988 w 12192001"/>
              <a:gd name="connsiteY83" fmla="*/ 1914185 h 2344739"/>
              <a:gd name="connsiteX84" fmla="*/ 8752444 w 12192001"/>
              <a:gd name="connsiteY84" fmla="*/ 1933417 h 2344739"/>
              <a:gd name="connsiteX85" fmla="*/ 8707847 w 12192001"/>
              <a:gd name="connsiteY85" fmla="*/ 1935518 h 2344739"/>
              <a:gd name="connsiteX86" fmla="*/ 8596071 w 12192001"/>
              <a:gd name="connsiteY86" fmla="*/ 1944090 h 2344739"/>
              <a:gd name="connsiteX87" fmla="*/ 8525230 w 12192001"/>
              <a:gd name="connsiteY87" fmla="*/ 1929248 h 2344739"/>
              <a:gd name="connsiteX88" fmla="*/ 8510983 w 12192001"/>
              <a:gd name="connsiteY88" fmla="*/ 1935163 h 2344739"/>
              <a:gd name="connsiteX89" fmla="*/ 8506167 w 12192001"/>
              <a:gd name="connsiteY89" fmla="*/ 1938164 h 2344739"/>
              <a:gd name="connsiteX90" fmla="*/ 8497968 w 12192001"/>
              <a:gd name="connsiteY90" fmla="*/ 1940902 h 2344739"/>
              <a:gd name="connsiteX91" fmla="*/ 8497594 w 12192001"/>
              <a:gd name="connsiteY91" fmla="*/ 1940723 h 2344739"/>
              <a:gd name="connsiteX92" fmla="*/ 8490249 w 12192001"/>
              <a:gd name="connsiteY92" fmla="*/ 1943773 h 2344739"/>
              <a:gd name="connsiteX93" fmla="*/ 8367182 w 12192001"/>
              <a:gd name="connsiteY93" fmla="*/ 1957815 h 2344739"/>
              <a:gd name="connsiteX94" fmla="*/ 8353799 w 12192001"/>
              <a:gd name="connsiteY94" fmla="*/ 1958009 h 2344739"/>
              <a:gd name="connsiteX95" fmla="*/ 8352373 w 12192001"/>
              <a:gd name="connsiteY95" fmla="*/ 1957169 h 2344739"/>
              <a:gd name="connsiteX96" fmla="*/ 8320104 w 12192001"/>
              <a:gd name="connsiteY96" fmla="*/ 1974587 h 2344739"/>
              <a:gd name="connsiteX97" fmla="*/ 8314433 w 12192001"/>
              <a:gd name="connsiteY97" fmla="*/ 1974913 h 2344739"/>
              <a:gd name="connsiteX98" fmla="*/ 8295174 w 12192001"/>
              <a:gd name="connsiteY98" fmla="*/ 1988808 h 2344739"/>
              <a:gd name="connsiteX99" fmla="*/ 8284276 w 12192001"/>
              <a:gd name="connsiteY99" fmla="*/ 1994631 h 2344739"/>
              <a:gd name="connsiteX100" fmla="*/ 8283150 w 12192001"/>
              <a:gd name="connsiteY100" fmla="*/ 1999074 h 2344739"/>
              <a:gd name="connsiteX101" fmla="*/ 8266076 w 12192001"/>
              <a:gd name="connsiteY101" fmla="*/ 2006249 h 2344739"/>
              <a:gd name="connsiteX102" fmla="*/ 8263377 w 12192001"/>
              <a:gd name="connsiteY102" fmla="*/ 2006019 h 2344739"/>
              <a:gd name="connsiteX103" fmla="*/ 8252033 w 12192001"/>
              <a:gd name="connsiteY103" fmla="*/ 2015862 h 2344739"/>
              <a:gd name="connsiteX104" fmla="*/ 8245834 w 12192001"/>
              <a:gd name="connsiteY104" fmla="*/ 2028854 h 2344739"/>
              <a:gd name="connsiteX105" fmla="*/ 8090272 w 12192001"/>
              <a:gd name="connsiteY105" fmla="*/ 2075015 h 2344739"/>
              <a:gd name="connsiteX106" fmla="*/ 7905407 w 12192001"/>
              <a:gd name="connsiteY106" fmla="*/ 2116988 h 2344739"/>
              <a:gd name="connsiteX107" fmla="*/ 7718745 w 12192001"/>
              <a:gd name="connsiteY107" fmla="*/ 2142703 h 2344739"/>
              <a:gd name="connsiteX108" fmla="*/ 7614347 w 12192001"/>
              <a:gd name="connsiteY108" fmla="*/ 2139232 h 2344739"/>
              <a:gd name="connsiteX109" fmla="*/ 7527543 w 12192001"/>
              <a:gd name="connsiteY109" fmla="*/ 2145060 h 2344739"/>
              <a:gd name="connsiteX110" fmla="*/ 7519571 w 12192001"/>
              <a:gd name="connsiteY110" fmla="*/ 2147613 h 2344739"/>
              <a:gd name="connsiteX111" fmla="*/ 7507411 w 12192001"/>
              <a:gd name="connsiteY111" fmla="*/ 2148948 h 2344739"/>
              <a:gd name="connsiteX112" fmla="*/ 7507040 w 12192001"/>
              <a:gd name="connsiteY112" fmla="*/ 2148621 h 2344739"/>
              <a:gd name="connsiteX113" fmla="*/ 7495795 w 12192001"/>
              <a:gd name="connsiteY113" fmla="*/ 2150573 h 2344739"/>
              <a:gd name="connsiteX114" fmla="*/ 7405391 w 12192001"/>
              <a:gd name="connsiteY114" fmla="*/ 2142468 h 2344739"/>
              <a:gd name="connsiteX115" fmla="*/ 7312180 w 12192001"/>
              <a:gd name="connsiteY115" fmla="*/ 2132873 h 2344739"/>
              <a:gd name="connsiteX116" fmla="*/ 7310853 w 12192001"/>
              <a:gd name="connsiteY116" fmla="*/ 2131431 h 2344739"/>
              <a:gd name="connsiteX117" fmla="*/ 7218559 w 12192001"/>
              <a:gd name="connsiteY117" fmla="*/ 2156680 h 2344739"/>
              <a:gd name="connsiteX118" fmla="*/ 7201101 w 12192001"/>
              <a:gd name="connsiteY118" fmla="*/ 2161230 h 2344739"/>
              <a:gd name="connsiteX119" fmla="*/ 7197004 w 12192001"/>
              <a:gd name="connsiteY119" fmla="*/ 2166588 h 2344739"/>
              <a:gd name="connsiteX120" fmla="*/ 7170808 w 12192001"/>
              <a:gd name="connsiteY120" fmla="*/ 2171236 h 2344739"/>
              <a:gd name="connsiteX121" fmla="*/ 7096988 w 12192001"/>
              <a:gd name="connsiteY121" fmla="*/ 2183464 h 2344739"/>
              <a:gd name="connsiteX122" fmla="*/ 7018496 w 12192001"/>
              <a:gd name="connsiteY122" fmla="*/ 2183090 h 2344739"/>
              <a:gd name="connsiteX123" fmla="*/ 6904146 w 12192001"/>
              <a:gd name="connsiteY123" fmla="*/ 2212596 h 2344739"/>
              <a:gd name="connsiteX124" fmla="*/ 6708222 w 12192001"/>
              <a:gd name="connsiteY124" fmla="*/ 2240551 h 2344739"/>
              <a:gd name="connsiteX125" fmla="*/ 6549454 w 12192001"/>
              <a:gd name="connsiteY125" fmla="*/ 2269327 h 2344739"/>
              <a:gd name="connsiteX126" fmla="*/ 6317560 w 12192001"/>
              <a:gd name="connsiteY126" fmla="*/ 2316127 h 2344739"/>
              <a:gd name="connsiteX127" fmla="*/ 6168674 w 12192001"/>
              <a:gd name="connsiteY127" fmla="*/ 2318214 h 2344739"/>
              <a:gd name="connsiteX128" fmla="*/ 6073848 w 12192001"/>
              <a:gd name="connsiteY128" fmla="*/ 2338676 h 2344739"/>
              <a:gd name="connsiteX129" fmla="*/ 6068529 w 12192001"/>
              <a:gd name="connsiteY129" fmla="*/ 2337139 h 2344739"/>
              <a:gd name="connsiteX130" fmla="*/ 6048638 w 12192001"/>
              <a:gd name="connsiteY130" fmla="*/ 2337822 h 2344739"/>
              <a:gd name="connsiteX131" fmla="*/ 6041285 w 12192001"/>
              <a:gd name="connsiteY131" fmla="*/ 2329473 h 2344739"/>
              <a:gd name="connsiteX132" fmla="*/ 6010090 w 12192001"/>
              <a:gd name="connsiteY132" fmla="*/ 2324380 h 2344739"/>
              <a:gd name="connsiteX133" fmla="*/ 5957375 w 12192001"/>
              <a:gd name="connsiteY133" fmla="*/ 2328024 h 2344739"/>
              <a:gd name="connsiteX134" fmla="*/ 5758919 w 12192001"/>
              <a:gd name="connsiteY134" fmla="*/ 2343716 h 2344739"/>
              <a:gd name="connsiteX135" fmla="*/ 5626960 w 12192001"/>
              <a:gd name="connsiteY135" fmla="*/ 2344739 h 2344739"/>
              <a:gd name="connsiteX136" fmla="*/ 5470906 w 12192001"/>
              <a:gd name="connsiteY136" fmla="*/ 2330719 h 2344739"/>
              <a:gd name="connsiteX137" fmla="*/ 5432761 w 12192001"/>
              <a:gd name="connsiteY137" fmla="*/ 2319466 h 2344739"/>
              <a:gd name="connsiteX138" fmla="*/ 5381669 w 12192001"/>
              <a:gd name="connsiteY138" fmla="*/ 2301764 h 2344739"/>
              <a:gd name="connsiteX139" fmla="*/ 5261764 w 12192001"/>
              <a:gd name="connsiteY139" fmla="*/ 2281347 h 2344739"/>
              <a:gd name="connsiteX140" fmla="*/ 5222961 w 12192001"/>
              <a:gd name="connsiteY140" fmla="*/ 2270223 h 2344739"/>
              <a:gd name="connsiteX141" fmla="*/ 5174660 w 12192001"/>
              <a:gd name="connsiteY141" fmla="*/ 2267233 h 2344739"/>
              <a:gd name="connsiteX142" fmla="*/ 5156554 w 12192001"/>
              <a:gd name="connsiteY142" fmla="*/ 2260010 h 2344739"/>
              <a:gd name="connsiteX143" fmla="*/ 5142599 w 12192001"/>
              <a:gd name="connsiteY143" fmla="*/ 2256610 h 2344739"/>
              <a:gd name="connsiteX144" fmla="*/ 5139596 w 12192001"/>
              <a:gd name="connsiteY144" fmla="*/ 2254509 h 2344739"/>
              <a:gd name="connsiteX145" fmla="*/ 5121659 w 12192001"/>
              <a:gd name="connsiteY145" fmla="*/ 2243656 h 2344739"/>
              <a:gd name="connsiteX146" fmla="*/ 5065790 w 12192001"/>
              <a:gd name="connsiteY146" fmla="*/ 2250227 h 2344739"/>
              <a:gd name="connsiteX147" fmla="*/ 5011514 w 12192001"/>
              <a:gd name="connsiteY147" fmla="*/ 2233846 h 2344739"/>
              <a:gd name="connsiteX148" fmla="*/ 4840441 w 12192001"/>
              <a:gd name="connsiteY148" fmla="*/ 2209829 h 2344739"/>
              <a:gd name="connsiteX149" fmla="*/ 4762447 w 12192001"/>
              <a:gd name="connsiteY149" fmla="*/ 2182061 h 2344739"/>
              <a:gd name="connsiteX150" fmla="*/ 4723186 w 12192001"/>
              <a:gd name="connsiteY150" fmla="*/ 2173047 h 2344739"/>
              <a:gd name="connsiteX151" fmla="*/ 4721176 w 12192001"/>
              <a:gd name="connsiteY151" fmla="*/ 2172298 h 2344739"/>
              <a:gd name="connsiteX152" fmla="*/ 4722111 w 12192001"/>
              <a:gd name="connsiteY152" fmla="*/ 2172087 h 2344739"/>
              <a:gd name="connsiteX153" fmla="*/ 4717202 w 12192001"/>
              <a:gd name="connsiteY153" fmla="*/ 2170817 h 2344739"/>
              <a:gd name="connsiteX154" fmla="*/ 4721176 w 12192001"/>
              <a:gd name="connsiteY154" fmla="*/ 2172298 h 2344739"/>
              <a:gd name="connsiteX155" fmla="*/ 4715526 w 12192001"/>
              <a:gd name="connsiteY155" fmla="*/ 2173573 h 2344739"/>
              <a:gd name="connsiteX156" fmla="*/ 4515814 w 12192001"/>
              <a:gd name="connsiteY156" fmla="*/ 2163671 h 2344739"/>
              <a:gd name="connsiteX157" fmla="*/ 4428543 w 12192001"/>
              <a:gd name="connsiteY157" fmla="*/ 2153020 h 2344739"/>
              <a:gd name="connsiteX158" fmla="*/ 4362875 w 12192001"/>
              <a:gd name="connsiteY158" fmla="*/ 2151674 h 2344739"/>
              <a:gd name="connsiteX159" fmla="*/ 4316966 w 12192001"/>
              <a:gd name="connsiteY159" fmla="*/ 2158289 h 2344739"/>
              <a:gd name="connsiteX160" fmla="*/ 4315110 w 12192001"/>
              <a:gd name="connsiteY160" fmla="*/ 2156948 h 2344739"/>
              <a:gd name="connsiteX161" fmla="*/ 4295144 w 12192001"/>
              <a:gd name="connsiteY161" fmla="*/ 2155069 h 2344739"/>
              <a:gd name="connsiteX162" fmla="*/ 4290064 w 12192001"/>
              <a:gd name="connsiteY162" fmla="*/ 2157986 h 2344739"/>
              <a:gd name="connsiteX163" fmla="*/ 4276142 w 12192001"/>
              <a:gd name="connsiteY163" fmla="*/ 2157740 h 2344739"/>
              <a:gd name="connsiteX164" fmla="*/ 4248117 w 12192001"/>
              <a:gd name="connsiteY164" fmla="*/ 2160064 h 2344739"/>
              <a:gd name="connsiteX165" fmla="*/ 4202051 w 12192001"/>
              <a:gd name="connsiteY165" fmla="*/ 2157269 h 2344739"/>
              <a:gd name="connsiteX166" fmla="*/ 4201745 w 12192001"/>
              <a:gd name="connsiteY166" fmla="*/ 2156010 h 2344739"/>
              <a:gd name="connsiteX167" fmla="*/ 4191248 w 12192001"/>
              <a:gd name="connsiteY167" fmla="*/ 2150376 h 2344739"/>
              <a:gd name="connsiteX168" fmla="*/ 4142745 w 12192001"/>
              <a:gd name="connsiteY168" fmla="*/ 2134511 h 2344739"/>
              <a:gd name="connsiteX169" fmla="*/ 4083097 w 12192001"/>
              <a:gd name="connsiteY169" fmla="*/ 2107978 h 2344739"/>
              <a:gd name="connsiteX170" fmla="*/ 4074546 w 12192001"/>
              <a:gd name="connsiteY170" fmla="*/ 2107143 h 2344739"/>
              <a:gd name="connsiteX171" fmla="*/ 4074427 w 12192001"/>
              <a:gd name="connsiteY171" fmla="*/ 2106844 h 2344739"/>
              <a:gd name="connsiteX172" fmla="*/ 4065510 w 12192001"/>
              <a:gd name="connsiteY172" fmla="*/ 2105400 h 2344739"/>
              <a:gd name="connsiteX173" fmla="*/ 4058954 w 12192001"/>
              <a:gd name="connsiteY173" fmla="*/ 2105618 h 2344739"/>
              <a:gd name="connsiteX174" fmla="*/ 4042364 w 12192001"/>
              <a:gd name="connsiteY174" fmla="*/ 2103997 h 2344739"/>
              <a:gd name="connsiteX175" fmla="*/ 4036997 w 12192001"/>
              <a:gd name="connsiteY175" fmla="*/ 2101563 h 2344739"/>
              <a:gd name="connsiteX176" fmla="*/ 4035363 w 12192001"/>
              <a:gd name="connsiteY176" fmla="*/ 2097896 h 2344739"/>
              <a:gd name="connsiteX177" fmla="*/ 4033778 w 12192001"/>
              <a:gd name="connsiteY177" fmla="*/ 2098131 h 2344739"/>
              <a:gd name="connsiteX178" fmla="*/ 4004538 w 12192001"/>
              <a:gd name="connsiteY178" fmla="*/ 2085563 h 2344739"/>
              <a:gd name="connsiteX179" fmla="*/ 3936846 w 12192001"/>
              <a:gd name="connsiteY179" fmla="*/ 2068106 h 2344739"/>
              <a:gd name="connsiteX180" fmla="*/ 3897275 w 12192001"/>
              <a:gd name="connsiteY180" fmla="*/ 2062451 h 2344739"/>
              <a:gd name="connsiteX181" fmla="*/ 3789760 w 12192001"/>
              <a:gd name="connsiteY181" fmla="*/ 2042213 h 2344739"/>
              <a:gd name="connsiteX182" fmla="*/ 3682513 w 12192001"/>
              <a:gd name="connsiteY182" fmla="*/ 2018290 h 2344739"/>
              <a:gd name="connsiteX183" fmla="*/ 3610035 w 12192001"/>
              <a:gd name="connsiteY183" fmla="*/ 1986019 h 2344739"/>
              <a:gd name="connsiteX184" fmla="*/ 3603855 w 12192001"/>
              <a:gd name="connsiteY184" fmla="*/ 1987381 h 2344739"/>
              <a:gd name="connsiteX185" fmla="*/ 3594736 w 12192001"/>
              <a:gd name="connsiteY185" fmla="*/ 1987545 h 2344739"/>
              <a:gd name="connsiteX186" fmla="*/ 3594501 w 12192001"/>
              <a:gd name="connsiteY186" fmla="*/ 1987276 h 2344739"/>
              <a:gd name="connsiteX187" fmla="*/ 3585978 w 12192001"/>
              <a:gd name="connsiteY187" fmla="*/ 1987966 h 2344739"/>
              <a:gd name="connsiteX188" fmla="*/ 3536135 w 12192001"/>
              <a:gd name="connsiteY188" fmla="*/ 1978267 h 2344739"/>
              <a:gd name="connsiteX189" fmla="*/ 3473223 w 12192001"/>
              <a:gd name="connsiteY189" fmla="*/ 1974606 h 2344739"/>
              <a:gd name="connsiteX190" fmla="*/ 3400728 w 12192001"/>
              <a:gd name="connsiteY190" fmla="*/ 1962558 h 2344739"/>
              <a:gd name="connsiteX191" fmla="*/ 3363888 w 12192001"/>
              <a:gd name="connsiteY191" fmla="*/ 1979510 h 2344739"/>
              <a:gd name="connsiteX192" fmla="*/ 3344026 w 12192001"/>
              <a:gd name="connsiteY192" fmla="*/ 1981192 h 2344739"/>
              <a:gd name="connsiteX193" fmla="*/ 3341698 w 12192001"/>
              <a:gd name="connsiteY193" fmla="*/ 1980217 h 2344739"/>
              <a:gd name="connsiteX194" fmla="*/ 3262356 w 12192001"/>
              <a:gd name="connsiteY194" fmla="*/ 1986094 h 2344739"/>
              <a:gd name="connsiteX195" fmla="*/ 3142556 w 12192001"/>
              <a:gd name="connsiteY195" fmla="*/ 1993869 h 2344739"/>
              <a:gd name="connsiteX196" fmla="*/ 3030291 w 12192001"/>
              <a:gd name="connsiteY196" fmla="*/ 1996512 h 2344739"/>
              <a:gd name="connsiteX197" fmla="*/ 2781569 w 12192001"/>
              <a:gd name="connsiteY197" fmla="*/ 2018333 h 2344739"/>
              <a:gd name="connsiteX198" fmla="*/ 2646527 w 12192001"/>
              <a:gd name="connsiteY198" fmla="*/ 2028869 h 2344739"/>
              <a:gd name="connsiteX199" fmla="*/ 2568028 w 12192001"/>
              <a:gd name="connsiteY199" fmla="*/ 2002628 h 2344739"/>
              <a:gd name="connsiteX200" fmla="*/ 2443255 w 12192001"/>
              <a:gd name="connsiteY200" fmla="*/ 2016529 h 2344739"/>
              <a:gd name="connsiteX201" fmla="*/ 2315112 w 12192001"/>
              <a:gd name="connsiteY201" fmla="*/ 2024996 h 2344739"/>
              <a:gd name="connsiteX202" fmla="*/ 2208578 w 12192001"/>
              <a:gd name="connsiteY202" fmla="*/ 2019763 h 2344739"/>
              <a:gd name="connsiteX203" fmla="*/ 2094665 w 12192001"/>
              <a:gd name="connsiteY203" fmla="*/ 2003052 h 2344739"/>
              <a:gd name="connsiteX204" fmla="*/ 1997356 w 12192001"/>
              <a:gd name="connsiteY204" fmla="*/ 1995032 h 2344739"/>
              <a:gd name="connsiteX205" fmla="*/ 1928172 w 12192001"/>
              <a:gd name="connsiteY205" fmla="*/ 2016977 h 2344739"/>
              <a:gd name="connsiteX206" fmla="*/ 1921650 w 12192001"/>
              <a:gd name="connsiteY206" fmla="*/ 2012146 h 2344739"/>
              <a:gd name="connsiteX207" fmla="*/ 1873080 w 12192001"/>
              <a:gd name="connsiteY207" fmla="*/ 2013741 h 2344739"/>
              <a:gd name="connsiteX208" fmla="*/ 1786655 w 12192001"/>
              <a:gd name="connsiteY208" fmla="*/ 2041363 h 2344739"/>
              <a:gd name="connsiteX209" fmla="*/ 1738204 w 12192001"/>
              <a:gd name="connsiteY209" fmla="*/ 2036312 h 2344739"/>
              <a:gd name="connsiteX210" fmla="*/ 1675071 w 12192001"/>
              <a:gd name="connsiteY210" fmla="*/ 2019963 h 2344739"/>
              <a:gd name="connsiteX211" fmla="*/ 1608669 w 12192001"/>
              <a:gd name="connsiteY211" fmla="*/ 2013066 h 2344739"/>
              <a:gd name="connsiteX212" fmla="*/ 1496110 w 12192001"/>
              <a:gd name="connsiteY212" fmla="*/ 1987476 h 2344739"/>
              <a:gd name="connsiteX213" fmla="*/ 1149979 w 12192001"/>
              <a:gd name="connsiteY213" fmla="*/ 1938041 h 2344739"/>
              <a:gd name="connsiteX214" fmla="*/ 858269 w 12192001"/>
              <a:gd name="connsiteY214" fmla="*/ 1928608 h 2344739"/>
              <a:gd name="connsiteX215" fmla="*/ 837540 w 12192001"/>
              <a:gd name="connsiteY215" fmla="*/ 1929821 h 2344739"/>
              <a:gd name="connsiteX216" fmla="*/ 816809 w 12192001"/>
              <a:gd name="connsiteY216" fmla="*/ 1927857 h 2344739"/>
              <a:gd name="connsiteX217" fmla="*/ 811506 w 12192001"/>
              <a:gd name="connsiteY217" fmla="*/ 1930751 h 2344739"/>
              <a:gd name="connsiteX218" fmla="*/ 797041 w 12192001"/>
              <a:gd name="connsiteY218" fmla="*/ 1930446 h 2344739"/>
              <a:gd name="connsiteX219" fmla="*/ 767901 w 12192001"/>
              <a:gd name="connsiteY219" fmla="*/ 1932653 h 2344739"/>
              <a:gd name="connsiteX220" fmla="*/ 763053 w 12192001"/>
              <a:gd name="connsiteY220" fmla="*/ 1930432 h 2344739"/>
              <a:gd name="connsiteX221" fmla="*/ 720047 w 12192001"/>
              <a:gd name="connsiteY221" fmla="*/ 1929661 h 2344739"/>
              <a:gd name="connsiteX222" fmla="*/ 719742 w 12192001"/>
              <a:gd name="connsiteY222" fmla="*/ 1928399 h 2344739"/>
              <a:gd name="connsiteX223" fmla="*/ 708875 w 12192001"/>
              <a:gd name="connsiteY223" fmla="*/ 1922722 h 2344739"/>
              <a:gd name="connsiteX224" fmla="*/ 596792 w 12192001"/>
              <a:gd name="connsiteY224" fmla="*/ 1879864 h 2344739"/>
              <a:gd name="connsiteX225" fmla="*/ 578535 w 12192001"/>
              <a:gd name="connsiteY225" fmla="*/ 1877212 h 2344739"/>
              <a:gd name="connsiteX226" fmla="*/ 571717 w 12192001"/>
              <a:gd name="connsiteY226" fmla="*/ 1877401 h 2344739"/>
              <a:gd name="connsiteX227" fmla="*/ 445099 w 12192001"/>
              <a:gd name="connsiteY227" fmla="*/ 1839371 h 2344739"/>
              <a:gd name="connsiteX228" fmla="*/ 404015 w 12192001"/>
              <a:gd name="connsiteY228" fmla="*/ 1833548 h 2344739"/>
              <a:gd name="connsiteX229" fmla="*/ 292435 w 12192001"/>
              <a:gd name="connsiteY229" fmla="*/ 1812852 h 2344739"/>
              <a:gd name="connsiteX230" fmla="*/ 118381 w 12192001"/>
              <a:gd name="connsiteY230" fmla="*/ 1761047 h 2344739"/>
              <a:gd name="connsiteX231" fmla="*/ 15526 w 12192001"/>
              <a:gd name="connsiteY231" fmla="*/ 1758191 h 2344739"/>
              <a:gd name="connsiteX232" fmla="*/ 2 w 12192001"/>
              <a:gd name="connsiteY232" fmla="*/ 1752722 h 2344739"/>
              <a:gd name="connsiteX233" fmla="*/ 1 w 12192001"/>
              <a:gd name="connsiteY233" fmla="*/ 762497 h 2344739"/>
              <a:gd name="connsiteX234" fmla="*/ 0 w 12192001"/>
              <a:gd name="connsiteY234" fmla="*/ 762497 h 2344739"/>
              <a:gd name="connsiteX235" fmla="*/ 0 w 12192001"/>
              <a:gd name="connsiteY235" fmla="*/ 222213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57107 w 12192001"/>
              <a:gd name="connsiteY22" fmla="*/ 792050 h 2344739"/>
              <a:gd name="connsiteX23" fmla="*/ 11810326 w 12192001"/>
              <a:gd name="connsiteY23" fmla="*/ 799074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309326 w 12192001"/>
              <a:gd name="connsiteY26" fmla="*/ 1274846 h 2344739"/>
              <a:gd name="connsiteX27" fmla="*/ 11294224 w 12192001"/>
              <a:gd name="connsiteY27" fmla="*/ 1283683 h 2344739"/>
              <a:gd name="connsiteX28" fmla="*/ 11245526 w 12192001"/>
              <a:gd name="connsiteY28" fmla="*/ 1274060 h 2344739"/>
              <a:gd name="connsiteX29" fmla="*/ 11227161 w 12192001"/>
              <a:gd name="connsiteY29" fmla="*/ 1276236 h 2344739"/>
              <a:gd name="connsiteX30" fmla="*/ 11216939 w 12192001"/>
              <a:gd name="connsiteY30" fmla="*/ 1275961 h 2344739"/>
              <a:gd name="connsiteX31" fmla="*/ 11216036 w 12192001"/>
              <a:gd name="connsiteY31" fmla="*/ 1275018 h 2344739"/>
              <a:gd name="connsiteX32" fmla="*/ 11187737 w 12192001"/>
              <a:gd name="connsiteY32" fmla="*/ 1292383 h 2344739"/>
              <a:gd name="connsiteX33" fmla="*/ 11183353 w 12192001"/>
              <a:gd name="connsiteY33" fmla="*/ 1292525 h 2344739"/>
              <a:gd name="connsiteX34" fmla="*/ 11165706 w 12192001"/>
              <a:gd name="connsiteY34" fmla="*/ 1306612 h 2344739"/>
              <a:gd name="connsiteX35" fmla="*/ 11156163 w 12192001"/>
              <a:gd name="connsiteY35" fmla="*/ 1312414 h 2344739"/>
              <a:gd name="connsiteX36" fmla="*/ 11154348 w 12192001"/>
              <a:gd name="connsiteY36" fmla="*/ 1317097 h 2344739"/>
              <a:gd name="connsiteX37" fmla="*/ 11139813 w 12192001"/>
              <a:gd name="connsiteY37" fmla="*/ 1324115 h 2344739"/>
              <a:gd name="connsiteX38" fmla="*/ 11137813 w 12192001"/>
              <a:gd name="connsiteY38" fmla="*/ 1323772 h 2344739"/>
              <a:gd name="connsiteX39" fmla="*/ 11127060 w 12192001"/>
              <a:gd name="connsiteY39" fmla="*/ 1333832 h 2344739"/>
              <a:gd name="connsiteX40" fmla="*/ 11119543 w 12192001"/>
              <a:gd name="connsiteY40" fmla="*/ 1347424 h 2344739"/>
              <a:gd name="connsiteX41" fmla="*/ 10893535 w 12192001"/>
              <a:gd name="connsiteY41" fmla="*/ 1473399 h 2344739"/>
              <a:gd name="connsiteX42" fmla="*/ 10772152 w 12192001"/>
              <a:gd name="connsiteY42" fmla="*/ 1523191 h 2344739"/>
              <a:gd name="connsiteX43" fmla="*/ 10626520 w 12192001"/>
              <a:gd name="connsiteY43" fmla="*/ 1559229 h 2344739"/>
              <a:gd name="connsiteX44" fmla="*/ 10580747 w 12192001"/>
              <a:gd name="connsiteY44" fmla="*/ 1568689 h 2344739"/>
              <a:gd name="connsiteX45" fmla="*/ 10546642 w 12192001"/>
              <a:gd name="connsiteY45" fmla="*/ 1598423 h 2344739"/>
              <a:gd name="connsiteX46" fmla="*/ 10528495 w 12192001"/>
              <a:gd name="connsiteY46" fmla="*/ 1596907 h 2344739"/>
              <a:gd name="connsiteX47" fmla="*/ 10525298 w 12192001"/>
              <a:gd name="connsiteY47" fmla="*/ 1596411 h 2344739"/>
              <a:gd name="connsiteX48" fmla="*/ 10513981 w 12192001"/>
              <a:gd name="connsiteY48" fmla="*/ 1599537 h 2344739"/>
              <a:gd name="connsiteX49" fmla="*/ 10490587 w 12192001"/>
              <a:gd name="connsiteY49" fmla="*/ 1594156 h 2344739"/>
              <a:gd name="connsiteX50" fmla="*/ 10470270 w 12192001"/>
              <a:gd name="connsiteY50" fmla="*/ 1601693 h 2344739"/>
              <a:gd name="connsiteX51" fmla="*/ 10375894 w 12192001"/>
              <a:gd name="connsiteY51" fmla="*/ 1644598 h 2344739"/>
              <a:gd name="connsiteX52" fmla="*/ 10318190 w 12192001"/>
              <a:gd name="connsiteY52" fmla="*/ 1666221 h 2344739"/>
              <a:gd name="connsiteX53" fmla="*/ 10294319 w 12192001"/>
              <a:gd name="connsiteY53" fmla="*/ 1668079 h 2344739"/>
              <a:gd name="connsiteX54" fmla="*/ 10262295 w 12192001"/>
              <a:gd name="connsiteY54" fmla="*/ 1674948 h 2344739"/>
              <a:gd name="connsiteX55" fmla="*/ 10204270 w 12192001"/>
              <a:gd name="connsiteY55" fmla="*/ 1682149 h 2344739"/>
              <a:gd name="connsiteX56" fmla="*/ 10176611 w 12192001"/>
              <a:gd name="connsiteY56" fmla="*/ 1692943 h 2344739"/>
              <a:gd name="connsiteX57" fmla="*/ 10163922 w 12192001"/>
              <a:gd name="connsiteY57" fmla="*/ 1693739 h 2344739"/>
              <a:gd name="connsiteX58" fmla="*/ 10155160 w 12192001"/>
              <a:gd name="connsiteY58" fmla="*/ 1707487 h 2344739"/>
              <a:gd name="connsiteX59" fmla="*/ 10117119 w 12192001"/>
              <a:gd name="connsiteY59" fmla="*/ 1731142 h 2344739"/>
              <a:gd name="connsiteX60" fmla="*/ 10100445 w 12192001"/>
              <a:gd name="connsiteY60" fmla="*/ 1742432 h 2344739"/>
              <a:gd name="connsiteX61" fmla="*/ 10082169 w 12192001"/>
              <a:gd name="connsiteY61" fmla="*/ 1743296 h 2344739"/>
              <a:gd name="connsiteX62" fmla="*/ 10039240 w 12192001"/>
              <a:gd name="connsiteY62" fmla="*/ 1741632 h 2344739"/>
              <a:gd name="connsiteX63" fmla="*/ 9960019 w 12192001"/>
              <a:gd name="connsiteY63" fmla="*/ 1757147 h 2344739"/>
              <a:gd name="connsiteX64" fmla="*/ 9847792 w 12192001"/>
              <a:gd name="connsiteY64" fmla="*/ 1763915 h 2344739"/>
              <a:gd name="connsiteX65" fmla="*/ 9728309 w 12192001"/>
              <a:gd name="connsiteY65" fmla="*/ 1784122 h 2344739"/>
              <a:gd name="connsiteX66" fmla="*/ 9584507 w 12192001"/>
              <a:gd name="connsiteY66" fmla="*/ 1795542 h 2344739"/>
              <a:gd name="connsiteX67" fmla="*/ 9343052 w 12192001"/>
              <a:gd name="connsiteY67" fmla="*/ 1841244 h 2344739"/>
              <a:gd name="connsiteX68" fmla="*/ 9231370 w 12192001"/>
              <a:gd name="connsiteY68" fmla="*/ 1893149 h 2344739"/>
              <a:gd name="connsiteX69" fmla="*/ 9194810 w 12192001"/>
              <a:gd name="connsiteY69" fmla="*/ 1903228 h 2344739"/>
              <a:gd name="connsiteX70" fmla="*/ 9189246 w 12192001"/>
              <a:gd name="connsiteY70" fmla="*/ 1912467 h 2344739"/>
              <a:gd name="connsiteX71" fmla="*/ 9151232 w 12192001"/>
              <a:gd name="connsiteY71" fmla="*/ 1923669 h 2344739"/>
              <a:gd name="connsiteX72" fmla="*/ 9150210 w 12192001"/>
              <a:gd name="connsiteY72" fmla="*/ 1922604 h 2344739"/>
              <a:gd name="connsiteX73" fmla="*/ 9137318 w 12192001"/>
              <a:gd name="connsiteY73" fmla="*/ 1920435 h 2344739"/>
              <a:gd name="connsiteX74" fmla="*/ 9113812 w 12192001"/>
              <a:gd name="connsiteY74" fmla="*/ 1919069 h 2344739"/>
              <a:gd name="connsiteX75" fmla="*/ 9053453 w 12192001"/>
              <a:gd name="connsiteY75" fmla="*/ 1910755 h 2344739"/>
              <a:gd name="connsiteX76" fmla="*/ 9005486 w 12192001"/>
              <a:gd name="connsiteY76" fmla="*/ 1914040 h 2344739"/>
              <a:gd name="connsiteX77" fmla="*/ 9005201 w 12192001"/>
              <a:gd name="connsiteY77" fmla="*/ 1913800 h 2344739"/>
              <a:gd name="connsiteX78" fmla="*/ 8996232 w 12192001"/>
              <a:gd name="connsiteY78" fmla="*/ 1915011 h 2344739"/>
              <a:gd name="connsiteX79" fmla="*/ 8990394 w 12192001"/>
              <a:gd name="connsiteY79" fmla="*/ 1917072 h 2344739"/>
              <a:gd name="connsiteX80" fmla="*/ 8974337 w 12192001"/>
              <a:gd name="connsiteY80" fmla="*/ 1920298 h 2344739"/>
              <a:gd name="connsiteX81" fmla="*/ 8968011 w 12192001"/>
              <a:gd name="connsiteY81" fmla="*/ 1919598 h 2344739"/>
              <a:gd name="connsiteX82" fmla="*/ 8963048 w 12192001"/>
              <a:gd name="connsiteY82" fmla="*/ 1917373 h 2344739"/>
              <a:gd name="connsiteX83" fmla="*/ 8928988 w 12192001"/>
              <a:gd name="connsiteY83" fmla="*/ 1914185 h 2344739"/>
              <a:gd name="connsiteX84" fmla="*/ 8752444 w 12192001"/>
              <a:gd name="connsiteY84" fmla="*/ 1933417 h 2344739"/>
              <a:gd name="connsiteX85" fmla="*/ 8707847 w 12192001"/>
              <a:gd name="connsiteY85" fmla="*/ 1935518 h 2344739"/>
              <a:gd name="connsiteX86" fmla="*/ 8596071 w 12192001"/>
              <a:gd name="connsiteY86" fmla="*/ 1944090 h 2344739"/>
              <a:gd name="connsiteX87" fmla="*/ 8525230 w 12192001"/>
              <a:gd name="connsiteY87" fmla="*/ 1929248 h 2344739"/>
              <a:gd name="connsiteX88" fmla="*/ 8510983 w 12192001"/>
              <a:gd name="connsiteY88" fmla="*/ 1935163 h 2344739"/>
              <a:gd name="connsiteX89" fmla="*/ 8506167 w 12192001"/>
              <a:gd name="connsiteY89" fmla="*/ 1938164 h 2344739"/>
              <a:gd name="connsiteX90" fmla="*/ 8497968 w 12192001"/>
              <a:gd name="connsiteY90" fmla="*/ 1940902 h 2344739"/>
              <a:gd name="connsiteX91" fmla="*/ 8497594 w 12192001"/>
              <a:gd name="connsiteY91" fmla="*/ 1940723 h 2344739"/>
              <a:gd name="connsiteX92" fmla="*/ 8490249 w 12192001"/>
              <a:gd name="connsiteY92" fmla="*/ 1943773 h 2344739"/>
              <a:gd name="connsiteX93" fmla="*/ 8367182 w 12192001"/>
              <a:gd name="connsiteY93" fmla="*/ 1957815 h 2344739"/>
              <a:gd name="connsiteX94" fmla="*/ 8353799 w 12192001"/>
              <a:gd name="connsiteY94" fmla="*/ 1958009 h 2344739"/>
              <a:gd name="connsiteX95" fmla="*/ 8352373 w 12192001"/>
              <a:gd name="connsiteY95" fmla="*/ 1957169 h 2344739"/>
              <a:gd name="connsiteX96" fmla="*/ 8320104 w 12192001"/>
              <a:gd name="connsiteY96" fmla="*/ 1974587 h 2344739"/>
              <a:gd name="connsiteX97" fmla="*/ 8314433 w 12192001"/>
              <a:gd name="connsiteY97" fmla="*/ 1974913 h 2344739"/>
              <a:gd name="connsiteX98" fmla="*/ 8295174 w 12192001"/>
              <a:gd name="connsiteY98" fmla="*/ 1988808 h 2344739"/>
              <a:gd name="connsiteX99" fmla="*/ 8284276 w 12192001"/>
              <a:gd name="connsiteY99" fmla="*/ 1994631 h 2344739"/>
              <a:gd name="connsiteX100" fmla="*/ 8283150 w 12192001"/>
              <a:gd name="connsiteY100" fmla="*/ 1999074 h 2344739"/>
              <a:gd name="connsiteX101" fmla="*/ 8266076 w 12192001"/>
              <a:gd name="connsiteY101" fmla="*/ 2006249 h 2344739"/>
              <a:gd name="connsiteX102" fmla="*/ 8263377 w 12192001"/>
              <a:gd name="connsiteY102" fmla="*/ 2006019 h 2344739"/>
              <a:gd name="connsiteX103" fmla="*/ 8252033 w 12192001"/>
              <a:gd name="connsiteY103" fmla="*/ 2015862 h 2344739"/>
              <a:gd name="connsiteX104" fmla="*/ 8245834 w 12192001"/>
              <a:gd name="connsiteY104" fmla="*/ 2028854 h 2344739"/>
              <a:gd name="connsiteX105" fmla="*/ 8090272 w 12192001"/>
              <a:gd name="connsiteY105" fmla="*/ 2075015 h 2344739"/>
              <a:gd name="connsiteX106" fmla="*/ 7905407 w 12192001"/>
              <a:gd name="connsiteY106" fmla="*/ 2116988 h 2344739"/>
              <a:gd name="connsiteX107" fmla="*/ 7718745 w 12192001"/>
              <a:gd name="connsiteY107" fmla="*/ 2142703 h 2344739"/>
              <a:gd name="connsiteX108" fmla="*/ 7614347 w 12192001"/>
              <a:gd name="connsiteY108" fmla="*/ 2139232 h 2344739"/>
              <a:gd name="connsiteX109" fmla="*/ 7527543 w 12192001"/>
              <a:gd name="connsiteY109" fmla="*/ 2145060 h 2344739"/>
              <a:gd name="connsiteX110" fmla="*/ 7519571 w 12192001"/>
              <a:gd name="connsiteY110" fmla="*/ 2147613 h 2344739"/>
              <a:gd name="connsiteX111" fmla="*/ 7507411 w 12192001"/>
              <a:gd name="connsiteY111" fmla="*/ 2148948 h 2344739"/>
              <a:gd name="connsiteX112" fmla="*/ 7507040 w 12192001"/>
              <a:gd name="connsiteY112" fmla="*/ 2148621 h 2344739"/>
              <a:gd name="connsiteX113" fmla="*/ 7495795 w 12192001"/>
              <a:gd name="connsiteY113" fmla="*/ 2150573 h 2344739"/>
              <a:gd name="connsiteX114" fmla="*/ 7405391 w 12192001"/>
              <a:gd name="connsiteY114" fmla="*/ 2142468 h 2344739"/>
              <a:gd name="connsiteX115" fmla="*/ 7312180 w 12192001"/>
              <a:gd name="connsiteY115" fmla="*/ 2132873 h 2344739"/>
              <a:gd name="connsiteX116" fmla="*/ 7310853 w 12192001"/>
              <a:gd name="connsiteY116" fmla="*/ 2131431 h 2344739"/>
              <a:gd name="connsiteX117" fmla="*/ 7218559 w 12192001"/>
              <a:gd name="connsiteY117" fmla="*/ 2156680 h 2344739"/>
              <a:gd name="connsiteX118" fmla="*/ 7201101 w 12192001"/>
              <a:gd name="connsiteY118" fmla="*/ 2161230 h 2344739"/>
              <a:gd name="connsiteX119" fmla="*/ 7197004 w 12192001"/>
              <a:gd name="connsiteY119" fmla="*/ 2166588 h 2344739"/>
              <a:gd name="connsiteX120" fmla="*/ 7170808 w 12192001"/>
              <a:gd name="connsiteY120" fmla="*/ 2171236 h 2344739"/>
              <a:gd name="connsiteX121" fmla="*/ 7096988 w 12192001"/>
              <a:gd name="connsiteY121" fmla="*/ 2183464 h 2344739"/>
              <a:gd name="connsiteX122" fmla="*/ 7018496 w 12192001"/>
              <a:gd name="connsiteY122" fmla="*/ 2183090 h 2344739"/>
              <a:gd name="connsiteX123" fmla="*/ 6904146 w 12192001"/>
              <a:gd name="connsiteY123" fmla="*/ 2212596 h 2344739"/>
              <a:gd name="connsiteX124" fmla="*/ 6708222 w 12192001"/>
              <a:gd name="connsiteY124" fmla="*/ 2240551 h 2344739"/>
              <a:gd name="connsiteX125" fmla="*/ 6549454 w 12192001"/>
              <a:gd name="connsiteY125" fmla="*/ 2269327 h 2344739"/>
              <a:gd name="connsiteX126" fmla="*/ 6317560 w 12192001"/>
              <a:gd name="connsiteY126" fmla="*/ 2316127 h 2344739"/>
              <a:gd name="connsiteX127" fmla="*/ 6168674 w 12192001"/>
              <a:gd name="connsiteY127" fmla="*/ 2318214 h 2344739"/>
              <a:gd name="connsiteX128" fmla="*/ 6073848 w 12192001"/>
              <a:gd name="connsiteY128" fmla="*/ 2338676 h 2344739"/>
              <a:gd name="connsiteX129" fmla="*/ 6068529 w 12192001"/>
              <a:gd name="connsiteY129" fmla="*/ 2337139 h 2344739"/>
              <a:gd name="connsiteX130" fmla="*/ 6048638 w 12192001"/>
              <a:gd name="connsiteY130" fmla="*/ 2337822 h 2344739"/>
              <a:gd name="connsiteX131" fmla="*/ 6041285 w 12192001"/>
              <a:gd name="connsiteY131" fmla="*/ 2329473 h 2344739"/>
              <a:gd name="connsiteX132" fmla="*/ 6010090 w 12192001"/>
              <a:gd name="connsiteY132" fmla="*/ 2324380 h 2344739"/>
              <a:gd name="connsiteX133" fmla="*/ 5957375 w 12192001"/>
              <a:gd name="connsiteY133" fmla="*/ 2328024 h 2344739"/>
              <a:gd name="connsiteX134" fmla="*/ 5758919 w 12192001"/>
              <a:gd name="connsiteY134" fmla="*/ 2343716 h 2344739"/>
              <a:gd name="connsiteX135" fmla="*/ 5626960 w 12192001"/>
              <a:gd name="connsiteY135" fmla="*/ 2344739 h 2344739"/>
              <a:gd name="connsiteX136" fmla="*/ 5470906 w 12192001"/>
              <a:gd name="connsiteY136" fmla="*/ 2330719 h 2344739"/>
              <a:gd name="connsiteX137" fmla="*/ 5432761 w 12192001"/>
              <a:gd name="connsiteY137" fmla="*/ 2319466 h 2344739"/>
              <a:gd name="connsiteX138" fmla="*/ 5381669 w 12192001"/>
              <a:gd name="connsiteY138" fmla="*/ 2301764 h 2344739"/>
              <a:gd name="connsiteX139" fmla="*/ 5261764 w 12192001"/>
              <a:gd name="connsiteY139" fmla="*/ 2281347 h 2344739"/>
              <a:gd name="connsiteX140" fmla="*/ 5222961 w 12192001"/>
              <a:gd name="connsiteY140" fmla="*/ 2270223 h 2344739"/>
              <a:gd name="connsiteX141" fmla="*/ 5174660 w 12192001"/>
              <a:gd name="connsiteY141" fmla="*/ 2267233 h 2344739"/>
              <a:gd name="connsiteX142" fmla="*/ 5156554 w 12192001"/>
              <a:gd name="connsiteY142" fmla="*/ 2260010 h 2344739"/>
              <a:gd name="connsiteX143" fmla="*/ 5142599 w 12192001"/>
              <a:gd name="connsiteY143" fmla="*/ 2256610 h 2344739"/>
              <a:gd name="connsiteX144" fmla="*/ 5139596 w 12192001"/>
              <a:gd name="connsiteY144" fmla="*/ 2254509 h 2344739"/>
              <a:gd name="connsiteX145" fmla="*/ 5121659 w 12192001"/>
              <a:gd name="connsiteY145" fmla="*/ 2243656 h 2344739"/>
              <a:gd name="connsiteX146" fmla="*/ 5065790 w 12192001"/>
              <a:gd name="connsiteY146" fmla="*/ 2250227 h 2344739"/>
              <a:gd name="connsiteX147" fmla="*/ 5011514 w 12192001"/>
              <a:gd name="connsiteY147" fmla="*/ 2233846 h 2344739"/>
              <a:gd name="connsiteX148" fmla="*/ 4840441 w 12192001"/>
              <a:gd name="connsiteY148" fmla="*/ 2209829 h 2344739"/>
              <a:gd name="connsiteX149" fmla="*/ 4762447 w 12192001"/>
              <a:gd name="connsiteY149" fmla="*/ 2182061 h 2344739"/>
              <a:gd name="connsiteX150" fmla="*/ 4723186 w 12192001"/>
              <a:gd name="connsiteY150" fmla="*/ 2173047 h 2344739"/>
              <a:gd name="connsiteX151" fmla="*/ 4721176 w 12192001"/>
              <a:gd name="connsiteY151" fmla="*/ 2172298 h 2344739"/>
              <a:gd name="connsiteX152" fmla="*/ 4722111 w 12192001"/>
              <a:gd name="connsiteY152" fmla="*/ 2172087 h 2344739"/>
              <a:gd name="connsiteX153" fmla="*/ 4717202 w 12192001"/>
              <a:gd name="connsiteY153" fmla="*/ 2170817 h 2344739"/>
              <a:gd name="connsiteX154" fmla="*/ 4721176 w 12192001"/>
              <a:gd name="connsiteY154" fmla="*/ 2172298 h 2344739"/>
              <a:gd name="connsiteX155" fmla="*/ 4715526 w 12192001"/>
              <a:gd name="connsiteY155" fmla="*/ 2173573 h 2344739"/>
              <a:gd name="connsiteX156" fmla="*/ 4515814 w 12192001"/>
              <a:gd name="connsiteY156" fmla="*/ 2163671 h 2344739"/>
              <a:gd name="connsiteX157" fmla="*/ 4428543 w 12192001"/>
              <a:gd name="connsiteY157" fmla="*/ 2153020 h 2344739"/>
              <a:gd name="connsiteX158" fmla="*/ 4362875 w 12192001"/>
              <a:gd name="connsiteY158" fmla="*/ 2151674 h 2344739"/>
              <a:gd name="connsiteX159" fmla="*/ 4316966 w 12192001"/>
              <a:gd name="connsiteY159" fmla="*/ 2158289 h 2344739"/>
              <a:gd name="connsiteX160" fmla="*/ 4315110 w 12192001"/>
              <a:gd name="connsiteY160" fmla="*/ 2156948 h 2344739"/>
              <a:gd name="connsiteX161" fmla="*/ 4295144 w 12192001"/>
              <a:gd name="connsiteY161" fmla="*/ 2155069 h 2344739"/>
              <a:gd name="connsiteX162" fmla="*/ 4290064 w 12192001"/>
              <a:gd name="connsiteY162" fmla="*/ 2157986 h 2344739"/>
              <a:gd name="connsiteX163" fmla="*/ 4276142 w 12192001"/>
              <a:gd name="connsiteY163" fmla="*/ 2157740 h 2344739"/>
              <a:gd name="connsiteX164" fmla="*/ 4248117 w 12192001"/>
              <a:gd name="connsiteY164" fmla="*/ 2160064 h 2344739"/>
              <a:gd name="connsiteX165" fmla="*/ 4202051 w 12192001"/>
              <a:gd name="connsiteY165" fmla="*/ 2157269 h 2344739"/>
              <a:gd name="connsiteX166" fmla="*/ 4201745 w 12192001"/>
              <a:gd name="connsiteY166" fmla="*/ 2156010 h 2344739"/>
              <a:gd name="connsiteX167" fmla="*/ 4191248 w 12192001"/>
              <a:gd name="connsiteY167" fmla="*/ 2150376 h 2344739"/>
              <a:gd name="connsiteX168" fmla="*/ 4142745 w 12192001"/>
              <a:gd name="connsiteY168" fmla="*/ 2134511 h 2344739"/>
              <a:gd name="connsiteX169" fmla="*/ 4083097 w 12192001"/>
              <a:gd name="connsiteY169" fmla="*/ 2107978 h 2344739"/>
              <a:gd name="connsiteX170" fmla="*/ 4074546 w 12192001"/>
              <a:gd name="connsiteY170" fmla="*/ 2107143 h 2344739"/>
              <a:gd name="connsiteX171" fmla="*/ 4074427 w 12192001"/>
              <a:gd name="connsiteY171" fmla="*/ 2106844 h 2344739"/>
              <a:gd name="connsiteX172" fmla="*/ 4065510 w 12192001"/>
              <a:gd name="connsiteY172" fmla="*/ 2105400 h 2344739"/>
              <a:gd name="connsiteX173" fmla="*/ 4058954 w 12192001"/>
              <a:gd name="connsiteY173" fmla="*/ 2105618 h 2344739"/>
              <a:gd name="connsiteX174" fmla="*/ 4042364 w 12192001"/>
              <a:gd name="connsiteY174" fmla="*/ 2103997 h 2344739"/>
              <a:gd name="connsiteX175" fmla="*/ 4036997 w 12192001"/>
              <a:gd name="connsiteY175" fmla="*/ 2101563 h 2344739"/>
              <a:gd name="connsiteX176" fmla="*/ 4035363 w 12192001"/>
              <a:gd name="connsiteY176" fmla="*/ 2097896 h 2344739"/>
              <a:gd name="connsiteX177" fmla="*/ 4033778 w 12192001"/>
              <a:gd name="connsiteY177" fmla="*/ 2098131 h 2344739"/>
              <a:gd name="connsiteX178" fmla="*/ 4004538 w 12192001"/>
              <a:gd name="connsiteY178" fmla="*/ 2085563 h 2344739"/>
              <a:gd name="connsiteX179" fmla="*/ 3936846 w 12192001"/>
              <a:gd name="connsiteY179" fmla="*/ 2068106 h 2344739"/>
              <a:gd name="connsiteX180" fmla="*/ 3897275 w 12192001"/>
              <a:gd name="connsiteY180" fmla="*/ 2062451 h 2344739"/>
              <a:gd name="connsiteX181" fmla="*/ 3789760 w 12192001"/>
              <a:gd name="connsiteY181" fmla="*/ 2042213 h 2344739"/>
              <a:gd name="connsiteX182" fmla="*/ 3682513 w 12192001"/>
              <a:gd name="connsiteY182" fmla="*/ 2018290 h 2344739"/>
              <a:gd name="connsiteX183" fmla="*/ 3610035 w 12192001"/>
              <a:gd name="connsiteY183" fmla="*/ 1986019 h 2344739"/>
              <a:gd name="connsiteX184" fmla="*/ 3603855 w 12192001"/>
              <a:gd name="connsiteY184" fmla="*/ 1987381 h 2344739"/>
              <a:gd name="connsiteX185" fmla="*/ 3594736 w 12192001"/>
              <a:gd name="connsiteY185" fmla="*/ 1987545 h 2344739"/>
              <a:gd name="connsiteX186" fmla="*/ 3594501 w 12192001"/>
              <a:gd name="connsiteY186" fmla="*/ 1987276 h 2344739"/>
              <a:gd name="connsiteX187" fmla="*/ 3585978 w 12192001"/>
              <a:gd name="connsiteY187" fmla="*/ 1987966 h 2344739"/>
              <a:gd name="connsiteX188" fmla="*/ 3536135 w 12192001"/>
              <a:gd name="connsiteY188" fmla="*/ 1978267 h 2344739"/>
              <a:gd name="connsiteX189" fmla="*/ 3473223 w 12192001"/>
              <a:gd name="connsiteY189" fmla="*/ 1974606 h 2344739"/>
              <a:gd name="connsiteX190" fmla="*/ 3400728 w 12192001"/>
              <a:gd name="connsiteY190" fmla="*/ 1962558 h 2344739"/>
              <a:gd name="connsiteX191" fmla="*/ 3363888 w 12192001"/>
              <a:gd name="connsiteY191" fmla="*/ 1979510 h 2344739"/>
              <a:gd name="connsiteX192" fmla="*/ 3344026 w 12192001"/>
              <a:gd name="connsiteY192" fmla="*/ 1981192 h 2344739"/>
              <a:gd name="connsiteX193" fmla="*/ 3341698 w 12192001"/>
              <a:gd name="connsiteY193" fmla="*/ 1980217 h 2344739"/>
              <a:gd name="connsiteX194" fmla="*/ 3262356 w 12192001"/>
              <a:gd name="connsiteY194" fmla="*/ 1986094 h 2344739"/>
              <a:gd name="connsiteX195" fmla="*/ 3142556 w 12192001"/>
              <a:gd name="connsiteY195" fmla="*/ 1993869 h 2344739"/>
              <a:gd name="connsiteX196" fmla="*/ 3030291 w 12192001"/>
              <a:gd name="connsiteY196" fmla="*/ 1996512 h 2344739"/>
              <a:gd name="connsiteX197" fmla="*/ 2781569 w 12192001"/>
              <a:gd name="connsiteY197" fmla="*/ 2018333 h 2344739"/>
              <a:gd name="connsiteX198" fmla="*/ 2646527 w 12192001"/>
              <a:gd name="connsiteY198" fmla="*/ 2028869 h 2344739"/>
              <a:gd name="connsiteX199" fmla="*/ 2568028 w 12192001"/>
              <a:gd name="connsiteY199" fmla="*/ 2002628 h 2344739"/>
              <a:gd name="connsiteX200" fmla="*/ 2443255 w 12192001"/>
              <a:gd name="connsiteY200" fmla="*/ 2016529 h 2344739"/>
              <a:gd name="connsiteX201" fmla="*/ 2315112 w 12192001"/>
              <a:gd name="connsiteY201" fmla="*/ 2024996 h 2344739"/>
              <a:gd name="connsiteX202" fmla="*/ 2208578 w 12192001"/>
              <a:gd name="connsiteY202" fmla="*/ 2019763 h 2344739"/>
              <a:gd name="connsiteX203" fmla="*/ 2094665 w 12192001"/>
              <a:gd name="connsiteY203" fmla="*/ 2003052 h 2344739"/>
              <a:gd name="connsiteX204" fmla="*/ 1997356 w 12192001"/>
              <a:gd name="connsiteY204" fmla="*/ 1995032 h 2344739"/>
              <a:gd name="connsiteX205" fmla="*/ 1928172 w 12192001"/>
              <a:gd name="connsiteY205" fmla="*/ 2016977 h 2344739"/>
              <a:gd name="connsiteX206" fmla="*/ 1921650 w 12192001"/>
              <a:gd name="connsiteY206" fmla="*/ 2012146 h 2344739"/>
              <a:gd name="connsiteX207" fmla="*/ 1873080 w 12192001"/>
              <a:gd name="connsiteY207" fmla="*/ 2013741 h 2344739"/>
              <a:gd name="connsiteX208" fmla="*/ 1786655 w 12192001"/>
              <a:gd name="connsiteY208" fmla="*/ 2041363 h 2344739"/>
              <a:gd name="connsiteX209" fmla="*/ 1738204 w 12192001"/>
              <a:gd name="connsiteY209" fmla="*/ 2036312 h 2344739"/>
              <a:gd name="connsiteX210" fmla="*/ 1675071 w 12192001"/>
              <a:gd name="connsiteY210" fmla="*/ 2019963 h 2344739"/>
              <a:gd name="connsiteX211" fmla="*/ 1608669 w 12192001"/>
              <a:gd name="connsiteY211" fmla="*/ 2013066 h 2344739"/>
              <a:gd name="connsiteX212" fmla="*/ 1496110 w 12192001"/>
              <a:gd name="connsiteY212" fmla="*/ 1987476 h 2344739"/>
              <a:gd name="connsiteX213" fmla="*/ 1149979 w 12192001"/>
              <a:gd name="connsiteY213" fmla="*/ 1938041 h 2344739"/>
              <a:gd name="connsiteX214" fmla="*/ 858269 w 12192001"/>
              <a:gd name="connsiteY214" fmla="*/ 1928608 h 2344739"/>
              <a:gd name="connsiteX215" fmla="*/ 837540 w 12192001"/>
              <a:gd name="connsiteY215" fmla="*/ 1929821 h 2344739"/>
              <a:gd name="connsiteX216" fmla="*/ 816809 w 12192001"/>
              <a:gd name="connsiteY216" fmla="*/ 1927857 h 2344739"/>
              <a:gd name="connsiteX217" fmla="*/ 811506 w 12192001"/>
              <a:gd name="connsiteY217" fmla="*/ 1930751 h 2344739"/>
              <a:gd name="connsiteX218" fmla="*/ 797041 w 12192001"/>
              <a:gd name="connsiteY218" fmla="*/ 1930446 h 2344739"/>
              <a:gd name="connsiteX219" fmla="*/ 767901 w 12192001"/>
              <a:gd name="connsiteY219" fmla="*/ 1932653 h 2344739"/>
              <a:gd name="connsiteX220" fmla="*/ 763053 w 12192001"/>
              <a:gd name="connsiteY220" fmla="*/ 1930432 h 2344739"/>
              <a:gd name="connsiteX221" fmla="*/ 720047 w 12192001"/>
              <a:gd name="connsiteY221" fmla="*/ 1929661 h 2344739"/>
              <a:gd name="connsiteX222" fmla="*/ 719742 w 12192001"/>
              <a:gd name="connsiteY222" fmla="*/ 1928399 h 2344739"/>
              <a:gd name="connsiteX223" fmla="*/ 708875 w 12192001"/>
              <a:gd name="connsiteY223" fmla="*/ 1922722 h 2344739"/>
              <a:gd name="connsiteX224" fmla="*/ 596792 w 12192001"/>
              <a:gd name="connsiteY224" fmla="*/ 1879864 h 2344739"/>
              <a:gd name="connsiteX225" fmla="*/ 578535 w 12192001"/>
              <a:gd name="connsiteY225" fmla="*/ 1877212 h 2344739"/>
              <a:gd name="connsiteX226" fmla="*/ 571717 w 12192001"/>
              <a:gd name="connsiteY226" fmla="*/ 1877401 h 2344739"/>
              <a:gd name="connsiteX227" fmla="*/ 445099 w 12192001"/>
              <a:gd name="connsiteY227" fmla="*/ 1839371 h 2344739"/>
              <a:gd name="connsiteX228" fmla="*/ 404015 w 12192001"/>
              <a:gd name="connsiteY228" fmla="*/ 1833548 h 2344739"/>
              <a:gd name="connsiteX229" fmla="*/ 292435 w 12192001"/>
              <a:gd name="connsiteY229" fmla="*/ 1812852 h 2344739"/>
              <a:gd name="connsiteX230" fmla="*/ 118381 w 12192001"/>
              <a:gd name="connsiteY230" fmla="*/ 1761047 h 2344739"/>
              <a:gd name="connsiteX231" fmla="*/ 15526 w 12192001"/>
              <a:gd name="connsiteY231" fmla="*/ 1758191 h 2344739"/>
              <a:gd name="connsiteX232" fmla="*/ 2 w 12192001"/>
              <a:gd name="connsiteY232" fmla="*/ 1752722 h 2344739"/>
              <a:gd name="connsiteX233" fmla="*/ 1 w 12192001"/>
              <a:gd name="connsiteY233" fmla="*/ 762497 h 2344739"/>
              <a:gd name="connsiteX234" fmla="*/ 0 w 12192001"/>
              <a:gd name="connsiteY234" fmla="*/ 762497 h 2344739"/>
              <a:gd name="connsiteX235" fmla="*/ 0 w 12192001"/>
              <a:gd name="connsiteY235" fmla="*/ 222213 h 2344739"/>
              <a:gd name="connsiteX236" fmla="*/ 0 w 12192001"/>
              <a:gd name="connsiteY236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57107 w 12192001"/>
              <a:gd name="connsiteY22" fmla="*/ 792050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309326 w 12192001"/>
              <a:gd name="connsiteY26" fmla="*/ 1274846 h 2344739"/>
              <a:gd name="connsiteX27" fmla="*/ 11294224 w 12192001"/>
              <a:gd name="connsiteY27" fmla="*/ 1283683 h 2344739"/>
              <a:gd name="connsiteX28" fmla="*/ 11245526 w 12192001"/>
              <a:gd name="connsiteY28" fmla="*/ 1274060 h 2344739"/>
              <a:gd name="connsiteX29" fmla="*/ 11227161 w 12192001"/>
              <a:gd name="connsiteY29" fmla="*/ 1276236 h 2344739"/>
              <a:gd name="connsiteX30" fmla="*/ 11216939 w 12192001"/>
              <a:gd name="connsiteY30" fmla="*/ 1275961 h 2344739"/>
              <a:gd name="connsiteX31" fmla="*/ 11216036 w 12192001"/>
              <a:gd name="connsiteY31" fmla="*/ 1275018 h 2344739"/>
              <a:gd name="connsiteX32" fmla="*/ 11187737 w 12192001"/>
              <a:gd name="connsiteY32" fmla="*/ 1292383 h 2344739"/>
              <a:gd name="connsiteX33" fmla="*/ 11183353 w 12192001"/>
              <a:gd name="connsiteY33" fmla="*/ 1292525 h 2344739"/>
              <a:gd name="connsiteX34" fmla="*/ 11165706 w 12192001"/>
              <a:gd name="connsiteY34" fmla="*/ 1306612 h 2344739"/>
              <a:gd name="connsiteX35" fmla="*/ 11156163 w 12192001"/>
              <a:gd name="connsiteY35" fmla="*/ 1312414 h 2344739"/>
              <a:gd name="connsiteX36" fmla="*/ 11154348 w 12192001"/>
              <a:gd name="connsiteY36" fmla="*/ 1317097 h 2344739"/>
              <a:gd name="connsiteX37" fmla="*/ 11139813 w 12192001"/>
              <a:gd name="connsiteY37" fmla="*/ 1324115 h 2344739"/>
              <a:gd name="connsiteX38" fmla="*/ 11137813 w 12192001"/>
              <a:gd name="connsiteY38" fmla="*/ 1323772 h 2344739"/>
              <a:gd name="connsiteX39" fmla="*/ 11127060 w 12192001"/>
              <a:gd name="connsiteY39" fmla="*/ 1333832 h 2344739"/>
              <a:gd name="connsiteX40" fmla="*/ 11119543 w 12192001"/>
              <a:gd name="connsiteY40" fmla="*/ 1347424 h 2344739"/>
              <a:gd name="connsiteX41" fmla="*/ 10893535 w 12192001"/>
              <a:gd name="connsiteY41" fmla="*/ 1473399 h 2344739"/>
              <a:gd name="connsiteX42" fmla="*/ 10772152 w 12192001"/>
              <a:gd name="connsiteY42" fmla="*/ 1523191 h 2344739"/>
              <a:gd name="connsiteX43" fmla="*/ 10626520 w 12192001"/>
              <a:gd name="connsiteY43" fmla="*/ 1559229 h 2344739"/>
              <a:gd name="connsiteX44" fmla="*/ 10580747 w 12192001"/>
              <a:gd name="connsiteY44" fmla="*/ 1568689 h 2344739"/>
              <a:gd name="connsiteX45" fmla="*/ 10546642 w 12192001"/>
              <a:gd name="connsiteY45" fmla="*/ 1598423 h 2344739"/>
              <a:gd name="connsiteX46" fmla="*/ 10528495 w 12192001"/>
              <a:gd name="connsiteY46" fmla="*/ 1596907 h 2344739"/>
              <a:gd name="connsiteX47" fmla="*/ 10525298 w 12192001"/>
              <a:gd name="connsiteY47" fmla="*/ 1596411 h 2344739"/>
              <a:gd name="connsiteX48" fmla="*/ 10513981 w 12192001"/>
              <a:gd name="connsiteY48" fmla="*/ 1599537 h 2344739"/>
              <a:gd name="connsiteX49" fmla="*/ 10490587 w 12192001"/>
              <a:gd name="connsiteY49" fmla="*/ 1594156 h 2344739"/>
              <a:gd name="connsiteX50" fmla="*/ 10470270 w 12192001"/>
              <a:gd name="connsiteY50" fmla="*/ 1601693 h 2344739"/>
              <a:gd name="connsiteX51" fmla="*/ 10375894 w 12192001"/>
              <a:gd name="connsiteY51" fmla="*/ 1644598 h 2344739"/>
              <a:gd name="connsiteX52" fmla="*/ 10318190 w 12192001"/>
              <a:gd name="connsiteY52" fmla="*/ 1666221 h 2344739"/>
              <a:gd name="connsiteX53" fmla="*/ 10294319 w 12192001"/>
              <a:gd name="connsiteY53" fmla="*/ 1668079 h 2344739"/>
              <a:gd name="connsiteX54" fmla="*/ 10262295 w 12192001"/>
              <a:gd name="connsiteY54" fmla="*/ 1674948 h 2344739"/>
              <a:gd name="connsiteX55" fmla="*/ 10204270 w 12192001"/>
              <a:gd name="connsiteY55" fmla="*/ 1682149 h 2344739"/>
              <a:gd name="connsiteX56" fmla="*/ 10176611 w 12192001"/>
              <a:gd name="connsiteY56" fmla="*/ 1692943 h 2344739"/>
              <a:gd name="connsiteX57" fmla="*/ 10163922 w 12192001"/>
              <a:gd name="connsiteY57" fmla="*/ 1693739 h 2344739"/>
              <a:gd name="connsiteX58" fmla="*/ 10155160 w 12192001"/>
              <a:gd name="connsiteY58" fmla="*/ 1707487 h 2344739"/>
              <a:gd name="connsiteX59" fmla="*/ 10117119 w 12192001"/>
              <a:gd name="connsiteY59" fmla="*/ 1731142 h 2344739"/>
              <a:gd name="connsiteX60" fmla="*/ 10100445 w 12192001"/>
              <a:gd name="connsiteY60" fmla="*/ 1742432 h 2344739"/>
              <a:gd name="connsiteX61" fmla="*/ 10082169 w 12192001"/>
              <a:gd name="connsiteY61" fmla="*/ 1743296 h 2344739"/>
              <a:gd name="connsiteX62" fmla="*/ 10039240 w 12192001"/>
              <a:gd name="connsiteY62" fmla="*/ 1741632 h 2344739"/>
              <a:gd name="connsiteX63" fmla="*/ 9960019 w 12192001"/>
              <a:gd name="connsiteY63" fmla="*/ 1757147 h 2344739"/>
              <a:gd name="connsiteX64" fmla="*/ 9847792 w 12192001"/>
              <a:gd name="connsiteY64" fmla="*/ 1763915 h 2344739"/>
              <a:gd name="connsiteX65" fmla="*/ 9728309 w 12192001"/>
              <a:gd name="connsiteY65" fmla="*/ 1784122 h 2344739"/>
              <a:gd name="connsiteX66" fmla="*/ 9584507 w 12192001"/>
              <a:gd name="connsiteY66" fmla="*/ 1795542 h 2344739"/>
              <a:gd name="connsiteX67" fmla="*/ 9343052 w 12192001"/>
              <a:gd name="connsiteY67" fmla="*/ 1841244 h 2344739"/>
              <a:gd name="connsiteX68" fmla="*/ 9231370 w 12192001"/>
              <a:gd name="connsiteY68" fmla="*/ 1893149 h 2344739"/>
              <a:gd name="connsiteX69" fmla="*/ 9194810 w 12192001"/>
              <a:gd name="connsiteY69" fmla="*/ 1903228 h 2344739"/>
              <a:gd name="connsiteX70" fmla="*/ 9189246 w 12192001"/>
              <a:gd name="connsiteY70" fmla="*/ 1912467 h 2344739"/>
              <a:gd name="connsiteX71" fmla="*/ 9151232 w 12192001"/>
              <a:gd name="connsiteY71" fmla="*/ 1923669 h 2344739"/>
              <a:gd name="connsiteX72" fmla="*/ 9150210 w 12192001"/>
              <a:gd name="connsiteY72" fmla="*/ 1922604 h 2344739"/>
              <a:gd name="connsiteX73" fmla="*/ 9137318 w 12192001"/>
              <a:gd name="connsiteY73" fmla="*/ 1920435 h 2344739"/>
              <a:gd name="connsiteX74" fmla="*/ 9113812 w 12192001"/>
              <a:gd name="connsiteY74" fmla="*/ 1919069 h 2344739"/>
              <a:gd name="connsiteX75" fmla="*/ 9053453 w 12192001"/>
              <a:gd name="connsiteY75" fmla="*/ 1910755 h 2344739"/>
              <a:gd name="connsiteX76" fmla="*/ 9005486 w 12192001"/>
              <a:gd name="connsiteY76" fmla="*/ 1914040 h 2344739"/>
              <a:gd name="connsiteX77" fmla="*/ 9005201 w 12192001"/>
              <a:gd name="connsiteY77" fmla="*/ 1913800 h 2344739"/>
              <a:gd name="connsiteX78" fmla="*/ 8996232 w 12192001"/>
              <a:gd name="connsiteY78" fmla="*/ 1915011 h 2344739"/>
              <a:gd name="connsiteX79" fmla="*/ 8990394 w 12192001"/>
              <a:gd name="connsiteY79" fmla="*/ 1917072 h 2344739"/>
              <a:gd name="connsiteX80" fmla="*/ 8974337 w 12192001"/>
              <a:gd name="connsiteY80" fmla="*/ 1920298 h 2344739"/>
              <a:gd name="connsiteX81" fmla="*/ 8968011 w 12192001"/>
              <a:gd name="connsiteY81" fmla="*/ 1919598 h 2344739"/>
              <a:gd name="connsiteX82" fmla="*/ 8963048 w 12192001"/>
              <a:gd name="connsiteY82" fmla="*/ 1917373 h 2344739"/>
              <a:gd name="connsiteX83" fmla="*/ 8928988 w 12192001"/>
              <a:gd name="connsiteY83" fmla="*/ 1914185 h 2344739"/>
              <a:gd name="connsiteX84" fmla="*/ 8752444 w 12192001"/>
              <a:gd name="connsiteY84" fmla="*/ 1933417 h 2344739"/>
              <a:gd name="connsiteX85" fmla="*/ 8707847 w 12192001"/>
              <a:gd name="connsiteY85" fmla="*/ 1935518 h 2344739"/>
              <a:gd name="connsiteX86" fmla="*/ 8596071 w 12192001"/>
              <a:gd name="connsiteY86" fmla="*/ 1944090 h 2344739"/>
              <a:gd name="connsiteX87" fmla="*/ 8525230 w 12192001"/>
              <a:gd name="connsiteY87" fmla="*/ 1929248 h 2344739"/>
              <a:gd name="connsiteX88" fmla="*/ 8510983 w 12192001"/>
              <a:gd name="connsiteY88" fmla="*/ 1935163 h 2344739"/>
              <a:gd name="connsiteX89" fmla="*/ 8506167 w 12192001"/>
              <a:gd name="connsiteY89" fmla="*/ 1938164 h 2344739"/>
              <a:gd name="connsiteX90" fmla="*/ 8497968 w 12192001"/>
              <a:gd name="connsiteY90" fmla="*/ 1940902 h 2344739"/>
              <a:gd name="connsiteX91" fmla="*/ 8497594 w 12192001"/>
              <a:gd name="connsiteY91" fmla="*/ 1940723 h 2344739"/>
              <a:gd name="connsiteX92" fmla="*/ 8490249 w 12192001"/>
              <a:gd name="connsiteY92" fmla="*/ 1943773 h 2344739"/>
              <a:gd name="connsiteX93" fmla="*/ 8367182 w 12192001"/>
              <a:gd name="connsiteY93" fmla="*/ 1957815 h 2344739"/>
              <a:gd name="connsiteX94" fmla="*/ 8353799 w 12192001"/>
              <a:gd name="connsiteY94" fmla="*/ 1958009 h 2344739"/>
              <a:gd name="connsiteX95" fmla="*/ 8352373 w 12192001"/>
              <a:gd name="connsiteY95" fmla="*/ 1957169 h 2344739"/>
              <a:gd name="connsiteX96" fmla="*/ 8320104 w 12192001"/>
              <a:gd name="connsiteY96" fmla="*/ 1974587 h 2344739"/>
              <a:gd name="connsiteX97" fmla="*/ 8314433 w 12192001"/>
              <a:gd name="connsiteY97" fmla="*/ 1974913 h 2344739"/>
              <a:gd name="connsiteX98" fmla="*/ 8295174 w 12192001"/>
              <a:gd name="connsiteY98" fmla="*/ 1988808 h 2344739"/>
              <a:gd name="connsiteX99" fmla="*/ 8284276 w 12192001"/>
              <a:gd name="connsiteY99" fmla="*/ 1994631 h 2344739"/>
              <a:gd name="connsiteX100" fmla="*/ 8283150 w 12192001"/>
              <a:gd name="connsiteY100" fmla="*/ 1999074 h 2344739"/>
              <a:gd name="connsiteX101" fmla="*/ 8266076 w 12192001"/>
              <a:gd name="connsiteY101" fmla="*/ 2006249 h 2344739"/>
              <a:gd name="connsiteX102" fmla="*/ 8263377 w 12192001"/>
              <a:gd name="connsiteY102" fmla="*/ 2006019 h 2344739"/>
              <a:gd name="connsiteX103" fmla="*/ 8252033 w 12192001"/>
              <a:gd name="connsiteY103" fmla="*/ 2015862 h 2344739"/>
              <a:gd name="connsiteX104" fmla="*/ 8245834 w 12192001"/>
              <a:gd name="connsiteY104" fmla="*/ 2028854 h 2344739"/>
              <a:gd name="connsiteX105" fmla="*/ 8090272 w 12192001"/>
              <a:gd name="connsiteY105" fmla="*/ 2075015 h 2344739"/>
              <a:gd name="connsiteX106" fmla="*/ 7905407 w 12192001"/>
              <a:gd name="connsiteY106" fmla="*/ 2116988 h 2344739"/>
              <a:gd name="connsiteX107" fmla="*/ 7718745 w 12192001"/>
              <a:gd name="connsiteY107" fmla="*/ 2142703 h 2344739"/>
              <a:gd name="connsiteX108" fmla="*/ 7614347 w 12192001"/>
              <a:gd name="connsiteY108" fmla="*/ 2139232 h 2344739"/>
              <a:gd name="connsiteX109" fmla="*/ 7527543 w 12192001"/>
              <a:gd name="connsiteY109" fmla="*/ 2145060 h 2344739"/>
              <a:gd name="connsiteX110" fmla="*/ 7519571 w 12192001"/>
              <a:gd name="connsiteY110" fmla="*/ 2147613 h 2344739"/>
              <a:gd name="connsiteX111" fmla="*/ 7507411 w 12192001"/>
              <a:gd name="connsiteY111" fmla="*/ 2148948 h 2344739"/>
              <a:gd name="connsiteX112" fmla="*/ 7507040 w 12192001"/>
              <a:gd name="connsiteY112" fmla="*/ 2148621 h 2344739"/>
              <a:gd name="connsiteX113" fmla="*/ 7495795 w 12192001"/>
              <a:gd name="connsiteY113" fmla="*/ 2150573 h 2344739"/>
              <a:gd name="connsiteX114" fmla="*/ 7405391 w 12192001"/>
              <a:gd name="connsiteY114" fmla="*/ 2142468 h 2344739"/>
              <a:gd name="connsiteX115" fmla="*/ 7312180 w 12192001"/>
              <a:gd name="connsiteY115" fmla="*/ 2132873 h 2344739"/>
              <a:gd name="connsiteX116" fmla="*/ 7310853 w 12192001"/>
              <a:gd name="connsiteY116" fmla="*/ 2131431 h 2344739"/>
              <a:gd name="connsiteX117" fmla="*/ 7218559 w 12192001"/>
              <a:gd name="connsiteY117" fmla="*/ 2156680 h 2344739"/>
              <a:gd name="connsiteX118" fmla="*/ 7201101 w 12192001"/>
              <a:gd name="connsiteY118" fmla="*/ 2161230 h 2344739"/>
              <a:gd name="connsiteX119" fmla="*/ 7197004 w 12192001"/>
              <a:gd name="connsiteY119" fmla="*/ 2166588 h 2344739"/>
              <a:gd name="connsiteX120" fmla="*/ 7170808 w 12192001"/>
              <a:gd name="connsiteY120" fmla="*/ 2171236 h 2344739"/>
              <a:gd name="connsiteX121" fmla="*/ 7096988 w 12192001"/>
              <a:gd name="connsiteY121" fmla="*/ 2183464 h 2344739"/>
              <a:gd name="connsiteX122" fmla="*/ 7018496 w 12192001"/>
              <a:gd name="connsiteY122" fmla="*/ 2183090 h 2344739"/>
              <a:gd name="connsiteX123" fmla="*/ 6904146 w 12192001"/>
              <a:gd name="connsiteY123" fmla="*/ 2212596 h 2344739"/>
              <a:gd name="connsiteX124" fmla="*/ 6708222 w 12192001"/>
              <a:gd name="connsiteY124" fmla="*/ 2240551 h 2344739"/>
              <a:gd name="connsiteX125" fmla="*/ 6549454 w 12192001"/>
              <a:gd name="connsiteY125" fmla="*/ 2269327 h 2344739"/>
              <a:gd name="connsiteX126" fmla="*/ 6317560 w 12192001"/>
              <a:gd name="connsiteY126" fmla="*/ 2316127 h 2344739"/>
              <a:gd name="connsiteX127" fmla="*/ 6168674 w 12192001"/>
              <a:gd name="connsiteY127" fmla="*/ 2318214 h 2344739"/>
              <a:gd name="connsiteX128" fmla="*/ 6073848 w 12192001"/>
              <a:gd name="connsiteY128" fmla="*/ 2338676 h 2344739"/>
              <a:gd name="connsiteX129" fmla="*/ 6068529 w 12192001"/>
              <a:gd name="connsiteY129" fmla="*/ 2337139 h 2344739"/>
              <a:gd name="connsiteX130" fmla="*/ 6048638 w 12192001"/>
              <a:gd name="connsiteY130" fmla="*/ 2337822 h 2344739"/>
              <a:gd name="connsiteX131" fmla="*/ 6041285 w 12192001"/>
              <a:gd name="connsiteY131" fmla="*/ 2329473 h 2344739"/>
              <a:gd name="connsiteX132" fmla="*/ 6010090 w 12192001"/>
              <a:gd name="connsiteY132" fmla="*/ 2324380 h 2344739"/>
              <a:gd name="connsiteX133" fmla="*/ 5957375 w 12192001"/>
              <a:gd name="connsiteY133" fmla="*/ 2328024 h 2344739"/>
              <a:gd name="connsiteX134" fmla="*/ 5758919 w 12192001"/>
              <a:gd name="connsiteY134" fmla="*/ 2343716 h 2344739"/>
              <a:gd name="connsiteX135" fmla="*/ 5626960 w 12192001"/>
              <a:gd name="connsiteY135" fmla="*/ 2344739 h 2344739"/>
              <a:gd name="connsiteX136" fmla="*/ 5470906 w 12192001"/>
              <a:gd name="connsiteY136" fmla="*/ 2330719 h 2344739"/>
              <a:gd name="connsiteX137" fmla="*/ 5432761 w 12192001"/>
              <a:gd name="connsiteY137" fmla="*/ 2319466 h 2344739"/>
              <a:gd name="connsiteX138" fmla="*/ 5381669 w 12192001"/>
              <a:gd name="connsiteY138" fmla="*/ 2301764 h 2344739"/>
              <a:gd name="connsiteX139" fmla="*/ 5261764 w 12192001"/>
              <a:gd name="connsiteY139" fmla="*/ 2281347 h 2344739"/>
              <a:gd name="connsiteX140" fmla="*/ 5222961 w 12192001"/>
              <a:gd name="connsiteY140" fmla="*/ 2270223 h 2344739"/>
              <a:gd name="connsiteX141" fmla="*/ 5174660 w 12192001"/>
              <a:gd name="connsiteY141" fmla="*/ 2267233 h 2344739"/>
              <a:gd name="connsiteX142" fmla="*/ 5156554 w 12192001"/>
              <a:gd name="connsiteY142" fmla="*/ 2260010 h 2344739"/>
              <a:gd name="connsiteX143" fmla="*/ 5142599 w 12192001"/>
              <a:gd name="connsiteY143" fmla="*/ 2256610 h 2344739"/>
              <a:gd name="connsiteX144" fmla="*/ 5139596 w 12192001"/>
              <a:gd name="connsiteY144" fmla="*/ 2254509 h 2344739"/>
              <a:gd name="connsiteX145" fmla="*/ 5121659 w 12192001"/>
              <a:gd name="connsiteY145" fmla="*/ 2243656 h 2344739"/>
              <a:gd name="connsiteX146" fmla="*/ 5065790 w 12192001"/>
              <a:gd name="connsiteY146" fmla="*/ 2250227 h 2344739"/>
              <a:gd name="connsiteX147" fmla="*/ 5011514 w 12192001"/>
              <a:gd name="connsiteY147" fmla="*/ 2233846 h 2344739"/>
              <a:gd name="connsiteX148" fmla="*/ 4840441 w 12192001"/>
              <a:gd name="connsiteY148" fmla="*/ 2209829 h 2344739"/>
              <a:gd name="connsiteX149" fmla="*/ 4762447 w 12192001"/>
              <a:gd name="connsiteY149" fmla="*/ 2182061 h 2344739"/>
              <a:gd name="connsiteX150" fmla="*/ 4723186 w 12192001"/>
              <a:gd name="connsiteY150" fmla="*/ 2173047 h 2344739"/>
              <a:gd name="connsiteX151" fmla="*/ 4721176 w 12192001"/>
              <a:gd name="connsiteY151" fmla="*/ 2172298 h 2344739"/>
              <a:gd name="connsiteX152" fmla="*/ 4722111 w 12192001"/>
              <a:gd name="connsiteY152" fmla="*/ 2172087 h 2344739"/>
              <a:gd name="connsiteX153" fmla="*/ 4717202 w 12192001"/>
              <a:gd name="connsiteY153" fmla="*/ 2170817 h 2344739"/>
              <a:gd name="connsiteX154" fmla="*/ 4721176 w 12192001"/>
              <a:gd name="connsiteY154" fmla="*/ 2172298 h 2344739"/>
              <a:gd name="connsiteX155" fmla="*/ 4715526 w 12192001"/>
              <a:gd name="connsiteY155" fmla="*/ 2173573 h 2344739"/>
              <a:gd name="connsiteX156" fmla="*/ 4515814 w 12192001"/>
              <a:gd name="connsiteY156" fmla="*/ 2163671 h 2344739"/>
              <a:gd name="connsiteX157" fmla="*/ 4428543 w 12192001"/>
              <a:gd name="connsiteY157" fmla="*/ 2153020 h 2344739"/>
              <a:gd name="connsiteX158" fmla="*/ 4362875 w 12192001"/>
              <a:gd name="connsiteY158" fmla="*/ 2151674 h 2344739"/>
              <a:gd name="connsiteX159" fmla="*/ 4316966 w 12192001"/>
              <a:gd name="connsiteY159" fmla="*/ 2158289 h 2344739"/>
              <a:gd name="connsiteX160" fmla="*/ 4315110 w 12192001"/>
              <a:gd name="connsiteY160" fmla="*/ 2156948 h 2344739"/>
              <a:gd name="connsiteX161" fmla="*/ 4295144 w 12192001"/>
              <a:gd name="connsiteY161" fmla="*/ 2155069 h 2344739"/>
              <a:gd name="connsiteX162" fmla="*/ 4290064 w 12192001"/>
              <a:gd name="connsiteY162" fmla="*/ 2157986 h 2344739"/>
              <a:gd name="connsiteX163" fmla="*/ 4276142 w 12192001"/>
              <a:gd name="connsiteY163" fmla="*/ 2157740 h 2344739"/>
              <a:gd name="connsiteX164" fmla="*/ 4248117 w 12192001"/>
              <a:gd name="connsiteY164" fmla="*/ 2160064 h 2344739"/>
              <a:gd name="connsiteX165" fmla="*/ 4202051 w 12192001"/>
              <a:gd name="connsiteY165" fmla="*/ 2157269 h 2344739"/>
              <a:gd name="connsiteX166" fmla="*/ 4201745 w 12192001"/>
              <a:gd name="connsiteY166" fmla="*/ 2156010 h 2344739"/>
              <a:gd name="connsiteX167" fmla="*/ 4191248 w 12192001"/>
              <a:gd name="connsiteY167" fmla="*/ 2150376 h 2344739"/>
              <a:gd name="connsiteX168" fmla="*/ 4142745 w 12192001"/>
              <a:gd name="connsiteY168" fmla="*/ 2134511 h 2344739"/>
              <a:gd name="connsiteX169" fmla="*/ 4083097 w 12192001"/>
              <a:gd name="connsiteY169" fmla="*/ 2107978 h 2344739"/>
              <a:gd name="connsiteX170" fmla="*/ 4074546 w 12192001"/>
              <a:gd name="connsiteY170" fmla="*/ 2107143 h 2344739"/>
              <a:gd name="connsiteX171" fmla="*/ 4074427 w 12192001"/>
              <a:gd name="connsiteY171" fmla="*/ 2106844 h 2344739"/>
              <a:gd name="connsiteX172" fmla="*/ 4065510 w 12192001"/>
              <a:gd name="connsiteY172" fmla="*/ 2105400 h 2344739"/>
              <a:gd name="connsiteX173" fmla="*/ 4058954 w 12192001"/>
              <a:gd name="connsiteY173" fmla="*/ 2105618 h 2344739"/>
              <a:gd name="connsiteX174" fmla="*/ 4042364 w 12192001"/>
              <a:gd name="connsiteY174" fmla="*/ 2103997 h 2344739"/>
              <a:gd name="connsiteX175" fmla="*/ 4036997 w 12192001"/>
              <a:gd name="connsiteY175" fmla="*/ 2101563 h 2344739"/>
              <a:gd name="connsiteX176" fmla="*/ 4035363 w 12192001"/>
              <a:gd name="connsiteY176" fmla="*/ 2097896 h 2344739"/>
              <a:gd name="connsiteX177" fmla="*/ 4033778 w 12192001"/>
              <a:gd name="connsiteY177" fmla="*/ 2098131 h 2344739"/>
              <a:gd name="connsiteX178" fmla="*/ 4004538 w 12192001"/>
              <a:gd name="connsiteY178" fmla="*/ 2085563 h 2344739"/>
              <a:gd name="connsiteX179" fmla="*/ 3936846 w 12192001"/>
              <a:gd name="connsiteY179" fmla="*/ 2068106 h 2344739"/>
              <a:gd name="connsiteX180" fmla="*/ 3897275 w 12192001"/>
              <a:gd name="connsiteY180" fmla="*/ 2062451 h 2344739"/>
              <a:gd name="connsiteX181" fmla="*/ 3789760 w 12192001"/>
              <a:gd name="connsiteY181" fmla="*/ 2042213 h 2344739"/>
              <a:gd name="connsiteX182" fmla="*/ 3682513 w 12192001"/>
              <a:gd name="connsiteY182" fmla="*/ 2018290 h 2344739"/>
              <a:gd name="connsiteX183" fmla="*/ 3610035 w 12192001"/>
              <a:gd name="connsiteY183" fmla="*/ 1986019 h 2344739"/>
              <a:gd name="connsiteX184" fmla="*/ 3603855 w 12192001"/>
              <a:gd name="connsiteY184" fmla="*/ 1987381 h 2344739"/>
              <a:gd name="connsiteX185" fmla="*/ 3594736 w 12192001"/>
              <a:gd name="connsiteY185" fmla="*/ 1987545 h 2344739"/>
              <a:gd name="connsiteX186" fmla="*/ 3594501 w 12192001"/>
              <a:gd name="connsiteY186" fmla="*/ 1987276 h 2344739"/>
              <a:gd name="connsiteX187" fmla="*/ 3585978 w 12192001"/>
              <a:gd name="connsiteY187" fmla="*/ 1987966 h 2344739"/>
              <a:gd name="connsiteX188" fmla="*/ 3536135 w 12192001"/>
              <a:gd name="connsiteY188" fmla="*/ 1978267 h 2344739"/>
              <a:gd name="connsiteX189" fmla="*/ 3473223 w 12192001"/>
              <a:gd name="connsiteY189" fmla="*/ 1974606 h 2344739"/>
              <a:gd name="connsiteX190" fmla="*/ 3400728 w 12192001"/>
              <a:gd name="connsiteY190" fmla="*/ 1962558 h 2344739"/>
              <a:gd name="connsiteX191" fmla="*/ 3363888 w 12192001"/>
              <a:gd name="connsiteY191" fmla="*/ 1979510 h 2344739"/>
              <a:gd name="connsiteX192" fmla="*/ 3344026 w 12192001"/>
              <a:gd name="connsiteY192" fmla="*/ 1981192 h 2344739"/>
              <a:gd name="connsiteX193" fmla="*/ 3341698 w 12192001"/>
              <a:gd name="connsiteY193" fmla="*/ 1980217 h 2344739"/>
              <a:gd name="connsiteX194" fmla="*/ 3262356 w 12192001"/>
              <a:gd name="connsiteY194" fmla="*/ 1986094 h 2344739"/>
              <a:gd name="connsiteX195" fmla="*/ 3142556 w 12192001"/>
              <a:gd name="connsiteY195" fmla="*/ 1993869 h 2344739"/>
              <a:gd name="connsiteX196" fmla="*/ 3030291 w 12192001"/>
              <a:gd name="connsiteY196" fmla="*/ 1996512 h 2344739"/>
              <a:gd name="connsiteX197" fmla="*/ 2781569 w 12192001"/>
              <a:gd name="connsiteY197" fmla="*/ 2018333 h 2344739"/>
              <a:gd name="connsiteX198" fmla="*/ 2646527 w 12192001"/>
              <a:gd name="connsiteY198" fmla="*/ 2028869 h 2344739"/>
              <a:gd name="connsiteX199" fmla="*/ 2568028 w 12192001"/>
              <a:gd name="connsiteY199" fmla="*/ 2002628 h 2344739"/>
              <a:gd name="connsiteX200" fmla="*/ 2443255 w 12192001"/>
              <a:gd name="connsiteY200" fmla="*/ 2016529 h 2344739"/>
              <a:gd name="connsiteX201" fmla="*/ 2315112 w 12192001"/>
              <a:gd name="connsiteY201" fmla="*/ 2024996 h 2344739"/>
              <a:gd name="connsiteX202" fmla="*/ 2208578 w 12192001"/>
              <a:gd name="connsiteY202" fmla="*/ 2019763 h 2344739"/>
              <a:gd name="connsiteX203" fmla="*/ 2094665 w 12192001"/>
              <a:gd name="connsiteY203" fmla="*/ 2003052 h 2344739"/>
              <a:gd name="connsiteX204" fmla="*/ 1997356 w 12192001"/>
              <a:gd name="connsiteY204" fmla="*/ 1995032 h 2344739"/>
              <a:gd name="connsiteX205" fmla="*/ 1928172 w 12192001"/>
              <a:gd name="connsiteY205" fmla="*/ 2016977 h 2344739"/>
              <a:gd name="connsiteX206" fmla="*/ 1921650 w 12192001"/>
              <a:gd name="connsiteY206" fmla="*/ 2012146 h 2344739"/>
              <a:gd name="connsiteX207" fmla="*/ 1873080 w 12192001"/>
              <a:gd name="connsiteY207" fmla="*/ 2013741 h 2344739"/>
              <a:gd name="connsiteX208" fmla="*/ 1786655 w 12192001"/>
              <a:gd name="connsiteY208" fmla="*/ 2041363 h 2344739"/>
              <a:gd name="connsiteX209" fmla="*/ 1738204 w 12192001"/>
              <a:gd name="connsiteY209" fmla="*/ 2036312 h 2344739"/>
              <a:gd name="connsiteX210" fmla="*/ 1675071 w 12192001"/>
              <a:gd name="connsiteY210" fmla="*/ 2019963 h 2344739"/>
              <a:gd name="connsiteX211" fmla="*/ 1608669 w 12192001"/>
              <a:gd name="connsiteY211" fmla="*/ 2013066 h 2344739"/>
              <a:gd name="connsiteX212" fmla="*/ 1496110 w 12192001"/>
              <a:gd name="connsiteY212" fmla="*/ 1987476 h 2344739"/>
              <a:gd name="connsiteX213" fmla="*/ 1149979 w 12192001"/>
              <a:gd name="connsiteY213" fmla="*/ 1938041 h 2344739"/>
              <a:gd name="connsiteX214" fmla="*/ 858269 w 12192001"/>
              <a:gd name="connsiteY214" fmla="*/ 1928608 h 2344739"/>
              <a:gd name="connsiteX215" fmla="*/ 837540 w 12192001"/>
              <a:gd name="connsiteY215" fmla="*/ 1929821 h 2344739"/>
              <a:gd name="connsiteX216" fmla="*/ 816809 w 12192001"/>
              <a:gd name="connsiteY216" fmla="*/ 1927857 h 2344739"/>
              <a:gd name="connsiteX217" fmla="*/ 811506 w 12192001"/>
              <a:gd name="connsiteY217" fmla="*/ 1930751 h 2344739"/>
              <a:gd name="connsiteX218" fmla="*/ 797041 w 12192001"/>
              <a:gd name="connsiteY218" fmla="*/ 1930446 h 2344739"/>
              <a:gd name="connsiteX219" fmla="*/ 767901 w 12192001"/>
              <a:gd name="connsiteY219" fmla="*/ 1932653 h 2344739"/>
              <a:gd name="connsiteX220" fmla="*/ 763053 w 12192001"/>
              <a:gd name="connsiteY220" fmla="*/ 1930432 h 2344739"/>
              <a:gd name="connsiteX221" fmla="*/ 720047 w 12192001"/>
              <a:gd name="connsiteY221" fmla="*/ 1929661 h 2344739"/>
              <a:gd name="connsiteX222" fmla="*/ 719742 w 12192001"/>
              <a:gd name="connsiteY222" fmla="*/ 1928399 h 2344739"/>
              <a:gd name="connsiteX223" fmla="*/ 708875 w 12192001"/>
              <a:gd name="connsiteY223" fmla="*/ 1922722 h 2344739"/>
              <a:gd name="connsiteX224" fmla="*/ 596792 w 12192001"/>
              <a:gd name="connsiteY224" fmla="*/ 1879864 h 2344739"/>
              <a:gd name="connsiteX225" fmla="*/ 578535 w 12192001"/>
              <a:gd name="connsiteY225" fmla="*/ 1877212 h 2344739"/>
              <a:gd name="connsiteX226" fmla="*/ 571717 w 12192001"/>
              <a:gd name="connsiteY226" fmla="*/ 1877401 h 2344739"/>
              <a:gd name="connsiteX227" fmla="*/ 445099 w 12192001"/>
              <a:gd name="connsiteY227" fmla="*/ 1839371 h 2344739"/>
              <a:gd name="connsiteX228" fmla="*/ 404015 w 12192001"/>
              <a:gd name="connsiteY228" fmla="*/ 1833548 h 2344739"/>
              <a:gd name="connsiteX229" fmla="*/ 292435 w 12192001"/>
              <a:gd name="connsiteY229" fmla="*/ 1812852 h 2344739"/>
              <a:gd name="connsiteX230" fmla="*/ 118381 w 12192001"/>
              <a:gd name="connsiteY230" fmla="*/ 1761047 h 2344739"/>
              <a:gd name="connsiteX231" fmla="*/ 15526 w 12192001"/>
              <a:gd name="connsiteY231" fmla="*/ 1758191 h 2344739"/>
              <a:gd name="connsiteX232" fmla="*/ 2 w 12192001"/>
              <a:gd name="connsiteY232" fmla="*/ 1752722 h 2344739"/>
              <a:gd name="connsiteX233" fmla="*/ 1 w 12192001"/>
              <a:gd name="connsiteY233" fmla="*/ 762497 h 2344739"/>
              <a:gd name="connsiteX234" fmla="*/ 0 w 12192001"/>
              <a:gd name="connsiteY234" fmla="*/ 762497 h 2344739"/>
              <a:gd name="connsiteX235" fmla="*/ 0 w 12192001"/>
              <a:gd name="connsiteY235" fmla="*/ 222213 h 2344739"/>
              <a:gd name="connsiteX236" fmla="*/ 0 w 12192001"/>
              <a:gd name="connsiteY236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309326 w 12192001"/>
              <a:gd name="connsiteY26" fmla="*/ 1274846 h 2344739"/>
              <a:gd name="connsiteX27" fmla="*/ 11294224 w 12192001"/>
              <a:gd name="connsiteY27" fmla="*/ 1283683 h 2344739"/>
              <a:gd name="connsiteX28" fmla="*/ 11245526 w 12192001"/>
              <a:gd name="connsiteY28" fmla="*/ 1274060 h 2344739"/>
              <a:gd name="connsiteX29" fmla="*/ 11227161 w 12192001"/>
              <a:gd name="connsiteY29" fmla="*/ 1276236 h 2344739"/>
              <a:gd name="connsiteX30" fmla="*/ 11216939 w 12192001"/>
              <a:gd name="connsiteY30" fmla="*/ 1275961 h 2344739"/>
              <a:gd name="connsiteX31" fmla="*/ 11216036 w 12192001"/>
              <a:gd name="connsiteY31" fmla="*/ 1275018 h 2344739"/>
              <a:gd name="connsiteX32" fmla="*/ 11187737 w 12192001"/>
              <a:gd name="connsiteY32" fmla="*/ 1292383 h 2344739"/>
              <a:gd name="connsiteX33" fmla="*/ 11183353 w 12192001"/>
              <a:gd name="connsiteY33" fmla="*/ 1292525 h 2344739"/>
              <a:gd name="connsiteX34" fmla="*/ 11165706 w 12192001"/>
              <a:gd name="connsiteY34" fmla="*/ 1306612 h 2344739"/>
              <a:gd name="connsiteX35" fmla="*/ 11156163 w 12192001"/>
              <a:gd name="connsiteY35" fmla="*/ 1312414 h 2344739"/>
              <a:gd name="connsiteX36" fmla="*/ 11154348 w 12192001"/>
              <a:gd name="connsiteY36" fmla="*/ 1317097 h 2344739"/>
              <a:gd name="connsiteX37" fmla="*/ 11139813 w 12192001"/>
              <a:gd name="connsiteY37" fmla="*/ 1324115 h 2344739"/>
              <a:gd name="connsiteX38" fmla="*/ 11137813 w 12192001"/>
              <a:gd name="connsiteY38" fmla="*/ 1323772 h 2344739"/>
              <a:gd name="connsiteX39" fmla="*/ 11127060 w 12192001"/>
              <a:gd name="connsiteY39" fmla="*/ 1333832 h 2344739"/>
              <a:gd name="connsiteX40" fmla="*/ 11119543 w 12192001"/>
              <a:gd name="connsiteY40" fmla="*/ 1347424 h 2344739"/>
              <a:gd name="connsiteX41" fmla="*/ 10893535 w 12192001"/>
              <a:gd name="connsiteY41" fmla="*/ 1473399 h 2344739"/>
              <a:gd name="connsiteX42" fmla="*/ 10772152 w 12192001"/>
              <a:gd name="connsiteY42" fmla="*/ 1523191 h 2344739"/>
              <a:gd name="connsiteX43" fmla="*/ 10626520 w 12192001"/>
              <a:gd name="connsiteY43" fmla="*/ 1559229 h 2344739"/>
              <a:gd name="connsiteX44" fmla="*/ 10580747 w 12192001"/>
              <a:gd name="connsiteY44" fmla="*/ 1568689 h 2344739"/>
              <a:gd name="connsiteX45" fmla="*/ 10546642 w 12192001"/>
              <a:gd name="connsiteY45" fmla="*/ 1598423 h 2344739"/>
              <a:gd name="connsiteX46" fmla="*/ 10528495 w 12192001"/>
              <a:gd name="connsiteY46" fmla="*/ 1596907 h 2344739"/>
              <a:gd name="connsiteX47" fmla="*/ 10525298 w 12192001"/>
              <a:gd name="connsiteY47" fmla="*/ 1596411 h 2344739"/>
              <a:gd name="connsiteX48" fmla="*/ 10513981 w 12192001"/>
              <a:gd name="connsiteY48" fmla="*/ 1599537 h 2344739"/>
              <a:gd name="connsiteX49" fmla="*/ 10490587 w 12192001"/>
              <a:gd name="connsiteY49" fmla="*/ 1594156 h 2344739"/>
              <a:gd name="connsiteX50" fmla="*/ 10470270 w 12192001"/>
              <a:gd name="connsiteY50" fmla="*/ 1601693 h 2344739"/>
              <a:gd name="connsiteX51" fmla="*/ 10375894 w 12192001"/>
              <a:gd name="connsiteY51" fmla="*/ 1644598 h 2344739"/>
              <a:gd name="connsiteX52" fmla="*/ 10318190 w 12192001"/>
              <a:gd name="connsiteY52" fmla="*/ 1666221 h 2344739"/>
              <a:gd name="connsiteX53" fmla="*/ 10294319 w 12192001"/>
              <a:gd name="connsiteY53" fmla="*/ 1668079 h 2344739"/>
              <a:gd name="connsiteX54" fmla="*/ 10262295 w 12192001"/>
              <a:gd name="connsiteY54" fmla="*/ 1674948 h 2344739"/>
              <a:gd name="connsiteX55" fmla="*/ 10204270 w 12192001"/>
              <a:gd name="connsiteY55" fmla="*/ 1682149 h 2344739"/>
              <a:gd name="connsiteX56" fmla="*/ 10176611 w 12192001"/>
              <a:gd name="connsiteY56" fmla="*/ 1692943 h 2344739"/>
              <a:gd name="connsiteX57" fmla="*/ 10163922 w 12192001"/>
              <a:gd name="connsiteY57" fmla="*/ 1693739 h 2344739"/>
              <a:gd name="connsiteX58" fmla="*/ 10155160 w 12192001"/>
              <a:gd name="connsiteY58" fmla="*/ 1707487 h 2344739"/>
              <a:gd name="connsiteX59" fmla="*/ 10117119 w 12192001"/>
              <a:gd name="connsiteY59" fmla="*/ 1731142 h 2344739"/>
              <a:gd name="connsiteX60" fmla="*/ 10100445 w 12192001"/>
              <a:gd name="connsiteY60" fmla="*/ 1742432 h 2344739"/>
              <a:gd name="connsiteX61" fmla="*/ 10082169 w 12192001"/>
              <a:gd name="connsiteY61" fmla="*/ 1743296 h 2344739"/>
              <a:gd name="connsiteX62" fmla="*/ 10039240 w 12192001"/>
              <a:gd name="connsiteY62" fmla="*/ 1741632 h 2344739"/>
              <a:gd name="connsiteX63" fmla="*/ 9960019 w 12192001"/>
              <a:gd name="connsiteY63" fmla="*/ 1757147 h 2344739"/>
              <a:gd name="connsiteX64" fmla="*/ 9847792 w 12192001"/>
              <a:gd name="connsiteY64" fmla="*/ 1763915 h 2344739"/>
              <a:gd name="connsiteX65" fmla="*/ 9728309 w 12192001"/>
              <a:gd name="connsiteY65" fmla="*/ 1784122 h 2344739"/>
              <a:gd name="connsiteX66" fmla="*/ 9584507 w 12192001"/>
              <a:gd name="connsiteY66" fmla="*/ 1795542 h 2344739"/>
              <a:gd name="connsiteX67" fmla="*/ 9343052 w 12192001"/>
              <a:gd name="connsiteY67" fmla="*/ 1841244 h 2344739"/>
              <a:gd name="connsiteX68" fmla="*/ 9231370 w 12192001"/>
              <a:gd name="connsiteY68" fmla="*/ 1893149 h 2344739"/>
              <a:gd name="connsiteX69" fmla="*/ 9194810 w 12192001"/>
              <a:gd name="connsiteY69" fmla="*/ 1903228 h 2344739"/>
              <a:gd name="connsiteX70" fmla="*/ 9189246 w 12192001"/>
              <a:gd name="connsiteY70" fmla="*/ 1912467 h 2344739"/>
              <a:gd name="connsiteX71" fmla="*/ 9151232 w 12192001"/>
              <a:gd name="connsiteY71" fmla="*/ 1923669 h 2344739"/>
              <a:gd name="connsiteX72" fmla="*/ 9150210 w 12192001"/>
              <a:gd name="connsiteY72" fmla="*/ 1922604 h 2344739"/>
              <a:gd name="connsiteX73" fmla="*/ 9137318 w 12192001"/>
              <a:gd name="connsiteY73" fmla="*/ 1920435 h 2344739"/>
              <a:gd name="connsiteX74" fmla="*/ 9113812 w 12192001"/>
              <a:gd name="connsiteY74" fmla="*/ 1919069 h 2344739"/>
              <a:gd name="connsiteX75" fmla="*/ 9053453 w 12192001"/>
              <a:gd name="connsiteY75" fmla="*/ 1910755 h 2344739"/>
              <a:gd name="connsiteX76" fmla="*/ 9005486 w 12192001"/>
              <a:gd name="connsiteY76" fmla="*/ 1914040 h 2344739"/>
              <a:gd name="connsiteX77" fmla="*/ 9005201 w 12192001"/>
              <a:gd name="connsiteY77" fmla="*/ 1913800 h 2344739"/>
              <a:gd name="connsiteX78" fmla="*/ 8996232 w 12192001"/>
              <a:gd name="connsiteY78" fmla="*/ 1915011 h 2344739"/>
              <a:gd name="connsiteX79" fmla="*/ 8990394 w 12192001"/>
              <a:gd name="connsiteY79" fmla="*/ 1917072 h 2344739"/>
              <a:gd name="connsiteX80" fmla="*/ 8974337 w 12192001"/>
              <a:gd name="connsiteY80" fmla="*/ 1920298 h 2344739"/>
              <a:gd name="connsiteX81" fmla="*/ 8968011 w 12192001"/>
              <a:gd name="connsiteY81" fmla="*/ 1919598 h 2344739"/>
              <a:gd name="connsiteX82" fmla="*/ 8963048 w 12192001"/>
              <a:gd name="connsiteY82" fmla="*/ 1917373 h 2344739"/>
              <a:gd name="connsiteX83" fmla="*/ 8928988 w 12192001"/>
              <a:gd name="connsiteY83" fmla="*/ 1914185 h 2344739"/>
              <a:gd name="connsiteX84" fmla="*/ 8752444 w 12192001"/>
              <a:gd name="connsiteY84" fmla="*/ 1933417 h 2344739"/>
              <a:gd name="connsiteX85" fmla="*/ 8707847 w 12192001"/>
              <a:gd name="connsiteY85" fmla="*/ 1935518 h 2344739"/>
              <a:gd name="connsiteX86" fmla="*/ 8596071 w 12192001"/>
              <a:gd name="connsiteY86" fmla="*/ 1944090 h 2344739"/>
              <a:gd name="connsiteX87" fmla="*/ 8525230 w 12192001"/>
              <a:gd name="connsiteY87" fmla="*/ 1929248 h 2344739"/>
              <a:gd name="connsiteX88" fmla="*/ 8510983 w 12192001"/>
              <a:gd name="connsiteY88" fmla="*/ 1935163 h 2344739"/>
              <a:gd name="connsiteX89" fmla="*/ 8506167 w 12192001"/>
              <a:gd name="connsiteY89" fmla="*/ 1938164 h 2344739"/>
              <a:gd name="connsiteX90" fmla="*/ 8497968 w 12192001"/>
              <a:gd name="connsiteY90" fmla="*/ 1940902 h 2344739"/>
              <a:gd name="connsiteX91" fmla="*/ 8497594 w 12192001"/>
              <a:gd name="connsiteY91" fmla="*/ 1940723 h 2344739"/>
              <a:gd name="connsiteX92" fmla="*/ 8490249 w 12192001"/>
              <a:gd name="connsiteY92" fmla="*/ 1943773 h 2344739"/>
              <a:gd name="connsiteX93" fmla="*/ 8367182 w 12192001"/>
              <a:gd name="connsiteY93" fmla="*/ 1957815 h 2344739"/>
              <a:gd name="connsiteX94" fmla="*/ 8353799 w 12192001"/>
              <a:gd name="connsiteY94" fmla="*/ 1958009 h 2344739"/>
              <a:gd name="connsiteX95" fmla="*/ 8352373 w 12192001"/>
              <a:gd name="connsiteY95" fmla="*/ 1957169 h 2344739"/>
              <a:gd name="connsiteX96" fmla="*/ 8320104 w 12192001"/>
              <a:gd name="connsiteY96" fmla="*/ 1974587 h 2344739"/>
              <a:gd name="connsiteX97" fmla="*/ 8314433 w 12192001"/>
              <a:gd name="connsiteY97" fmla="*/ 1974913 h 2344739"/>
              <a:gd name="connsiteX98" fmla="*/ 8295174 w 12192001"/>
              <a:gd name="connsiteY98" fmla="*/ 1988808 h 2344739"/>
              <a:gd name="connsiteX99" fmla="*/ 8284276 w 12192001"/>
              <a:gd name="connsiteY99" fmla="*/ 1994631 h 2344739"/>
              <a:gd name="connsiteX100" fmla="*/ 8283150 w 12192001"/>
              <a:gd name="connsiteY100" fmla="*/ 1999074 h 2344739"/>
              <a:gd name="connsiteX101" fmla="*/ 8266076 w 12192001"/>
              <a:gd name="connsiteY101" fmla="*/ 2006249 h 2344739"/>
              <a:gd name="connsiteX102" fmla="*/ 8263377 w 12192001"/>
              <a:gd name="connsiteY102" fmla="*/ 2006019 h 2344739"/>
              <a:gd name="connsiteX103" fmla="*/ 8252033 w 12192001"/>
              <a:gd name="connsiteY103" fmla="*/ 2015862 h 2344739"/>
              <a:gd name="connsiteX104" fmla="*/ 8245834 w 12192001"/>
              <a:gd name="connsiteY104" fmla="*/ 2028854 h 2344739"/>
              <a:gd name="connsiteX105" fmla="*/ 8090272 w 12192001"/>
              <a:gd name="connsiteY105" fmla="*/ 2075015 h 2344739"/>
              <a:gd name="connsiteX106" fmla="*/ 7905407 w 12192001"/>
              <a:gd name="connsiteY106" fmla="*/ 2116988 h 2344739"/>
              <a:gd name="connsiteX107" fmla="*/ 7718745 w 12192001"/>
              <a:gd name="connsiteY107" fmla="*/ 2142703 h 2344739"/>
              <a:gd name="connsiteX108" fmla="*/ 7614347 w 12192001"/>
              <a:gd name="connsiteY108" fmla="*/ 2139232 h 2344739"/>
              <a:gd name="connsiteX109" fmla="*/ 7527543 w 12192001"/>
              <a:gd name="connsiteY109" fmla="*/ 2145060 h 2344739"/>
              <a:gd name="connsiteX110" fmla="*/ 7519571 w 12192001"/>
              <a:gd name="connsiteY110" fmla="*/ 2147613 h 2344739"/>
              <a:gd name="connsiteX111" fmla="*/ 7507411 w 12192001"/>
              <a:gd name="connsiteY111" fmla="*/ 2148948 h 2344739"/>
              <a:gd name="connsiteX112" fmla="*/ 7507040 w 12192001"/>
              <a:gd name="connsiteY112" fmla="*/ 2148621 h 2344739"/>
              <a:gd name="connsiteX113" fmla="*/ 7495795 w 12192001"/>
              <a:gd name="connsiteY113" fmla="*/ 2150573 h 2344739"/>
              <a:gd name="connsiteX114" fmla="*/ 7405391 w 12192001"/>
              <a:gd name="connsiteY114" fmla="*/ 2142468 h 2344739"/>
              <a:gd name="connsiteX115" fmla="*/ 7312180 w 12192001"/>
              <a:gd name="connsiteY115" fmla="*/ 2132873 h 2344739"/>
              <a:gd name="connsiteX116" fmla="*/ 7310853 w 12192001"/>
              <a:gd name="connsiteY116" fmla="*/ 2131431 h 2344739"/>
              <a:gd name="connsiteX117" fmla="*/ 7218559 w 12192001"/>
              <a:gd name="connsiteY117" fmla="*/ 2156680 h 2344739"/>
              <a:gd name="connsiteX118" fmla="*/ 7201101 w 12192001"/>
              <a:gd name="connsiteY118" fmla="*/ 2161230 h 2344739"/>
              <a:gd name="connsiteX119" fmla="*/ 7197004 w 12192001"/>
              <a:gd name="connsiteY119" fmla="*/ 2166588 h 2344739"/>
              <a:gd name="connsiteX120" fmla="*/ 7170808 w 12192001"/>
              <a:gd name="connsiteY120" fmla="*/ 2171236 h 2344739"/>
              <a:gd name="connsiteX121" fmla="*/ 7096988 w 12192001"/>
              <a:gd name="connsiteY121" fmla="*/ 2183464 h 2344739"/>
              <a:gd name="connsiteX122" fmla="*/ 7018496 w 12192001"/>
              <a:gd name="connsiteY122" fmla="*/ 2183090 h 2344739"/>
              <a:gd name="connsiteX123" fmla="*/ 6904146 w 12192001"/>
              <a:gd name="connsiteY123" fmla="*/ 2212596 h 2344739"/>
              <a:gd name="connsiteX124" fmla="*/ 6708222 w 12192001"/>
              <a:gd name="connsiteY124" fmla="*/ 2240551 h 2344739"/>
              <a:gd name="connsiteX125" fmla="*/ 6549454 w 12192001"/>
              <a:gd name="connsiteY125" fmla="*/ 2269327 h 2344739"/>
              <a:gd name="connsiteX126" fmla="*/ 6317560 w 12192001"/>
              <a:gd name="connsiteY126" fmla="*/ 2316127 h 2344739"/>
              <a:gd name="connsiteX127" fmla="*/ 6168674 w 12192001"/>
              <a:gd name="connsiteY127" fmla="*/ 2318214 h 2344739"/>
              <a:gd name="connsiteX128" fmla="*/ 6073848 w 12192001"/>
              <a:gd name="connsiteY128" fmla="*/ 2338676 h 2344739"/>
              <a:gd name="connsiteX129" fmla="*/ 6068529 w 12192001"/>
              <a:gd name="connsiteY129" fmla="*/ 2337139 h 2344739"/>
              <a:gd name="connsiteX130" fmla="*/ 6048638 w 12192001"/>
              <a:gd name="connsiteY130" fmla="*/ 2337822 h 2344739"/>
              <a:gd name="connsiteX131" fmla="*/ 6041285 w 12192001"/>
              <a:gd name="connsiteY131" fmla="*/ 2329473 h 2344739"/>
              <a:gd name="connsiteX132" fmla="*/ 6010090 w 12192001"/>
              <a:gd name="connsiteY132" fmla="*/ 2324380 h 2344739"/>
              <a:gd name="connsiteX133" fmla="*/ 5957375 w 12192001"/>
              <a:gd name="connsiteY133" fmla="*/ 2328024 h 2344739"/>
              <a:gd name="connsiteX134" fmla="*/ 5758919 w 12192001"/>
              <a:gd name="connsiteY134" fmla="*/ 2343716 h 2344739"/>
              <a:gd name="connsiteX135" fmla="*/ 5626960 w 12192001"/>
              <a:gd name="connsiteY135" fmla="*/ 2344739 h 2344739"/>
              <a:gd name="connsiteX136" fmla="*/ 5470906 w 12192001"/>
              <a:gd name="connsiteY136" fmla="*/ 2330719 h 2344739"/>
              <a:gd name="connsiteX137" fmla="*/ 5432761 w 12192001"/>
              <a:gd name="connsiteY137" fmla="*/ 2319466 h 2344739"/>
              <a:gd name="connsiteX138" fmla="*/ 5381669 w 12192001"/>
              <a:gd name="connsiteY138" fmla="*/ 2301764 h 2344739"/>
              <a:gd name="connsiteX139" fmla="*/ 5261764 w 12192001"/>
              <a:gd name="connsiteY139" fmla="*/ 2281347 h 2344739"/>
              <a:gd name="connsiteX140" fmla="*/ 5222961 w 12192001"/>
              <a:gd name="connsiteY140" fmla="*/ 2270223 h 2344739"/>
              <a:gd name="connsiteX141" fmla="*/ 5174660 w 12192001"/>
              <a:gd name="connsiteY141" fmla="*/ 2267233 h 2344739"/>
              <a:gd name="connsiteX142" fmla="*/ 5156554 w 12192001"/>
              <a:gd name="connsiteY142" fmla="*/ 2260010 h 2344739"/>
              <a:gd name="connsiteX143" fmla="*/ 5142599 w 12192001"/>
              <a:gd name="connsiteY143" fmla="*/ 2256610 h 2344739"/>
              <a:gd name="connsiteX144" fmla="*/ 5139596 w 12192001"/>
              <a:gd name="connsiteY144" fmla="*/ 2254509 h 2344739"/>
              <a:gd name="connsiteX145" fmla="*/ 5121659 w 12192001"/>
              <a:gd name="connsiteY145" fmla="*/ 2243656 h 2344739"/>
              <a:gd name="connsiteX146" fmla="*/ 5065790 w 12192001"/>
              <a:gd name="connsiteY146" fmla="*/ 2250227 h 2344739"/>
              <a:gd name="connsiteX147" fmla="*/ 5011514 w 12192001"/>
              <a:gd name="connsiteY147" fmla="*/ 2233846 h 2344739"/>
              <a:gd name="connsiteX148" fmla="*/ 4840441 w 12192001"/>
              <a:gd name="connsiteY148" fmla="*/ 2209829 h 2344739"/>
              <a:gd name="connsiteX149" fmla="*/ 4762447 w 12192001"/>
              <a:gd name="connsiteY149" fmla="*/ 2182061 h 2344739"/>
              <a:gd name="connsiteX150" fmla="*/ 4723186 w 12192001"/>
              <a:gd name="connsiteY150" fmla="*/ 2173047 h 2344739"/>
              <a:gd name="connsiteX151" fmla="*/ 4721176 w 12192001"/>
              <a:gd name="connsiteY151" fmla="*/ 2172298 h 2344739"/>
              <a:gd name="connsiteX152" fmla="*/ 4722111 w 12192001"/>
              <a:gd name="connsiteY152" fmla="*/ 2172087 h 2344739"/>
              <a:gd name="connsiteX153" fmla="*/ 4717202 w 12192001"/>
              <a:gd name="connsiteY153" fmla="*/ 2170817 h 2344739"/>
              <a:gd name="connsiteX154" fmla="*/ 4721176 w 12192001"/>
              <a:gd name="connsiteY154" fmla="*/ 2172298 h 2344739"/>
              <a:gd name="connsiteX155" fmla="*/ 4715526 w 12192001"/>
              <a:gd name="connsiteY155" fmla="*/ 2173573 h 2344739"/>
              <a:gd name="connsiteX156" fmla="*/ 4515814 w 12192001"/>
              <a:gd name="connsiteY156" fmla="*/ 2163671 h 2344739"/>
              <a:gd name="connsiteX157" fmla="*/ 4428543 w 12192001"/>
              <a:gd name="connsiteY157" fmla="*/ 2153020 h 2344739"/>
              <a:gd name="connsiteX158" fmla="*/ 4362875 w 12192001"/>
              <a:gd name="connsiteY158" fmla="*/ 2151674 h 2344739"/>
              <a:gd name="connsiteX159" fmla="*/ 4316966 w 12192001"/>
              <a:gd name="connsiteY159" fmla="*/ 2158289 h 2344739"/>
              <a:gd name="connsiteX160" fmla="*/ 4315110 w 12192001"/>
              <a:gd name="connsiteY160" fmla="*/ 2156948 h 2344739"/>
              <a:gd name="connsiteX161" fmla="*/ 4295144 w 12192001"/>
              <a:gd name="connsiteY161" fmla="*/ 2155069 h 2344739"/>
              <a:gd name="connsiteX162" fmla="*/ 4290064 w 12192001"/>
              <a:gd name="connsiteY162" fmla="*/ 2157986 h 2344739"/>
              <a:gd name="connsiteX163" fmla="*/ 4276142 w 12192001"/>
              <a:gd name="connsiteY163" fmla="*/ 2157740 h 2344739"/>
              <a:gd name="connsiteX164" fmla="*/ 4248117 w 12192001"/>
              <a:gd name="connsiteY164" fmla="*/ 2160064 h 2344739"/>
              <a:gd name="connsiteX165" fmla="*/ 4202051 w 12192001"/>
              <a:gd name="connsiteY165" fmla="*/ 2157269 h 2344739"/>
              <a:gd name="connsiteX166" fmla="*/ 4201745 w 12192001"/>
              <a:gd name="connsiteY166" fmla="*/ 2156010 h 2344739"/>
              <a:gd name="connsiteX167" fmla="*/ 4191248 w 12192001"/>
              <a:gd name="connsiteY167" fmla="*/ 2150376 h 2344739"/>
              <a:gd name="connsiteX168" fmla="*/ 4142745 w 12192001"/>
              <a:gd name="connsiteY168" fmla="*/ 2134511 h 2344739"/>
              <a:gd name="connsiteX169" fmla="*/ 4083097 w 12192001"/>
              <a:gd name="connsiteY169" fmla="*/ 2107978 h 2344739"/>
              <a:gd name="connsiteX170" fmla="*/ 4074546 w 12192001"/>
              <a:gd name="connsiteY170" fmla="*/ 2107143 h 2344739"/>
              <a:gd name="connsiteX171" fmla="*/ 4074427 w 12192001"/>
              <a:gd name="connsiteY171" fmla="*/ 2106844 h 2344739"/>
              <a:gd name="connsiteX172" fmla="*/ 4065510 w 12192001"/>
              <a:gd name="connsiteY172" fmla="*/ 2105400 h 2344739"/>
              <a:gd name="connsiteX173" fmla="*/ 4058954 w 12192001"/>
              <a:gd name="connsiteY173" fmla="*/ 2105618 h 2344739"/>
              <a:gd name="connsiteX174" fmla="*/ 4042364 w 12192001"/>
              <a:gd name="connsiteY174" fmla="*/ 2103997 h 2344739"/>
              <a:gd name="connsiteX175" fmla="*/ 4036997 w 12192001"/>
              <a:gd name="connsiteY175" fmla="*/ 2101563 h 2344739"/>
              <a:gd name="connsiteX176" fmla="*/ 4035363 w 12192001"/>
              <a:gd name="connsiteY176" fmla="*/ 2097896 h 2344739"/>
              <a:gd name="connsiteX177" fmla="*/ 4033778 w 12192001"/>
              <a:gd name="connsiteY177" fmla="*/ 2098131 h 2344739"/>
              <a:gd name="connsiteX178" fmla="*/ 4004538 w 12192001"/>
              <a:gd name="connsiteY178" fmla="*/ 2085563 h 2344739"/>
              <a:gd name="connsiteX179" fmla="*/ 3936846 w 12192001"/>
              <a:gd name="connsiteY179" fmla="*/ 2068106 h 2344739"/>
              <a:gd name="connsiteX180" fmla="*/ 3897275 w 12192001"/>
              <a:gd name="connsiteY180" fmla="*/ 2062451 h 2344739"/>
              <a:gd name="connsiteX181" fmla="*/ 3789760 w 12192001"/>
              <a:gd name="connsiteY181" fmla="*/ 2042213 h 2344739"/>
              <a:gd name="connsiteX182" fmla="*/ 3682513 w 12192001"/>
              <a:gd name="connsiteY182" fmla="*/ 2018290 h 2344739"/>
              <a:gd name="connsiteX183" fmla="*/ 3610035 w 12192001"/>
              <a:gd name="connsiteY183" fmla="*/ 1986019 h 2344739"/>
              <a:gd name="connsiteX184" fmla="*/ 3603855 w 12192001"/>
              <a:gd name="connsiteY184" fmla="*/ 1987381 h 2344739"/>
              <a:gd name="connsiteX185" fmla="*/ 3594736 w 12192001"/>
              <a:gd name="connsiteY185" fmla="*/ 1987545 h 2344739"/>
              <a:gd name="connsiteX186" fmla="*/ 3594501 w 12192001"/>
              <a:gd name="connsiteY186" fmla="*/ 1987276 h 2344739"/>
              <a:gd name="connsiteX187" fmla="*/ 3585978 w 12192001"/>
              <a:gd name="connsiteY187" fmla="*/ 1987966 h 2344739"/>
              <a:gd name="connsiteX188" fmla="*/ 3536135 w 12192001"/>
              <a:gd name="connsiteY188" fmla="*/ 1978267 h 2344739"/>
              <a:gd name="connsiteX189" fmla="*/ 3473223 w 12192001"/>
              <a:gd name="connsiteY189" fmla="*/ 1974606 h 2344739"/>
              <a:gd name="connsiteX190" fmla="*/ 3400728 w 12192001"/>
              <a:gd name="connsiteY190" fmla="*/ 1962558 h 2344739"/>
              <a:gd name="connsiteX191" fmla="*/ 3363888 w 12192001"/>
              <a:gd name="connsiteY191" fmla="*/ 1979510 h 2344739"/>
              <a:gd name="connsiteX192" fmla="*/ 3344026 w 12192001"/>
              <a:gd name="connsiteY192" fmla="*/ 1981192 h 2344739"/>
              <a:gd name="connsiteX193" fmla="*/ 3341698 w 12192001"/>
              <a:gd name="connsiteY193" fmla="*/ 1980217 h 2344739"/>
              <a:gd name="connsiteX194" fmla="*/ 3262356 w 12192001"/>
              <a:gd name="connsiteY194" fmla="*/ 1986094 h 2344739"/>
              <a:gd name="connsiteX195" fmla="*/ 3142556 w 12192001"/>
              <a:gd name="connsiteY195" fmla="*/ 1993869 h 2344739"/>
              <a:gd name="connsiteX196" fmla="*/ 3030291 w 12192001"/>
              <a:gd name="connsiteY196" fmla="*/ 1996512 h 2344739"/>
              <a:gd name="connsiteX197" fmla="*/ 2781569 w 12192001"/>
              <a:gd name="connsiteY197" fmla="*/ 2018333 h 2344739"/>
              <a:gd name="connsiteX198" fmla="*/ 2646527 w 12192001"/>
              <a:gd name="connsiteY198" fmla="*/ 2028869 h 2344739"/>
              <a:gd name="connsiteX199" fmla="*/ 2568028 w 12192001"/>
              <a:gd name="connsiteY199" fmla="*/ 2002628 h 2344739"/>
              <a:gd name="connsiteX200" fmla="*/ 2443255 w 12192001"/>
              <a:gd name="connsiteY200" fmla="*/ 2016529 h 2344739"/>
              <a:gd name="connsiteX201" fmla="*/ 2315112 w 12192001"/>
              <a:gd name="connsiteY201" fmla="*/ 2024996 h 2344739"/>
              <a:gd name="connsiteX202" fmla="*/ 2208578 w 12192001"/>
              <a:gd name="connsiteY202" fmla="*/ 2019763 h 2344739"/>
              <a:gd name="connsiteX203" fmla="*/ 2094665 w 12192001"/>
              <a:gd name="connsiteY203" fmla="*/ 2003052 h 2344739"/>
              <a:gd name="connsiteX204" fmla="*/ 1997356 w 12192001"/>
              <a:gd name="connsiteY204" fmla="*/ 1995032 h 2344739"/>
              <a:gd name="connsiteX205" fmla="*/ 1928172 w 12192001"/>
              <a:gd name="connsiteY205" fmla="*/ 2016977 h 2344739"/>
              <a:gd name="connsiteX206" fmla="*/ 1921650 w 12192001"/>
              <a:gd name="connsiteY206" fmla="*/ 2012146 h 2344739"/>
              <a:gd name="connsiteX207" fmla="*/ 1873080 w 12192001"/>
              <a:gd name="connsiteY207" fmla="*/ 2013741 h 2344739"/>
              <a:gd name="connsiteX208" fmla="*/ 1786655 w 12192001"/>
              <a:gd name="connsiteY208" fmla="*/ 2041363 h 2344739"/>
              <a:gd name="connsiteX209" fmla="*/ 1738204 w 12192001"/>
              <a:gd name="connsiteY209" fmla="*/ 2036312 h 2344739"/>
              <a:gd name="connsiteX210" fmla="*/ 1675071 w 12192001"/>
              <a:gd name="connsiteY210" fmla="*/ 2019963 h 2344739"/>
              <a:gd name="connsiteX211" fmla="*/ 1608669 w 12192001"/>
              <a:gd name="connsiteY211" fmla="*/ 2013066 h 2344739"/>
              <a:gd name="connsiteX212" fmla="*/ 1496110 w 12192001"/>
              <a:gd name="connsiteY212" fmla="*/ 1987476 h 2344739"/>
              <a:gd name="connsiteX213" fmla="*/ 1149979 w 12192001"/>
              <a:gd name="connsiteY213" fmla="*/ 1938041 h 2344739"/>
              <a:gd name="connsiteX214" fmla="*/ 858269 w 12192001"/>
              <a:gd name="connsiteY214" fmla="*/ 1928608 h 2344739"/>
              <a:gd name="connsiteX215" fmla="*/ 837540 w 12192001"/>
              <a:gd name="connsiteY215" fmla="*/ 1929821 h 2344739"/>
              <a:gd name="connsiteX216" fmla="*/ 816809 w 12192001"/>
              <a:gd name="connsiteY216" fmla="*/ 1927857 h 2344739"/>
              <a:gd name="connsiteX217" fmla="*/ 811506 w 12192001"/>
              <a:gd name="connsiteY217" fmla="*/ 1930751 h 2344739"/>
              <a:gd name="connsiteX218" fmla="*/ 797041 w 12192001"/>
              <a:gd name="connsiteY218" fmla="*/ 1930446 h 2344739"/>
              <a:gd name="connsiteX219" fmla="*/ 767901 w 12192001"/>
              <a:gd name="connsiteY219" fmla="*/ 1932653 h 2344739"/>
              <a:gd name="connsiteX220" fmla="*/ 763053 w 12192001"/>
              <a:gd name="connsiteY220" fmla="*/ 1930432 h 2344739"/>
              <a:gd name="connsiteX221" fmla="*/ 720047 w 12192001"/>
              <a:gd name="connsiteY221" fmla="*/ 1929661 h 2344739"/>
              <a:gd name="connsiteX222" fmla="*/ 719742 w 12192001"/>
              <a:gd name="connsiteY222" fmla="*/ 1928399 h 2344739"/>
              <a:gd name="connsiteX223" fmla="*/ 708875 w 12192001"/>
              <a:gd name="connsiteY223" fmla="*/ 1922722 h 2344739"/>
              <a:gd name="connsiteX224" fmla="*/ 596792 w 12192001"/>
              <a:gd name="connsiteY224" fmla="*/ 1879864 h 2344739"/>
              <a:gd name="connsiteX225" fmla="*/ 578535 w 12192001"/>
              <a:gd name="connsiteY225" fmla="*/ 1877212 h 2344739"/>
              <a:gd name="connsiteX226" fmla="*/ 571717 w 12192001"/>
              <a:gd name="connsiteY226" fmla="*/ 1877401 h 2344739"/>
              <a:gd name="connsiteX227" fmla="*/ 445099 w 12192001"/>
              <a:gd name="connsiteY227" fmla="*/ 1839371 h 2344739"/>
              <a:gd name="connsiteX228" fmla="*/ 404015 w 12192001"/>
              <a:gd name="connsiteY228" fmla="*/ 1833548 h 2344739"/>
              <a:gd name="connsiteX229" fmla="*/ 292435 w 12192001"/>
              <a:gd name="connsiteY229" fmla="*/ 1812852 h 2344739"/>
              <a:gd name="connsiteX230" fmla="*/ 118381 w 12192001"/>
              <a:gd name="connsiteY230" fmla="*/ 1761047 h 2344739"/>
              <a:gd name="connsiteX231" fmla="*/ 15526 w 12192001"/>
              <a:gd name="connsiteY231" fmla="*/ 1758191 h 2344739"/>
              <a:gd name="connsiteX232" fmla="*/ 2 w 12192001"/>
              <a:gd name="connsiteY232" fmla="*/ 1752722 h 2344739"/>
              <a:gd name="connsiteX233" fmla="*/ 1 w 12192001"/>
              <a:gd name="connsiteY233" fmla="*/ 762497 h 2344739"/>
              <a:gd name="connsiteX234" fmla="*/ 0 w 12192001"/>
              <a:gd name="connsiteY234" fmla="*/ 762497 h 2344739"/>
              <a:gd name="connsiteX235" fmla="*/ 0 w 12192001"/>
              <a:gd name="connsiteY235" fmla="*/ 222213 h 2344739"/>
              <a:gd name="connsiteX236" fmla="*/ 0 w 12192001"/>
              <a:gd name="connsiteY236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309326 w 12192001"/>
              <a:gd name="connsiteY26" fmla="*/ 1274846 h 2344739"/>
              <a:gd name="connsiteX27" fmla="*/ 11245526 w 12192001"/>
              <a:gd name="connsiteY27" fmla="*/ 1274060 h 2344739"/>
              <a:gd name="connsiteX28" fmla="*/ 11227161 w 12192001"/>
              <a:gd name="connsiteY28" fmla="*/ 1276236 h 2344739"/>
              <a:gd name="connsiteX29" fmla="*/ 11216939 w 12192001"/>
              <a:gd name="connsiteY29" fmla="*/ 1275961 h 2344739"/>
              <a:gd name="connsiteX30" fmla="*/ 11216036 w 12192001"/>
              <a:gd name="connsiteY30" fmla="*/ 1275018 h 2344739"/>
              <a:gd name="connsiteX31" fmla="*/ 11187737 w 12192001"/>
              <a:gd name="connsiteY31" fmla="*/ 1292383 h 2344739"/>
              <a:gd name="connsiteX32" fmla="*/ 11183353 w 12192001"/>
              <a:gd name="connsiteY32" fmla="*/ 1292525 h 2344739"/>
              <a:gd name="connsiteX33" fmla="*/ 11165706 w 12192001"/>
              <a:gd name="connsiteY33" fmla="*/ 1306612 h 2344739"/>
              <a:gd name="connsiteX34" fmla="*/ 11156163 w 12192001"/>
              <a:gd name="connsiteY34" fmla="*/ 1312414 h 2344739"/>
              <a:gd name="connsiteX35" fmla="*/ 11154348 w 12192001"/>
              <a:gd name="connsiteY35" fmla="*/ 1317097 h 2344739"/>
              <a:gd name="connsiteX36" fmla="*/ 11139813 w 12192001"/>
              <a:gd name="connsiteY36" fmla="*/ 1324115 h 2344739"/>
              <a:gd name="connsiteX37" fmla="*/ 11137813 w 12192001"/>
              <a:gd name="connsiteY37" fmla="*/ 1323772 h 2344739"/>
              <a:gd name="connsiteX38" fmla="*/ 11127060 w 12192001"/>
              <a:gd name="connsiteY38" fmla="*/ 1333832 h 2344739"/>
              <a:gd name="connsiteX39" fmla="*/ 11119543 w 12192001"/>
              <a:gd name="connsiteY39" fmla="*/ 1347424 h 2344739"/>
              <a:gd name="connsiteX40" fmla="*/ 10893535 w 12192001"/>
              <a:gd name="connsiteY40" fmla="*/ 1473399 h 2344739"/>
              <a:gd name="connsiteX41" fmla="*/ 10772152 w 12192001"/>
              <a:gd name="connsiteY41" fmla="*/ 1523191 h 2344739"/>
              <a:gd name="connsiteX42" fmla="*/ 10626520 w 12192001"/>
              <a:gd name="connsiteY42" fmla="*/ 1559229 h 2344739"/>
              <a:gd name="connsiteX43" fmla="*/ 10580747 w 12192001"/>
              <a:gd name="connsiteY43" fmla="*/ 1568689 h 2344739"/>
              <a:gd name="connsiteX44" fmla="*/ 10546642 w 12192001"/>
              <a:gd name="connsiteY44" fmla="*/ 1598423 h 2344739"/>
              <a:gd name="connsiteX45" fmla="*/ 10528495 w 12192001"/>
              <a:gd name="connsiteY45" fmla="*/ 1596907 h 2344739"/>
              <a:gd name="connsiteX46" fmla="*/ 10525298 w 12192001"/>
              <a:gd name="connsiteY46" fmla="*/ 1596411 h 2344739"/>
              <a:gd name="connsiteX47" fmla="*/ 10513981 w 12192001"/>
              <a:gd name="connsiteY47" fmla="*/ 1599537 h 2344739"/>
              <a:gd name="connsiteX48" fmla="*/ 10490587 w 12192001"/>
              <a:gd name="connsiteY48" fmla="*/ 1594156 h 2344739"/>
              <a:gd name="connsiteX49" fmla="*/ 10470270 w 12192001"/>
              <a:gd name="connsiteY49" fmla="*/ 1601693 h 2344739"/>
              <a:gd name="connsiteX50" fmla="*/ 10375894 w 12192001"/>
              <a:gd name="connsiteY50" fmla="*/ 1644598 h 2344739"/>
              <a:gd name="connsiteX51" fmla="*/ 10318190 w 12192001"/>
              <a:gd name="connsiteY51" fmla="*/ 1666221 h 2344739"/>
              <a:gd name="connsiteX52" fmla="*/ 10294319 w 12192001"/>
              <a:gd name="connsiteY52" fmla="*/ 1668079 h 2344739"/>
              <a:gd name="connsiteX53" fmla="*/ 10262295 w 12192001"/>
              <a:gd name="connsiteY53" fmla="*/ 1674948 h 2344739"/>
              <a:gd name="connsiteX54" fmla="*/ 10204270 w 12192001"/>
              <a:gd name="connsiteY54" fmla="*/ 1682149 h 2344739"/>
              <a:gd name="connsiteX55" fmla="*/ 10176611 w 12192001"/>
              <a:gd name="connsiteY55" fmla="*/ 1692943 h 2344739"/>
              <a:gd name="connsiteX56" fmla="*/ 10163922 w 12192001"/>
              <a:gd name="connsiteY56" fmla="*/ 1693739 h 2344739"/>
              <a:gd name="connsiteX57" fmla="*/ 10155160 w 12192001"/>
              <a:gd name="connsiteY57" fmla="*/ 1707487 h 2344739"/>
              <a:gd name="connsiteX58" fmla="*/ 10117119 w 12192001"/>
              <a:gd name="connsiteY58" fmla="*/ 1731142 h 2344739"/>
              <a:gd name="connsiteX59" fmla="*/ 10100445 w 12192001"/>
              <a:gd name="connsiteY59" fmla="*/ 1742432 h 2344739"/>
              <a:gd name="connsiteX60" fmla="*/ 10082169 w 12192001"/>
              <a:gd name="connsiteY60" fmla="*/ 1743296 h 2344739"/>
              <a:gd name="connsiteX61" fmla="*/ 10039240 w 12192001"/>
              <a:gd name="connsiteY61" fmla="*/ 1741632 h 2344739"/>
              <a:gd name="connsiteX62" fmla="*/ 9960019 w 12192001"/>
              <a:gd name="connsiteY62" fmla="*/ 1757147 h 2344739"/>
              <a:gd name="connsiteX63" fmla="*/ 9847792 w 12192001"/>
              <a:gd name="connsiteY63" fmla="*/ 1763915 h 2344739"/>
              <a:gd name="connsiteX64" fmla="*/ 9728309 w 12192001"/>
              <a:gd name="connsiteY64" fmla="*/ 1784122 h 2344739"/>
              <a:gd name="connsiteX65" fmla="*/ 9584507 w 12192001"/>
              <a:gd name="connsiteY65" fmla="*/ 1795542 h 2344739"/>
              <a:gd name="connsiteX66" fmla="*/ 9343052 w 12192001"/>
              <a:gd name="connsiteY66" fmla="*/ 1841244 h 2344739"/>
              <a:gd name="connsiteX67" fmla="*/ 9231370 w 12192001"/>
              <a:gd name="connsiteY67" fmla="*/ 1893149 h 2344739"/>
              <a:gd name="connsiteX68" fmla="*/ 9194810 w 12192001"/>
              <a:gd name="connsiteY68" fmla="*/ 1903228 h 2344739"/>
              <a:gd name="connsiteX69" fmla="*/ 9189246 w 12192001"/>
              <a:gd name="connsiteY69" fmla="*/ 1912467 h 2344739"/>
              <a:gd name="connsiteX70" fmla="*/ 9151232 w 12192001"/>
              <a:gd name="connsiteY70" fmla="*/ 1923669 h 2344739"/>
              <a:gd name="connsiteX71" fmla="*/ 9150210 w 12192001"/>
              <a:gd name="connsiteY71" fmla="*/ 1922604 h 2344739"/>
              <a:gd name="connsiteX72" fmla="*/ 9137318 w 12192001"/>
              <a:gd name="connsiteY72" fmla="*/ 1920435 h 2344739"/>
              <a:gd name="connsiteX73" fmla="*/ 9113812 w 12192001"/>
              <a:gd name="connsiteY73" fmla="*/ 1919069 h 2344739"/>
              <a:gd name="connsiteX74" fmla="*/ 9053453 w 12192001"/>
              <a:gd name="connsiteY74" fmla="*/ 1910755 h 2344739"/>
              <a:gd name="connsiteX75" fmla="*/ 9005486 w 12192001"/>
              <a:gd name="connsiteY75" fmla="*/ 1914040 h 2344739"/>
              <a:gd name="connsiteX76" fmla="*/ 9005201 w 12192001"/>
              <a:gd name="connsiteY76" fmla="*/ 1913800 h 2344739"/>
              <a:gd name="connsiteX77" fmla="*/ 8996232 w 12192001"/>
              <a:gd name="connsiteY77" fmla="*/ 1915011 h 2344739"/>
              <a:gd name="connsiteX78" fmla="*/ 8990394 w 12192001"/>
              <a:gd name="connsiteY78" fmla="*/ 1917072 h 2344739"/>
              <a:gd name="connsiteX79" fmla="*/ 8974337 w 12192001"/>
              <a:gd name="connsiteY79" fmla="*/ 1920298 h 2344739"/>
              <a:gd name="connsiteX80" fmla="*/ 8968011 w 12192001"/>
              <a:gd name="connsiteY80" fmla="*/ 1919598 h 2344739"/>
              <a:gd name="connsiteX81" fmla="*/ 8963048 w 12192001"/>
              <a:gd name="connsiteY81" fmla="*/ 1917373 h 2344739"/>
              <a:gd name="connsiteX82" fmla="*/ 8928988 w 12192001"/>
              <a:gd name="connsiteY82" fmla="*/ 1914185 h 2344739"/>
              <a:gd name="connsiteX83" fmla="*/ 8752444 w 12192001"/>
              <a:gd name="connsiteY83" fmla="*/ 1933417 h 2344739"/>
              <a:gd name="connsiteX84" fmla="*/ 8707847 w 12192001"/>
              <a:gd name="connsiteY84" fmla="*/ 1935518 h 2344739"/>
              <a:gd name="connsiteX85" fmla="*/ 8596071 w 12192001"/>
              <a:gd name="connsiteY85" fmla="*/ 1944090 h 2344739"/>
              <a:gd name="connsiteX86" fmla="*/ 8525230 w 12192001"/>
              <a:gd name="connsiteY86" fmla="*/ 1929248 h 2344739"/>
              <a:gd name="connsiteX87" fmla="*/ 8510983 w 12192001"/>
              <a:gd name="connsiteY87" fmla="*/ 1935163 h 2344739"/>
              <a:gd name="connsiteX88" fmla="*/ 8506167 w 12192001"/>
              <a:gd name="connsiteY88" fmla="*/ 1938164 h 2344739"/>
              <a:gd name="connsiteX89" fmla="*/ 8497968 w 12192001"/>
              <a:gd name="connsiteY89" fmla="*/ 1940902 h 2344739"/>
              <a:gd name="connsiteX90" fmla="*/ 8497594 w 12192001"/>
              <a:gd name="connsiteY90" fmla="*/ 1940723 h 2344739"/>
              <a:gd name="connsiteX91" fmla="*/ 8490249 w 12192001"/>
              <a:gd name="connsiteY91" fmla="*/ 1943773 h 2344739"/>
              <a:gd name="connsiteX92" fmla="*/ 8367182 w 12192001"/>
              <a:gd name="connsiteY92" fmla="*/ 1957815 h 2344739"/>
              <a:gd name="connsiteX93" fmla="*/ 8353799 w 12192001"/>
              <a:gd name="connsiteY93" fmla="*/ 1958009 h 2344739"/>
              <a:gd name="connsiteX94" fmla="*/ 8352373 w 12192001"/>
              <a:gd name="connsiteY94" fmla="*/ 1957169 h 2344739"/>
              <a:gd name="connsiteX95" fmla="*/ 8320104 w 12192001"/>
              <a:gd name="connsiteY95" fmla="*/ 1974587 h 2344739"/>
              <a:gd name="connsiteX96" fmla="*/ 8314433 w 12192001"/>
              <a:gd name="connsiteY96" fmla="*/ 1974913 h 2344739"/>
              <a:gd name="connsiteX97" fmla="*/ 8295174 w 12192001"/>
              <a:gd name="connsiteY97" fmla="*/ 1988808 h 2344739"/>
              <a:gd name="connsiteX98" fmla="*/ 8284276 w 12192001"/>
              <a:gd name="connsiteY98" fmla="*/ 1994631 h 2344739"/>
              <a:gd name="connsiteX99" fmla="*/ 8283150 w 12192001"/>
              <a:gd name="connsiteY99" fmla="*/ 1999074 h 2344739"/>
              <a:gd name="connsiteX100" fmla="*/ 8266076 w 12192001"/>
              <a:gd name="connsiteY100" fmla="*/ 2006249 h 2344739"/>
              <a:gd name="connsiteX101" fmla="*/ 8263377 w 12192001"/>
              <a:gd name="connsiteY101" fmla="*/ 2006019 h 2344739"/>
              <a:gd name="connsiteX102" fmla="*/ 8252033 w 12192001"/>
              <a:gd name="connsiteY102" fmla="*/ 2015862 h 2344739"/>
              <a:gd name="connsiteX103" fmla="*/ 8245834 w 12192001"/>
              <a:gd name="connsiteY103" fmla="*/ 2028854 h 2344739"/>
              <a:gd name="connsiteX104" fmla="*/ 8090272 w 12192001"/>
              <a:gd name="connsiteY104" fmla="*/ 2075015 h 2344739"/>
              <a:gd name="connsiteX105" fmla="*/ 7905407 w 12192001"/>
              <a:gd name="connsiteY105" fmla="*/ 2116988 h 2344739"/>
              <a:gd name="connsiteX106" fmla="*/ 7718745 w 12192001"/>
              <a:gd name="connsiteY106" fmla="*/ 2142703 h 2344739"/>
              <a:gd name="connsiteX107" fmla="*/ 7614347 w 12192001"/>
              <a:gd name="connsiteY107" fmla="*/ 2139232 h 2344739"/>
              <a:gd name="connsiteX108" fmla="*/ 7527543 w 12192001"/>
              <a:gd name="connsiteY108" fmla="*/ 2145060 h 2344739"/>
              <a:gd name="connsiteX109" fmla="*/ 7519571 w 12192001"/>
              <a:gd name="connsiteY109" fmla="*/ 2147613 h 2344739"/>
              <a:gd name="connsiteX110" fmla="*/ 7507411 w 12192001"/>
              <a:gd name="connsiteY110" fmla="*/ 2148948 h 2344739"/>
              <a:gd name="connsiteX111" fmla="*/ 7507040 w 12192001"/>
              <a:gd name="connsiteY111" fmla="*/ 2148621 h 2344739"/>
              <a:gd name="connsiteX112" fmla="*/ 7495795 w 12192001"/>
              <a:gd name="connsiteY112" fmla="*/ 2150573 h 2344739"/>
              <a:gd name="connsiteX113" fmla="*/ 7405391 w 12192001"/>
              <a:gd name="connsiteY113" fmla="*/ 2142468 h 2344739"/>
              <a:gd name="connsiteX114" fmla="*/ 7312180 w 12192001"/>
              <a:gd name="connsiteY114" fmla="*/ 2132873 h 2344739"/>
              <a:gd name="connsiteX115" fmla="*/ 7310853 w 12192001"/>
              <a:gd name="connsiteY115" fmla="*/ 2131431 h 2344739"/>
              <a:gd name="connsiteX116" fmla="*/ 7218559 w 12192001"/>
              <a:gd name="connsiteY116" fmla="*/ 2156680 h 2344739"/>
              <a:gd name="connsiteX117" fmla="*/ 7201101 w 12192001"/>
              <a:gd name="connsiteY117" fmla="*/ 2161230 h 2344739"/>
              <a:gd name="connsiteX118" fmla="*/ 7197004 w 12192001"/>
              <a:gd name="connsiteY118" fmla="*/ 2166588 h 2344739"/>
              <a:gd name="connsiteX119" fmla="*/ 7170808 w 12192001"/>
              <a:gd name="connsiteY119" fmla="*/ 2171236 h 2344739"/>
              <a:gd name="connsiteX120" fmla="*/ 7096988 w 12192001"/>
              <a:gd name="connsiteY120" fmla="*/ 2183464 h 2344739"/>
              <a:gd name="connsiteX121" fmla="*/ 7018496 w 12192001"/>
              <a:gd name="connsiteY121" fmla="*/ 2183090 h 2344739"/>
              <a:gd name="connsiteX122" fmla="*/ 6904146 w 12192001"/>
              <a:gd name="connsiteY122" fmla="*/ 2212596 h 2344739"/>
              <a:gd name="connsiteX123" fmla="*/ 6708222 w 12192001"/>
              <a:gd name="connsiteY123" fmla="*/ 2240551 h 2344739"/>
              <a:gd name="connsiteX124" fmla="*/ 6549454 w 12192001"/>
              <a:gd name="connsiteY124" fmla="*/ 2269327 h 2344739"/>
              <a:gd name="connsiteX125" fmla="*/ 6317560 w 12192001"/>
              <a:gd name="connsiteY125" fmla="*/ 2316127 h 2344739"/>
              <a:gd name="connsiteX126" fmla="*/ 6168674 w 12192001"/>
              <a:gd name="connsiteY126" fmla="*/ 2318214 h 2344739"/>
              <a:gd name="connsiteX127" fmla="*/ 6073848 w 12192001"/>
              <a:gd name="connsiteY127" fmla="*/ 2338676 h 2344739"/>
              <a:gd name="connsiteX128" fmla="*/ 6068529 w 12192001"/>
              <a:gd name="connsiteY128" fmla="*/ 2337139 h 2344739"/>
              <a:gd name="connsiteX129" fmla="*/ 6048638 w 12192001"/>
              <a:gd name="connsiteY129" fmla="*/ 2337822 h 2344739"/>
              <a:gd name="connsiteX130" fmla="*/ 6041285 w 12192001"/>
              <a:gd name="connsiteY130" fmla="*/ 2329473 h 2344739"/>
              <a:gd name="connsiteX131" fmla="*/ 6010090 w 12192001"/>
              <a:gd name="connsiteY131" fmla="*/ 2324380 h 2344739"/>
              <a:gd name="connsiteX132" fmla="*/ 5957375 w 12192001"/>
              <a:gd name="connsiteY132" fmla="*/ 2328024 h 2344739"/>
              <a:gd name="connsiteX133" fmla="*/ 5758919 w 12192001"/>
              <a:gd name="connsiteY133" fmla="*/ 2343716 h 2344739"/>
              <a:gd name="connsiteX134" fmla="*/ 5626960 w 12192001"/>
              <a:gd name="connsiteY134" fmla="*/ 2344739 h 2344739"/>
              <a:gd name="connsiteX135" fmla="*/ 5470906 w 12192001"/>
              <a:gd name="connsiteY135" fmla="*/ 2330719 h 2344739"/>
              <a:gd name="connsiteX136" fmla="*/ 5432761 w 12192001"/>
              <a:gd name="connsiteY136" fmla="*/ 2319466 h 2344739"/>
              <a:gd name="connsiteX137" fmla="*/ 5381669 w 12192001"/>
              <a:gd name="connsiteY137" fmla="*/ 2301764 h 2344739"/>
              <a:gd name="connsiteX138" fmla="*/ 5261764 w 12192001"/>
              <a:gd name="connsiteY138" fmla="*/ 2281347 h 2344739"/>
              <a:gd name="connsiteX139" fmla="*/ 5222961 w 12192001"/>
              <a:gd name="connsiteY139" fmla="*/ 2270223 h 2344739"/>
              <a:gd name="connsiteX140" fmla="*/ 5174660 w 12192001"/>
              <a:gd name="connsiteY140" fmla="*/ 2267233 h 2344739"/>
              <a:gd name="connsiteX141" fmla="*/ 5156554 w 12192001"/>
              <a:gd name="connsiteY141" fmla="*/ 2260010 h 2344739"/>
              <a:gd name="connsiteX142" fmla="*/ 5142599 w 12192001"/>
              <a:gd name="connsiteY142" fmla="*/ 2256610 h 2344739"/>
              <a:gd name="connsiteX143" fmla="*/ 5139596 w 12192001"/>
              <a:gd name="connsiteY143" fmla="*/ 2254509 h 2344739"/>
              <a:gd name="connsiteX144" fmla="*/ 5121659 w 12192001"/>
              <a:gd name="connsiteY144" fmla="*/ 2243656 h 2344739"/>
              <a:gd name="connsiteX145" fmla="*/ 5065790 w 12192001"/>
              <a:gd name="connsiteY145" fmla="*/ 2250227 h 2344739"/>
              <a:gd name="connsiteX146" fmla="*/ 5011514 w 12192001"/>
              <a:gd name="connsiteY146" fmla="*/ 2233846 h 2344739"/>
              <a:gd name="connsiteX147" fmla="*/ 4840441 w 12192001"/>
              <a:gd name="connsiteY147" fmla="*/ 2209829 h 2344739"/>
              <a:gd name="connsiteX148" fmla="*/ 4762447 w 12192001"/>
              <a:gd name="connsiteY148" fmla="*/ 2182061 h 2344739"/>
              <a:gd name="connsiteX149" fmla="*/ 4723186 w 12192001"/>
              <a:gd name="connsiteY149" fmla="*/ 2173047 h 2344739"/>
              <a:gd name="connsiteX150" fmla="*/ 4721176 w 12192001"/>
              <a:gd name="connsiteY150" fmla="*/ 2172298 h 2344739"/>
              <a:gd name="connsiteX151" fmla="*/ 4722111 w 12192001"/>
              <a:gd name="connsiteY151" fmla="*/ 2172087 h 2344739"/>
              <a:gd name="connsiteX152" fmla="*/ 4717202 w 12192001"/>
              <a:gd name="connsiteY152" fmla="*/ 2170817 h 2344739"/>
              <a:gd name="connsiteX153" fmla="*/ 4721176 w 12192001"/>
              <a:gd name="connsiteY153" fmla="*/ 2172298 h 2344739"/>
              <a:gd name="connsiteX154" fmla="*/ 4715526 w 12192001"/>
              <a:gd name="connsiteY154" fmla="*/ 2173573 h 2344739"/>
              <a:gd name="connsiteX155" fmla="*/ 4515814 w 12192001"/>
              <a:gd name="connsiteY155" fmla="*/ 2163671 h 2344739"/>
              <a:gd name="connsiteX156" fmla="*/ 4428543 w 12192001"/>
              <a:gd name="connsiteY156" fmla="*/ 2153020 h 2344739"/>
              <a:gd name="connsiteX157" fmla="*/ 4362875 w 12192001"/>
              <a:gd name="connsiteY157" fmla="*/ 2151674 h 2344739"/>
              <a:gd name="connsiteX158" fmla="*/ 4316966 w 12192001"/>
              <a:gd name="connsiteY158" fmla="*/ 2158289 h 2344739"/>
              <a:gd name="connsiteX159" fmla="*/ 4315110 w 12192001"/>
              <a:gd name="connsiteY159" fmla="*/ 2156948 h 2344739"/>
              <a:gd name="connsiteX160" fmla="*/ 4295144 w 12192001"/>
              <a:gd name="connsiteY160" fmla="*/ 2155069 h 2344739"/>
              <a:gd name="connsiteX161" fmla="*/ 4290064 w 12192001"/>
              <a:gd name="connsiteY161" fmla="*/ 2157986 h 2344739"/>
              <a:gd name="connsiteX162" fmla="*/ 4276142 w 12192001"/>
              <a:gd name="connsiteY162" fmla="*/ 2157740 h 2344739"/>
              <a:gd name="connsiteX163" fmla="*/ 4248117 w 12192001"/>
              <a:gd name="connsiteY163" fmla="*/ 2160064 h 2344739"/>
              <a:gd name="connsiteX164" fmla="*/ 4202051 w 12192001"/>
              <a:gd name="connsiteY164" fmla="*/ 2157269 h 2344739"/>
              <a:gd name="connsiteX165" fmla="*/ 4201745 w 12192001"/>
              <a:gd name="connsiteY165" fmla="*/ 2156010 h 2344739"/>
              <a:gd name="connsiteX166" fmla="*/ 4191248 w 12192001"/>
              <a:gd name="connsiteY166" fmla="*/ 2150376 h 2344739"/>
              <a:gd name="connsiteX167" fmla="*/ 4142745 w 12192001"/>
              <a:gd name="connsiteY167" fmla="*/ 2134511 h 2344739"/>
              <a:gd name="connsiteX168" fmla="*/ 4083097 w 12192001"/>
              <a:gd name="connsiteY168" fmla="*/ 2107978 h 2344739"/>
              <a:gd name="connsiteX169" fmla="*/ 4074546 w 12192001"/>
              <a:gd name="connsiteY169" fmla="*/ 2107143 h 2344739"/>
              <a:gd name="connsiteX170" fmla="*/ 4074427 w 12192001"/>
              <a:gd name="connsiteY170" fmla="*/ 2106844 h 2344739"/>
              <a:gd name="connsiteX171" fmla="*/ 4065510 w 12192001"/>
              <a:gd name="connsiteY171" fmla="*/ 2105400 h 2344739"/>
              <a:gd name="connsiteX172" fmla="*/ 4058954 w 12192001"/>
              <a:gd name="connsiteY172" fmla="*/ 2105618 h 2344739"/>
              <a:gd name="connsiteX173" fmla="*/ 4042364 w 12192001"/>
              <a:gd name="connsiteY173" fmla="*/ 2103997 h 2344739"/>
              <a:gd name="connsiteX174" fmla="*/ 4036997 w 12192001"/>
              <a:gd name="connsiteY174" fmla="*/ 2101563 h 2344739"/>
              <a:gd name="connsiteX175" fmla="*/ 4035363 w 12192001"/>
              <a:gd name="connsiteY175" fmla="*/ 2097896 h 2344739"/>
              <a:gd name="connsiteX176" fmla="*/ 4033778 w 12192001"/>
              <a:gd name="connsiteY176" fmla="*/ 2098131 h 2344739"/>
              <a:gd name="connsiteX177" fmla="*/ 4004538 w 12192001"/>
              <a:gd name="connsiteY177" fmla="*/ 2085563 h 2344739"/>
              <a:gd name="connsiteX178" fmla="*/ 3936846 w 12192001"/>
              <a:gd name="connsiteY178" fmla="*/ 2068106 h 2344739"/>
              <a:gd name="connsiteX179" fmla="*/ 3897275 w 12192001"/>
              <a:gd name="connsiteY179" fmla="*/ 2062451 h 2344739"/>
              <a:gd name="connsiteX180" fmla="*/ 3789760 w 12192001"/>
              <a:gd name="connsiteY180" fmla="*/ 2042213 h 2344739"/>
              <a:gd name="connsiteX181" fmla="*/ 3682513 w 12192001"/>
              <a:gd name="connsiteY181" fmla="*/ 2018290 h 2344739"/>
              <a:gd name="connsiteX182" fmla="*/ 3610035 w 12192001"/>
              <a:gd name="connsiteY182" fmla="*/ 1986019 h 2344739"/>
              <a:gd name="connsiteX183" fmla="*/ 3603855 w 12192001"/>
              <a:gd name="connsiteY183" fmla="*/ 1987381 h 2344739"/>
              <a:gd name="connsiteX184" fmla="*/ 3594736 w 12192001"/>
              <a:gd name="connsiteY184" fmla="*/ 1987545 h 2344739"/>
              <a:gd name="connsiteX185" fmla="*/ 3594501 w 12192001"/>
              <a:gd name="connsiteY185" fmla="*/ 1987276 h 2344739"/>
              <a:gd name="connsiteX186" fmla="*/ 3585978 w 12192001"/>
              <a:gd name="connsiteY186" fmla="*/ 1987966 h 2344739"/>
              <a:gd name="connsiteX187" fmla="*/ 3536135 w 12192001"/>
              <a:gd name="connsiteY187" fmla="*/ 1978267 h 2344739"/>
              <a:gd name="connsiteX188" fmla="*/ 3473223 w 12192001"/>
              <a:gd name="connsiteY188" fmla="*/ 1974606 h 2344739"/>
              <a:gd name="connsiteX189" fmla="*/ 3400728 w 12192001"/>
              <a:gd name="connsiteY189" fmla="*/ 1962558 h 2344739"/>
              <a:gd name="connsiteX190" fmla="*/ 3363888 w 12192001"/>
              <a:gd name="connsiteY190" fmla="*/ 1979510 h 2344739"/>
              <a:gd name="connsiteX191" fmla="*/ 3344026 w 12192001"/>
              <a:gd name="connsiteY191" fmla="*/ 1981192 h 2344739"/>
              <a:gd name="connsiteX192" fmla="*/ 3341698 w 12192001"/>
              <a:gd name="connsiteY192" fmla="*/ 1980217 h 2344739"/>
              <a:gd name="connsiteX193" fmla="*/ 3262356 w 12192001"/>
              <a:gd name="connsiteY193" fmla="*/ 1986094 h 2344739"/>
              <a:gd name="connsiteX194" fmla="*/ 3142556 w 12192001"/>
              <a:gd name="connsiteY194" fmla="*/ 1993869 h 2344739"/>
              <a:gd name="connsiteX195" fmla="*/ 3030291 w 12192001"/>
              <a:gd name="connsiteY195" fmla="*/ 1996512 h 2344739"/>
              <a:gd name="connsiteX196" fmla="*/ 2781569 w 12192001"/>
              <a:gd name="connsiteY196" fmla="*/ 2018333 h 2344739"/>
              <a:gd name="connsiteX197" fmla="*/ 2646527 w 12192001"/>
              <a:gd name="connsiteY197" fmla="*/ 2028869 h 2344739"/>
              <a:gd name="connsiteX198" fmla="*/ 2568028 w 12192001"/>
              <a:gd name="connsiteY198" fmla="*/ 2002628 h 2344739"/>
              <a:gd name="connsiteX199" fmla="*/ 2443255 w 12192001"/>
              <a:gd name="connsiteY199" fmla="*/ 2016529 h 2344739"/>
              <a:gd name="connsiteX200" fmla="*/ 2315112 w 12192001"/>
              <a:gd name="connsiteY200" fmla="*/ 2024996 h 2344739"/>
              <a:gd name="connsiteX201" fmla="*/ 2208578 w 12192001"/>
              <a:gd name="connsiteY201" fmla="*/ 2019763 h 2344739"/>
              <a:gd name="connsiteX202" fmla="*/ 2094665 w 12192001"/>
              <a:gd name="connsiteY202" fmla="*/ 2003052 h 2344739"/>
              <a:gd name="connsiteX203" fmla="*/ 1997356 w 12192001"/>
              <a:gd name="connsiteY203" fmla="*/ 1995032 h 2344739"/>
              <a:gd name="connsiteX204" fmla="*/ 1928172 w 12192001"/>
              <a:gd name="connsiteY204" fmla="*/ 2016977 h 2344739"/>
              <a:gd name="connsiteX205" fmla="*/ 1921650 w 12192001"/>
              <a:gd name="connsiteY205" fmla="*/ 2012146 h 2344739"/>
              <a:gd name="connsiteX206" fmla="*/ 1873080 w 12192001"/>
              <a:gd name="connsiteY206" fmla="*/ 2013741 h 2344739"/>
              <a:gd name="connsiteX207" fmla="*/ 1786655 w 12192001"/>
              <a:gd name="connsiteY207" fmla="*/ 2041363 h 2344739"/>
              <a:gd name="connsiteX208" fmla="*/ 1738204 w 12192001"/>
              <a:gd name="connsiteY208" fmla="*/ 2036312 h 2344739"/>
              <a:gd name="connsiteX209" fmla="*/ 1675071 w 12192001"/>
              <a:gd name="connsiteY209" fmla="*/ 2019963 h 2344739"/>
              <a:gd name="connsiteX210" fmla="*/ 1608669 w 12192001"/>
              <a:gd name="connsiteY210" fmla="*/ 2013066 h 2344739"/>
              <a:gd name="connsiteX211" fmla="*/ 1496110 w 12192001"/>
              <a:gd name="connsiteY211" fmla="*/ 1987476 h 2344739"/>
              <a:gd name="connsiteX212" fmla="*/ 1149979 w 12192001"/>
              <a:gd name="connsiteY212" fmla="*/ 1938041 h 2344739"/>
              <a:gd name="connsiteX213" fmla="*/ 858269 w 12192001"/>
              <a:gd name="connsiteY213" fmla="*/ 1928608 h 2344739"/>
              <a:gd name="connsiteX214" fmla="*/ 837540 w 12192001"/>
              <a:gd name="connsiteY214" fmla="*/ 1929821 h 2344739"/>
              <a:gd name="connsiteX215" fmla="*/ 816809 w 12192001"/>
              <a:gd name="connsiteY215" fmla="*/ 1927857 h 2344739"/>
              <a:gd name="connsiteX216" fmla="*/ 811506 w 12192001"/>
              <a:gd name="connsiteY216" fmla="*/ 1930751 h 2344739"/>
              <a:gd name="connsiteX217" fmla="*/ 797041 w 12192001"/>
              <a:gd name="connsiteY217" fmla="*/ 1930446 h 2344739"/>
              <a:gd name="connsiteX218" fmla="*/ 767901 w 12192001"/>
              <a:gd name="connsiteY218" fmla="*/ 1932653 h 2344739"/>
              <a:gd name="connsiteX219" fmla="*/ 763053 w 12192001"/>
              <a:gd name="connsiteY219" fmla="*/ 1930432 h 2344739"/>
              <a:gd name="connsiteX220" fmla="*/ 720047 w 12192001"/>
              <a:gd name="connsiteY220" fmla="*/ 1929661 h 2344739"/>
              <a:gd name="connsiteX221" fmla="*/ 719742 w 12192001"/>
              <a:gd name="connsiteY221" fmla="*/ 1928399 h 2344739"/>
              <a:gd name="connsiteX222" fmla="*/ 708875 w 12192001"/>
              <a:gd name="connsiteY222" fmla="*/ 1922722 h 2344739"/>
              <a:gd name="connsiteX223" fmla="*/ 596792 w 12192001"/>
              <a:gd name="connsiteY223" fmla="*/ 1879864 h 2344739"/>
              <a:gd name="connsiteX224" fmla="*/ 578535 w 12192001"/>
              <a:gd name="connsiteY224" fmla="*/ 1877212 h 2344739"/>
              <a:gd name="connsiteX225" fmla="*/ 571717 w 12192001"/>
              <a:gd name="connsiteY225" fmla="*/ 1877401 h 2344739"/>
              <a:gd name="connsiteX226" fmla="*/ 445099 w 12192001"/>
              <a:gd name="connsiteY226" fmla="*/ 1839371 h 2344739"/>
              <a:gd name="connsiteX227" fmla="*/ 404015 w 12192001"/>
              <a:gd name="connsiteY227" fmla="*/ 1833548 h 2344739"/>
              <a:gd name="connsiteX228" fmla="*/ 292435 w 12192001"/>
              <a:gd name="connsiteY228" fmla="*/ 1812852 h 2344739"/>
              <a:gd name="connsiteX229" fmla="*/ 118381 w 12192001"/>
              <a:gd name="connsiteY229" fmla="*/ 1761047 h 2344739"/>
              <a:gd name="connsiteX230" fmla="*/ 15526 w 12192001"/>
              <a:gd name="connsiteY230" fmla="*/ 1758191 h 2344739"/>
              <a:gd name="connsiteX231" fmla="*/ 2 w 12192001"/>
              <a:gd name="connsiteY231" fmla="*/ 1752722 h 2344739"/>
              <a:gd name="connsiteX232" fmla="*/ 1 w 12192001"/>
              <a:gd name="connsiteY232" fmla="*/ 762497 h 2344739"/>
              <a:gd name="connsiteX233" fmla="*/ 0 w 12192001"/>
              <a:gd name="connsiteY233" fmla="*/ 762497 h 2344739"/>
              <a:gd name="connsiteX234" fmla="*/ 0 w 12192001"/>
              <a:gd name="connsiteY234" fmla="*/ 222213 h 2344739"/>
              <a:gd name="connsiteX235" fmla="*/ 0 w 12192001"/>
              <a:gd name="connsiteY235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415912 w 12192001"/>
              <a:gd name="connsiteY26" fmla="*/ 1173869 h 2344739"/>
              <a:gd name="connsiteX27" fmla="*/ 11245526 w 12192001"/>
              <a:gd name="connsiteY27" fmla="*/ 1274060 h 2344739"/>
              <a:gd name="connsiteX28" fmla="*/ 11227161 w 12192001"/>
              <a:gd name="connsiteY28" fmla="*/ 1276236 h 2344739"/>
              <a:gd name="connsiteX29" fmla="*/ 11216939 w 12192001"/>
              <a:gd name="connsiteY29" fmla="*/ 1275961 h 2344739"/>
              <a:gd name="connsiteX30" fmla="*/ 11216036 w 12192001"/>
              <a:gd name="connsiteY30" fmla="*/ 1275018 h 2344739"/>
              <a:gd name="connsiteX31" fmla="*/ 11187737 w 12192001"/>
              <a:gd name="connsiteY31" fmla="*/ 1292383 h 2344739"/>
              <a:gd name="connsiteX32" fmla="*/ 11183353 w 12192001"/>
              <a:gd name="connsiteY32" fmla="*/ 1292525 h 2344739"/>
              <a:gd name="connsiteX33" fmla="*/ 11165706 w 12192001"/>
              <a:gd name="connsiteY33" fmla="*/ 1306612 h 2344739"/>
              <a:gd name="connsiteX34" fmla="*/ 11156163 w 12192001"/>
              <a:gd name="connsiteY34" fmla="*/ 1312414 h 2344739"/>
              <a:gd name="connsiteX35" fmla="*/ 11154348 w 12192001"/>
              <a:gd name="connsiteY35" fmla="*/ 1317097 h 2344739"/>
              <a:gd name="connsiteX36" fmla="*/ 11139813 w 12192001"/>
              <a:gd name="connsiteY36" fmla="*/ 1324115 h 2344739"/>
              <a:gd name="connsiteX37" fmla="*/ 11137813 w 12192001"/>
              <a:gd name="connsiteY37" fmla="*/ 1323772 h 2344739"/>
              <a:gd name="connsiteX38" fmla="*/ 11127060 w 12192001"/>
              <a:gd name="connsiteY38" fmla="*/ 1333832 h 2344739"/>
              <a:gd name="connsiteX39" fmla="*/ 11119543 w 12192001"/>
              <a:gd name="connsiteY39" fmla="*/ 1347424 h 2344739"/>
              <a:gd name="connsiteX40" fmla="*/ 10893535 w 12192001"/>
              <a:gd name="connsiteY40" fmla="*/ 1473399 h 2344739"/>
              <a:gd name="connsiteX41" fmla="*/ 10772152 w 12192001"/>
              <a:gd name="connsiteY41" fmla="*/ 1523191 h 2344739"/>
              <a:gd name="connsiteX42" fmla="*/ 10626520 w 12192001"/>
              <a:gd name="connsiteY42" fmla="*/ 1559229 h 2344739"/>
              <a:gd name="connsiteX43" fmla="*/ 10580747 w 12192001"/>
              <a:gd name="connsiteY43" fmla="*/ 1568689 h 2344739"/>
              <a:gd name="connsiteX44" fmla="*/ 10546642 w 12192001"/>
              <a:gd name="connsiteY44" fmla="*/ 1598423 h 2344739"/>
              <a:gd name="connsiteX45" fmla="*/ 10528495 w 12192001"/>
              <a:gd name="connsiteY45" fmla="*/ 1596907 h 2344739"/>
              <a:gd name="connsiteX46" fmla="*/ 10525298 w 12192001"/>
              <a:gd name="connsiteY46" fmla="*/ 1596411 h 2344739"/>
              <a:gd name="connsiteX47" fmla="*/ 10513981 w 12192001"/>
              <a:gd name="connsiteY47" fmla="*/ 1599537 h 2344739"/>
              <a:gd name="connsiteX48" fmla="*/ 10490587 w 12192001"/>
              <a:gd name="connsiteY48" fmla="*/ 1594156 h 2344739"/>
              <a:gd name="connsiteX49" fmla="*/ 10470270 w 12192001"/>
              <a:gd name="connsiteY49" fmla="*/ 1601693 h 2344739"/>
              <a:gd name="connsiteX50" fmla="*/ 10375894 w 12192001"/>
              <a:gd name="connsiteY50" fmla="*/ 1644598 h 2344739"/>
              <a:gd name="connsiteX51" fmla="*/ 10318190 w 12192001"/>
              <a:gd name="connsiteY51" fmla="*/ 1666221 h 2344739"/>
              <a:gd name="connsiteX52" fmla="*/ 10294319 w 12192001"/>
              <a:gd name="connsiteY52" fmla="*/ 1668079 h 2344739"/>
              <a:gd name="connsiteX53" fmla="*/ 10262295 w 12192001"/>
              <a:gd name="connsiteY53" fmla="*/ 1674948 h 2344739"/>
              <a:gd name="connsiteX54" fmla="*/ 10204270 w 12192001"/>
              <a:gd name="connsiteY54" fmla="*/ 1682149 h 2344739"/>
              <a:gd name="connsiteX55" fmla="*/ 10176611 w 12192001"/>
              <a:gd name="connsiteY55" fmla="*/ 1692943 h 2344739"/>
              <a:gd name="connsiteX56" fmla="*/ 10163922 w 12192001"/>
              <a:gd name="connsiteY56" fmla="*/ 1693739 h 2344739"/>
              <a:gd name="connsiteX57" fmla="*/ 10155160 w 12192001"/>
              <a:gd name="connsiteY57" fmla="*/ 1707487 h 2344739"/>
              <a:gd name="connsiteX58" fmla="*/ 10117119 w 12192001"/>
              <a:gd name="connsiteY58" fmla="*/ 1731142 h 2344739"/>
              <a:gd name="connsiteX59" fmla="*/ 10100445 w 12192001"/>
              <a:gd name="connsiteY59" fmla="*/ 1742432 h 2344739"/>
              <a:gd name="connsiteX60" fmla="*/ 10082169 w 12192001"/>
              <a:gd name="connsiteY60" fmla="*/ 1743296 h 2344739"/>
              <a:gd name="connsiteX61" fmla="*/ 10039240 w 12192001"/>
              <a:gd name="connsiteY61" fmla="*/ 1741632 h 2344739"/>
              <a:gd name="connsiteX62" fmla="*/ 9960019 w 12192001"/>
              <a:gd name="connsiteY62" fmla="*/ 1757147 h 2344739"/>
              <a:gd name="connsiteX63" fmla="*/ 9847792 w 12192001"/>
              <a:gd name="connsiteY63" fmla="*/ 1763915 h 2344739"/>
              <a:gd name="connsiteX64" fmla="*/ 9728309 w 12192001"/>
              <a:gd name="connsiteY64" fmla="*/ 1784122 h 2344739"/>
              <a:gd name="connsiteX65" fmla="*/ 9584507 w 12192001"/>
              <a:gd name="connsiteY65" fmla="*/ 1795542 h 2344739"/>
              <a:gd name="connsiteX66" fmla="*/ 9343052 w 12192001"/>
              <a:gd name="connsiteY66" fmla="*/ 1841244 h 2344739"/>
              <a:gd name="connsiteX67" fmla="*/ 9231370 w 12192001"/>
              <a:gd name="connsiteY67" fmla="*/ 1893149 h 2344739"/>
              <a:gd name="connsiteX68" fmla="*/ 9194810 w 12192001"/>
              <a:gd name="connsiteY68" fmla="*/ 1903228 h 2344739"/>
              <a:gd name="connsiteX69" fmla="*/ 9189246 w 12192001"/>
              <a:gd name="connsiteY69" fmla="*/ 1912467 h 2344739"/>
              <a:gd name="connsiteX70" fmla="*/ 9151232 w 12192001"/>
              <a:gd name="connsiteY70" fmla="*/ 1923669 h 2344739"/>
              <a:gd name="connsiteX71" fmla="*/ 9150210 w 12192001"/>
              <a:gd name="connsiteY71" fmla="*/ 1922604 h 2344739"/>
              <a:gd name="connsiteX72" fmla="*/ 9137318 w 12192001"/>
              <a:gd name="connsiteY72" fmla="*/ 1920435 h 2344739"/>
              <a:gd name="connsiteX73" fmla="*/ 9113812 w 12192001"/>
              <a:gd name="connsiteY73" fmla="*/ 1919069 h 2344739"/>
              <a:gd name="connsiteX74" fmla="*/ 9053453 w 12192001"/>
              <a:gd name="connsiteY74" fmla="*/ 1910755 h 2344739"/>
              <a:gd name="connsiteX75" fmla="*/ 9005486 w 12192001"/>
              <a:gd name="connsiteY75" fmla="*/ 1914040 h 2344739"/>
              <a:gd name="connsiteX76" fmla="*/ 9005201 w 12192001"/>
              <a:gd name="connsiteY76" fmla="*/ 1913800 h 2344739"/>
              <a:gd name="connsiteX77" fmla="*/ 8996232 w 12192001"/>
              <a:gd name="connsiteY77" fmla="*/ 1915011 h 2344739"/>
              <a:gd name="connsiteX78" fmla="*/ 8990394 w 12192001"/>
              <a:gd name="connsiteY78" fmla="*/ 1917072 h 2344739"/>
              <a:gd name="connsiteX79" fmla="*/ 8974337 w 12192001"/>
              <a:gd name="connsiteY79" fmla="*/ 1920298 h 2344739"/>
              <a:gd name="connsiteX80" fmla="*/ 8968011 w 12192001"/>
              <a:gd name="connsiteY80" fmla="*/ 1919598 h 2344739"/>
              <a:gd name="connsiteX81" fmla="*/ 8963048 w 12192001"/>
              <a:gd name="connsiteY81" fmla="*/ 1917373 h 2344739"/>
              <a:gd name="connsiteX82" fmla="*/ 8928988 w 12192001"/>
              <a:gd name="connsiteY82" fmla="*/ 1914185 h 2344739"/>
              <a:gd name="connsiteX83" fmla="*/ 8752444 w 12192001"/>
              <a:gd name="connsiteY83" fmla="*/ 1933417 h 2344739"/>
              <a:gd name="connsiteX84" fmla="*/ 8707847 w 12192001"/>
              <a:gd name="connsiteY84" fmla="*/ 1935518 h 2344739"/>
              <a:gd name="connsiteX85" fmla="*/ 8596071 w 12192001"/>
              <a:gd name="connsiteY85" fmla="*/ 1944090 h 2344739"/>
              <a:gd name="connsiteX86" fmla="*/ 8525230 w 12192001"/>
              <a:gd name="connsiteY86" fmla="*/ 1929248 h 2344739"/>
              <a:gd name="connsiteX87" fmla="*/ 8510983 w 12192001"/>
              <a:gd name="connsiteY87" fmla="*/ 1935163 h 2344739"/>
              <a:gd name="connsiteX88" fmla="*/ 8506167 w 12192001"/>
              <a:gd name="connsiteY88" fmla="*/ 1938164 h 2344739"/>
              <a:gd name="connsiteX89" fmla="*/ 8497968 w 12192001"/>
              <a:gd name="connsiteY89" fmla="*/ 1940902 h 2344739"/>
              <a:gd name="connsiteX90" fmla="*/ 8497594 w 12192001"/>
              <a:gd name="connsiteY90" fmla="*/ 1940723 h 2344739"/>
              <a:gd name="connsiteX91" fmla="*/ 8490249 w 12192001"/>
              <a:gd name="connsiteY91" fmla="*/ 1943773 h 2344739"/>
              <a:gd name="connsiteX92" fmla="*/ 8367182 w 12192001"/>
              <a:gd name="connsiteY92" fmla="*/ 1957815 h 2344739"/>
              <a:gd name="connsiteX93" fmla="*/ 8353799 w 12192001"/>
              <a:gd name="connsiteY93" fmla="*/ 1958009 h 2344739"/>
              <a:gd name="connsiteX94" fmla="*/ 8352373 w 12192001"/>
              <a:gd name="connsiteY94" fmla="*/ 1957169 h 2344739"/>
              <a:gd name="connsiteX95" fmla="*/ 8320104 w 12192001"/>
              <a:gd name="connsiteY95" fmla="*/ 1974587 h 2344739"/>
              <a:gd name="connsiteX96" fmla="*/ 8314433 w 12192001"/>
              <a:gd name="connsiteY96" fmla="*/ 1974913 h 2344739"/>
              <a:gd name="connsiteX97" fmla="*/ 8295174 w 12192001"/>
              <a:gd name="connsiteY97" fmla="*/ 1988808 h 2344739"/>
              <a:gd name="connsiteX98" fmla="*/ 8284276 w 12192001"/>
              <a:gd name="connsiteY98" fmla="*/ 1994631 h 2344739"/>
              <a:gd name="connsiteX99" fmla="*/ 8283150 w 12192001"/>
              <a:gd name="connsiteY99" fmla="*/ 1999074 h 2344739"/>
              <a:gd name="connsiteX100" fmla="*/ 8266076 w 12192001"/>
              <a:gd name="connsiteY100" fmla="*/ 2006249 h 2344739"/>
              <a:gd name="connsiteX101" fmla="*/ 8263377 w 12192001"/>
              <a:gd name="connsiteY101" fmla="*/ 2006019 h 2344739"/>
              <a:gd name="connsiteX102" fmla="*/ 8252033 w 12192001"/>
              <a:gd name="connsiteY102" fmla="*/ 2015862 h 2344739"/>
              <a:gd name="connsiteX103" fmla="*/ 8245834 w 12192001"/>
              <a:gd name="connsiteY103" fmla="*/ 2028854 h 2344739"/>
              <a:gd name="connsiteX104" fmla="*/ 8090272 w 12192001"/>
              <a:gd name="connsiteY104" fmla="*/ 2075015 h 2344739"/>
              <a:gd name="connsiteX105" fmla="*/ 7905407 w 12192001"/>
              <a:gd name="connsiteY105" fmla="*/ 2116988 h 2344739"/>
              <a:gd name="connsiteX106" fmla="*/ 7718745 w 12192001"/>
              <a:gd name="connsiteY106" fmla="*/ 2142703 h 2344739"/>
              <a:gd name="connsiteX107" fmla="*/ 7614347 w 12192001"/>
              <a:gd name="connsiteY107" fmla="*/ 2139232 h 2344739"/>
              <a:gd name="connsiteX108" fmla="*/ 7527543 w 12192001"/>
              <a:gd name="connsiteY108" fmla="*/ 2145060 h 2344739"/>
              <a:gd name="connsiteX109" fmla="*/ 7519571 w 12192001"/>
              <a:gd name="connsiteY109" fmla="*/ 2147613 h 2344739"/>
              <a:gd name="connsiteX110" fmla="*/ 7507411 w 12192001"/>
              <a:gd name="connsiteY110" fmla="*/ 2148948 h 2344739"/>
              <a:gd name="connsiteX111" fmla="*/ 7507040 w 12192001"/>
              <a:gd name="connsiteY111" fmla="*/ 2148621 h 2344739"/>
              <a:gd name="connsiteX112" fmla="*/ 7495795 w 12192001"/>
              <a:gd name="connsiteY112" fmla="*/ 2150573 h 2344739"/>
              <a:gd name="connsiteX113" fmla="*/ 7405391 w 12192001"/>
              <a:gd name="connsiteY113" fmla="*/ 2142468 h 2344739"/>
              <a:gd name="connsiteX114" fmla="*/ 7312180 w 12192001"/>
              <a:gd name="connsiteY114" fmla="*/ 2132873 h 2344739"/>
              <a:gd name="connsiteX115" fmla="*/ 7310853 w 12192001"/>
              <a:gd name="connsiteY115" fmla="*/ 2131431 h 2344739"/>
              <a:gd name="connsiteX116" fmla="*/ 7218559 w 12192001"/>
              <a:gd name="connsiteY116" fmla="*/ 2156680 h 2344739"/>
              <a:gd name="connsiteX117" fmla="*/ 7201101 w 12192001"/>
              <a:gd name="connsiteY117" fmla="*/ 2161230 h 2344739"/>
              <a:gd name="connsiteX118" fmla="*/ 7197004 w 12192001"/>
              <a:gd name="connsiteY118" fmla="*/ 2166588 h 2344739"/>
              <a:gd name="connsiteX119" fmla="*/ 7170808 w 12192001"/>
              <a:gd name="connsiteY119" fmla="*/ 2171236 h 2344739"/>
              <a:gd name="connsiteX120" fmla="*/ 7096988 w 12192001"/>
              <a:gd name="connsiteY120" fmla="*/ 2183464 h 2344739"/>
              <a:gd name="connsiteX121" fmla="*/ 7018496 w 12192001"/>
              <a:gd name="connsiteY121" fmla="*/ 2183090 h 2344739"/>
              <a:gd name="connsiteX122" fmla="*/ 6904146 w 12192001"/>
              <a:gd name="connsiteY122" fmla="*/ 2212596 h 2344739"/>
              <a:gd name="connsiteX123" fmla="*/ 6708222 w 12192001"/>
              <a:gd name="connsiteY123" fmla="*/ 2240551 h 2344739"/>
              <a:gd name="connsiteX124" fmla="*/ 6549454 w 12192001"/>
              <a:gd name="connsiteY124" fmla="*/ 2269327 h 2344739"/>
              <a:gd name="connsiteX125" fmla="*/ 6317560 w 12192001"/>
              <a:gd name="connsiteY125" fmla="*/ 2316127 h 2344739"/>
              <a:gd name="connsiteX126" fmla="*/ 6168674 w 12192001"/>
              <a:gd name="connsiteY126" fmla="*/ 2318214 h 2344739"/>
              <a:gd name="connsiteX127" fmla="*/ 6073848 w 12192001"/>
              <a:gd name="connsiteY127" fmla="*/ 2338676 h 2344739"/>
              <a:gd name="connsiteX128" fmla="*/ 6068529 w 12192001"/>
              <a:gd name="connsiteY128" fmla="*/ 2337139 h 2344739"/>
              <a:gd name="connsiteX129" fmla="*/ 6048638 w 12192001"/>
              <a:gd name="connsiteY129" fmla="*/ 2337822 h 2344739"/>
              <a:gd name="connsiteX130" fmla="*/ 6041285 w 12192001"/>
              <a:gd name="connsiteY130" fmla="*/ 2329473 h 2344739"/>
              <a:gd name="connsiteX131" fmla="*/ 6010090 w 12192001"/>
              <a:gd name="connsiteY131" fmla="*/ 2324380 h 2344739"/>
              <a:gd name="connsiteX132" fmla="*/ 5957375 w 12192001"/>
              <a:gd name="connsiteY132" fmla="*/ 2328024 h 2344739"/>
              <a:gd name="connsiteX133" fmla="*/ 5758919 w 12192001"/>
              <a:gd name="connsiteY133" fmla="*/ 2343716 h 2344739"/>
              <a:gd name="connsiteX134" fmla="*/ 5626960 w 12192001"/>
              <a:gd name="connsiteY134" fmla="*/ 2344739 h 2344739"/>
              <a:gd name="connsiteX135" fmla="*/ 5470906 w 12192001"/>
              <a:gd name="connsiteY135" fmla="*/ 2330719 h 2344739"/>
              <a:gd name="connsiteX136" fmla="*/ 5432761 w 12192001"/>
              <a:gd name="connsiteY136" fmla="*/ 2319466 h 2344739"/>
              <a:gd name="connsiteX137" fmla="*/ 5381669 w 12192001"/>
              <a:gd name="connsiteY137" fmla="*/ 2301764 h 2344739"/>
              <a:gd name="connsiteX138" fmla="*/ 5261764 w 12192001"/>
              <a:gd name="connsiteY138" fmla="*/ 2281347 h 2344739"/>
              <a:gd name="connsiteX139" fmla="*/ 5222961 w 12192001"/>
              <a:gd name="connsiteY139" fmla="*/ 2270223 h 2344739"/>
              <a:gd name="connsiteX140" fmla="*/ 5174660 w 12192001"/>
              <a:gd name="connsiteY140" fmla="*/ 2267233 h 2344739"/>
              <a:gd name="connsiteX141" fmla="*/ 5156554 w 12192001"/>
              <a:gd name="connsiteY141" fmla="*/ 2260010 h 2344739"/>
              <a:gd name="connsiteX142" fmla="*/ 5142599 w 12192001"/>
              <a:gd name="connsiteY142" fmla="*/ 2256610 h 2344739"/>
              <a:gd name="connsiteX143" fmla="*/ 5139596 w 12192001"/>
              <a:gd name="connsiteY143" fmla="*/ 2254509 h 2344739"/>
              <a:gd name="connsiteX144" fmla="*/ 5121659 w 12192001"/>
              <a:gd name="connsiteY144" fmla="*/ 2243656 h 2344739"/>
              <a:gd name="connsiteX145" fmla="*/ 5065790 w 12192001"/>
              <a:gd name="connsiteY145" fmla="*/ 2250227 h 2344739"/>
              <a:gd name="connsiteX146" fmla="*/ 5011514 w 12192001"/>
              <a:gd name="connsiteY146" fmla="*/ 2233846 h 2344739"/>
              <a:gd name="connsiteX147" fmla="*/ 4840441 w 12192001"/>
              <a:gd name="connsiteY147" fmla="*/ 2209829 h 2344739"/>
              <a:gd name="connsiteX148" fmla="*/ 4762447 w 12192001"/>
              <a:gd name="connsiteY148" fmla="*/ 2182061 h 2344739"/>
              <a:gd name="connsiteX149" fmla="*/ 4723186 w 12192001"/>
              <a:gd name="connsiteY149" fmla="*/ 2173047 h 2344739"/>
              <a:gd name="connsiteX150" fmla="*/ 4721176 w 12192001"/>
              <a:gd name="connsiteY150" fmla="*/ 2172298 h 2344739"/>
              <a:gd name="connsiteX151" fmla="*/ 4722111 w 12192001"/>
              <a:gd name="connsiteY151" fmla="*/ 2172087 h 2344739"/>
              <a:gd name="connsiteX152" fmla="*/ 4717202 w 12192001"/>
              <a:gd name="connsiteY152" fmla="*/ 2170817 h 2344739"/>
              <a:gd name="connsiteX153" fmla="*/ 4721176 w 12192001"/>
              <a:gd name="connsiteY153" fmla="*/ 2172298 h 2344739"/>
              <a:gd name="connsiteX154" fmla="*/ 4715526 w 12192001"/>
              <a:gd name="connsiteY154" fmla="*/ 2173573 h 2344739"/>
              <a:gd name="connsiteX155" fmla="*/ 4515814 w 12192001"/>
              <a:gd name="connsiteY155" fmla="*/ 2163671 h 2344739"/>
              <a:gd name="connsiteX156" fmla="*/ 4428543 w 12192001"/>
              <a:gd name="connsiteY156" fmla="*/ 2153020 h 2344739"/>
              <a:gd name="connsiteX157" fmla="*/ 4362875 w 12192001"/>
              <a:gd name="connsiteY157" fmla="*/ 2151674 h 2344739"/>
              <a:gd name="connsiteX158" fmla="*/ 4316966 w 12192001"/>
              <a:gd name="connsiteY158" fmla="*/ 2158289 h 2344739"/>
              <a:gd name="connsiteX159" fmla="*/ 4315110 w 12192001"/>
              <a:gd name="connsiteY159" fmla="*/ 2156948 h 2344739"/>
              <a:gd name="connsiteX160" fmla="*/ 4295144 w 12192001"/>
              <a:gd name="connsiteY160" fmla="*/ 2155069 h 2344739"/>
              <a:gd name="connsiteX161" fmla="*/ 4290064 w 12192001"/>
              <a:gd name="connsiteY161" fmla="*/ 2157986 h 2344739"/>
              <a:gd name="connsiteX162" fmla="*/ 4276142 w 12192001"/>
              <a:gd name="connsiteY162" fmla="*/ 2157740 h 2344739"/>
              <a:gd name="connsiteX163" fmla="*/ 4248117 w 12192001"/>
              <a:gd name="connsiteY163" fmla="*/ 2160064 h 2344739"/>
              <a:gd name="connsiteX164" fmla="*/ 4202051 w 12192001"/>
              <a:gd name="connsiteY164" fmla="*/ 2157269 h 2344739"/>
              <a:gd name="connsiteX165" fmla="*/ 4201745 w 12192001"/>
              <a:gd name="connsiteY165" fmla="*/ 2156010 h 2344739"/>
              <a:gd name="connsiteX166" fmla="*/ 4191248 w 12192001"/>
              <a:gd name="connsiteY166" fmla="*/ 2150376 h 2344739"/>
              <a:gd name="connsiteX167" fmla="*/ 4142745 w 12192001"/>
              <a:gd name="connsiteY167" fmla="*/ 2134511 h 2344739"/>
              <a:gd name="connsiteX168" fmla="*/ 4083097 w 12192001"/>
              <a:gd name="connsiteY168" fmla="*/ 2107978 h 2344739"/>
              <a:gd name="connsiteX169" fmla="*/ 4074546 w 12192001"/>
              <a:gd name="connsiteY169" fmla="*/ 2107143 h 2344739"/>
              <a:gd name="connsiteX170" fmla="*/ 4074427 w 12192001"/>
              <a:gd name="connsiteY170" fmla="*/ 2106844 h 2344739"/>
              <a:gd name="connsiteX171" fmla="*/ 4065510 w 12192001"/>
              <a:gd name="connsiteY171" fmla="*/ 2105400 h 2344739"/>
              <a:gd name="connsiteX172" fmla="*/ 4058954 w 12192001"/>
              <a:gd name="connsiteY172" fmla="*/ 2105618 h 2344739"/>
              <a:gd name="connsiteX173" fmla="*/ 4042364 w 12192001"/>
              <a:gd name="connsiteY173" fmla="*/ 2103997 h 2344739"/>
              <a:gd name="connsiteX174" fmla="*/ 4036997 w 12192001"/>
              <a:gd name="connsiteY174" fmla="*/ 2101563 h 2344739"/>
              <a:gd name="connsiteX175" fmla="*/ 4035363 w 12192001"/>
              <a:gd name="connsiteY175" fmla="*/ 2097896 h 2344739"/>
              <a:gd name="connsiteX176" fmla="*/ 4033778 w 12192001"/>
              <a:gd name="connsiteY176" fmla="*/ 2098131 h 2344739"/>
              <a:gd name="connsiteX177" fmla="*/ 4004538 w 12192001"/>
              <a:gd name="connsiteY177" fmla="*/ 2085563 h 2344739"/>
              <a:gd name="connsiteX178" fmla="*/ 3936846 w 12192001"/>
              <a:gd name="connsiteY178" fmla="*/ 2068106 h 2344739"/>
              <a:gd name="connsiteX179" fmla="*/ 3897275 w 12192001"/>
              <a:gd name="connsiteY179" fmla="*/ 2062451 h 2344739"/>
              <a:gd name="connsiteX180" fmla="*/ 3789760 w 12192001"/>
              <a:gd name="connsiteY180" fmla="*/ 2042213 h 2344739"/>
              <a:gd name="connsiteX181" fmla="*/ 3682513 w 12192001"/>
              <a:gd name="connsiteY181" fmla="*/ 2018290 h 2344739"/>
              <a:gd name="connsiteX182" fmla="*/ 3610035 w 12192001"/>
              <a:gd name="connsiteY182" fmla="*/ 1986019 h 2344739"/>
              <a:gd name="connsiteX183" fmla="*/ 3603855 w 12192001"/>
              <a:gd name="connsiteY183" fmla="*/ 1987381 h 2344739"/>
              <a:gd name="connsiteX184" fmla="*/ 3594736 w 12192001"/>
              <a:gd name="connsiteY184" fmla="*/ 1987545 h 2344739"/>
              <a:gd name="connsiteX185" fmla="*/ 3594501 w 12192001"/>
              <a:gd name="connsiteY185" fmla="*/ 1987276 h 2344739"/>
              <a:gd name="connsiteX186" fmla="*/ 3585978 w 12192001"/>
              <a:gd name="connsiteY186" fmla="*/ 1987966 h 2344739"/>
              <a:gd name="connsiteX187" fmla="*/ 3536135 w 12192001"/>
              <a:gd name="connsiteY187" fmla="*/ 1978267 h 2344739"/>
              <a:gd name="connsiteX188" fmla="*/ 3473223 w 12192001"/>
              <a:gd name="connsiteY188" fmla="*/ 1974606 h 2344739"/>
              <a:gd name="connsiteX189" fmla="*/ 3400728 w 12192001"/>
              <a:gd name="connsiteY189" fmla="*/ 1962558 h 2344739"/>
              <a:gd name="connsiteX190" fmla="*/ 3363888 w 12192001"/>
              <a:gd name="connsiteY190" fmla="*/ 1979510 h 2344739"/>
              <a:gd name="connsiteX191" fmla="*/ 3344026 w 12192001"/>
              <a:gd name="connsiteY191" fmla="*/ 1981192 h 2344739"/>
              <a:gd name="connsiteX192" fmla="*/ 3341698 w 12192001"/>
              <a:gd name="connsiteY192" fmla="*/ 1980217 h 2344739"/>
              <a:gd name="connsiteX193" fmla="*/ 3262356 w 12192001"/>
              <a:gd name="connsiteY193" fmla="*/ 1986094 h 2344739"/>
              <a:gd name="connsiteX194" fmla="*/ 3142556 w 12192001"/>
              <a:gd name="connsiteY194" fmla="*/ 1993869 h 2344739"/>
              <a:gd name="connsiteX195" fmla="*/ 3030291 w 12192001"/>
              <a:gd name="connsiteY195" fmla="*/ 1996512 h 2344739"/>
              <a:gd name="connsiteX196" fmla="*/ 2781569 w 12192001"/>
              <a:gd name="connsiteY196" fmla="*/ 2018333 h 2344739"/>
              <a:gd name="connsiteX197" fmla="*/ 2646527 w 12192001"/>
              <a:gd name="connsiteY197" fmla="*/ 2028869 h 2344739"/>
              <a:gd name="connsiteX198" fmla="*/ 2568028 w 12192001"/>
              <a:gd name="connsiteY198" fmla="*/ 2002628 h 2344739"/>
              <a:gd name="connsiteX199" fmla="*/ 2443255 w 12192001"/>
              <a:gd name="connsiteY199" fmla="*/ 2016529 h 2344739"/>
              <a:gd name="connsiteX200" fmla="*/ 2315112 w 12192001"/>
              <a:gd name="connsiteY200" fmla="*/ 2024996 h 2344739"/>
              <a:gd name="connsiteX201" fmla="*/ 2208578 w 12192001"/>
              <a:gd name="connsiteY201" fmla="*/ 2019763 h 2344739"/>
              <a:gd name="connsiteX202" fmla="*/ 2094665 w 12192001"/>
              <a:gd name="connsiteY202" fmla="*/ 2003052 h 2344739"/>
              <a:gd name="connsiteX203" fmla="*/ 1997356 w 12192001"/>
              <a:gd name="connsiteY203" fmla="*/ 1995032 h 2344739"/>
              <a:gd name="connsiteX204" fmla="*/ 1928172 w 12192001"/>
              <a:gd name="connsiteY204" fmla="*/ 2016977 h 2344739"/>
              <a:gd name="connsiteX205" fmla="*/ 1921650 w 12192001"/>
              <a:gd name="connsiteY205" fmla="*/ 2012146 h 2344739"/>
              <a:gd name="connsiteX206" fmla="*/ 1873080 w 12192001"/>
              <a:gd name="connsiteY206" fmla="*/ 2013741 h 2344739"/>
              <a:gd name="connsiteX207" fmla="*/ 1786655 w 12192001"/>
              <a:gd name="connsiteY207" fmla="*/ 2041363 h 2344739"/>
              <a:gd name="connsiteX208" fmla="*/ 1738204 w 12192001"/>
              <a:gd name="connsiteY208" fmla="*/ 2036312 h 2344739"/>
              <a:gd name="connsiteX209" fmla="*/ 1675071 w 12192001"/>
              <a:gd name="connsiteY209" fmla="*/ 2019963 h 2344739"/>
              <a:gd name="connsiteX210" fmla="*/ 1608669 w 12192001"/>
              <a:gd name="connsiteY210" fmla="*/ 2013066 h 2344739"/>
              <a:gd name="connsiteX211" fmla="*/ 1496110 w 12192001"/>
              <a:gd name="connsiteY211" fmla="*/ 1987476 h 2344739"/>
              <a:gd name="connsiteX212" fmla="*/ 1149979 w 12192001"/>
              <a:gd name="connsiteY212" fmla="*/ 1938041 h 2344739"/>
              <a:gd name="connsiteX213" fmla="*/ 858269 w 12192001"/>
              <a:gd name="connsiteY213" fmla="*/ 1928608 h 2344739"/>
              <a:gd name="connsiteX214" fmla="*/ 837540 w 12192001"/>
              <a:gd name="connsiteY214" fmla="*/ 1929821 h 2344739"/>
              <a:gd name="connsiteX215" fmla="*/ 816809 w 12192001"/>
              <a:gd name="connsiteY215" fmla="*/ 1927857 h 2344739"/>
              <a:gd name="connsiteX216" fmla="*/ 811506 w 12192001"/>
              <a:gd name="connsiteY216" fmla="*/ 1930751 h 2344739"/>
              <a:gd name="connsiteX217" fmla="*/ 797041 w 12192001"/>
              <a:gd name="connsiteY217" fmla="*/ 1930446 h 2344739"/>
              <a:gd name="connsiteX218" fmla="*/ 767901 w 12192001"/>
              <a:gd name="connsiteY218" fmla="*/ 1932653 h 2344739"/>
              <a:gd name="connsiteX219" fmla="*/ 763053 w 12192001"/>
              <a:gd name="connsiteY219" fmla="*/ 1930432 h 2344739"/>
              <a:gd name="connsiteX220" fmla="*/ 720047 w 12192001"/>
              <a:gd name="connsiteY220" fmla="*/ 1929661 h 2344739"/>
              <a:gd name="connsiteX221" fmla="*/ 719742 w 12192001"/>
              <a:gd name="connsiteY221" fmla="*/ 1928399 h 2344739"/>
              <a:gd name="connsiteX222" fmla="*/ 708875 w 12192001"/>
              <a:gd name="connsiteY222" fmla="*/ 1922722 h 2344739"/>
              <a:gd name="connsiteX223" fmla="*/ 596792 w 12192001"/>
              <a:gd name="connsiteY223" fmla="*/ 1879864 h 2344739"/>
              <a:gd name="connsiteX224" fmla="*/ 578535 w 12192001"/>
              <a:gd name="connsiteY224" fmla="*/ 1877212 h 2344739"/>
              <a:gd name="connsiteX225" fmla="*/ 571717 w 12192001"/>
              <a:gd name="connsiteY225" fmla="*/ 1877401 h 2344739"/>
              <a:gd name="connsiteX226" fmla="*/ 445099 w 12192001"/>
              <a:gd name="connsiteY226" fmla="*/ 1839371 h 2344739"/>
              <a:gd name="connsiteX227" fmla="*/ 404015 w 12192001"/>
              <a:gd name="connsiteY227" fmla="*/ 1833548 h 2344739"/>
              <a:gd name="connsiteX228" fmla="*/ 292435 w 12192001"/>
              <a:gd name="connsiteY228" fmla="*/ 1812852 h 2344739"/>
              <a:gd name="connsiteX229" fmla="*/ 118381 w 12192001"/>
              <a:gd name="connsiteY229" fmla="*/ 1761047 h 2344739"/>
              <a:gd name="connsiteX230" fmla="*/ 15526 w 12192001"/>
              <a:gd name="connsiteY230" fmla="*/ 1758191 h 2344739"/>
              <a:gd name="connsiteX231" fmla="*/ 2 w 12192001"/>
              <a:gd name="connsiteY231" fmla="*/ 1752722 h 2344739"/>
              <a:gd name="connsiteX232" fmla="*/ 1 w 12192001"/>
              <a:gd name="connsiteY232" fmla="*/ 762497 h 2344739"/>
              <a:gd name="connsiteX233" fmla="*/ 0 w 12192001"/>
              <a:gd name="connsiteY233" fmla="*/ 762497 h 2344739"/>
              <a:gd name="connsiteX234" fmla="*/ 0 w 12192001"/>
              <a:gd name="connsiteY234" fmla="*/ 222213 h 2344739"/>
              <a:gd name="connsiteX235" fmla="*/ 0 w 12192001"/>
              <a:gd name="connsiteY235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415912 w 12192001"/>
              <a:gd name="connsiteY26" fmla="*/ 1173869 h 2344739"/>
              <a:gd name="connsiteX27" fmla="*/ 11245526 w 12192001"/>
              <a:gd name="connsiteY27" fmla="*/ 1274060 h 2344739"/>
              <a:gd name="connsiteX28" fmla="*/ 11227161 w 12192001"/>
              <a:gd name="connsiteY28" fmla="*/ 1276236 h 2344739"/>
              <a:gd name="connsiteX29" fmla="*/ 11216939 w 12192001"/>
              <a:gd name="connsiteY29" fmla="*/ 1275961 h 2344739"/>
              <a:gd name="connsiteX30" fmla="*/ 11216036 w 12192001"/>
              <a:gd name="connsiteY30" fmla="*/ 1275018 h 2344739"/>
              <a:gd name="connsiteX31" fmla="*/ 11187737 w 12192001"/>
              <a:gd name="connsiteY31" fmla="*/ 1292383 h 2344739"/>
              <a:gd name="connsiteX32" fmla="*/ 11183353 w 12192001"/>
              <a:gd name="connsiteY32" fmla="*/ 1292525 h 2344739"/>
              <a:gd name="connsiteX33" fmla="*/ 11165706 w 12192001"/>
              <a:gd name="connsiteY33" fmla="*/ 1306612 h 2344739"/>
              <a:gd name="connsiteX34" fmla="*/ 11156163 w 12192001"/>
              <a:gd name="connsiteY34" fmla="*/ 1312414 h 2344739"/>
              <a:gd name="connsiteX35" fmla="*/ 11154348 w 12192001"/>
              <a:gd name="connsiteY35" fmla="*/ 1317097 h 2344739"/>
              <a:gd name="connsiteX36" fmla="*/ 11139813 w 12192001"/>
              <a:gd name="connsiteY36" fmla="*/ 1324115 h 2344739"/>
              <a:gd name="connsiteX37" fmla="*/ 11137813 w 12192001"/>
              <a:gd name="connsiteY37" fmla="*/ 1323772 h 2344739"/>
              <a:gd name="connsiteX38" fmla="*/ 11127060 w 12192001"/>
              <a:gd name="connsiteY38" fmla="*/ 1333832 h 2344739"/>
              <a:gd name="connsiteX39" fmla="*/ 11119543 w 12192001"/>
              <a:gd name="connsiteY39" fmla="*/ 1347424 h 2344739"/>
              <a:gd name="connsiteX40" fmla="*/ 10893535 w 12192001"/>
              <a:gd name="connsiteY40" fmla="*/ 1473399 h 2344739"/>
              <a:gd name="connsiteX41" fmla="*/ 10772152 w 12192001"/>
              <a:gd name="connsiteY41" fmla="*/ 1523191 h 2344739"/>
              <a:gd name="connsiteX42" fmla="*/ 10626520 w 12192001"/>
              <a:gd name="connsiteY42" fmla="*/ 1559229 h 2344739"/>
              <a:gd name="connsiteX43" fmla="*/ 10580747 w 12192001"/>
              <a:gd name="connsiteY43" fmla="*/ 1568689 h 2344739"/>
              <a:gd name="connsiteX44" fmla="*/ 10546642 w 12192001"/>
              <a:gd name="connsiteY44" fmla="*/ 1598423 h 2344739"/>
              <a:gd name="connsiteX45" fmla="*/ 10528495 w 12192001"/>
              <a:gd name="connsiteY45" fmla="*/ 1596907 h 2344739"/>
              <a:gd name="connsiteX46" fmla="*/ 10525298 w 12192001"/>
              <a:gd name="connsiteY46" fmla="*/ 1596411 h 2344739"/>
              <a:gd name="connsiteX47" fmla="*/ 10513981 w 12192001"/>
              <a:gd name="connsiteY47" fmla="*/ 1599537 h 2344739"/>
              <a:gd name="connsiteX48" fmla="*/ 10490587 w 12192001"/>
              <a:gd name="connsiteY48" fmla="*/ 1594156 h 2344739"/>
              <a:gd name="connsiteX49" fmla="*/ 10470270 w 12192001"/>
              <a:gd name="connsiteY49" fmla="*/ 1601693 h 2344739"/>
              <a:gd name="connsiteX50" fmla="*/ 10375894 w 12192001"/>
              <a:gd name="connsiteY50" fmla="*/ 1644598 h 2344739"/>
              <a:gd name="connsiteX51" fmla="*/ 10318190 w 12192001"/>
              <a:gd name="connsiteY51" fmla="*/ 1666221 h 2344739"/>
              <a:gd name="connsiteX52" fmla="*/ 10294319 w 12192001"/>
              <a:gd name="connsiteY52" fmla="*/ 1668079 h 2344739"/>
              <a:gd name="connsiteX53" fmla="*/ 10262295 w 12192001"/>
              <a:gd name="connsiteY53" fmla="*/ 1674948 h 2344739"/>
              <a:gd name="connsiteX54" fmla="*/ 10204270 w 12192001"/>
              <a:gd name="connsiteY54" fmla="*/ 1682149 h 2344739"/>
              <a:gd name="connsiteX55" fmla="*/ 10176611 w 12192001"/>
              <a:gd name="connsiteY55" fmla="*/ 1692943 h 2344739"/>
              <a:gd name="connsiteX56" fmla="*/ 10163922 w 12192001"/>
              <a:gd name="connsiteY56" fmla="*/ 1693739 h 2344739"/>
              <a:gd name="connsiteX57" fmla="*/ 10155160 w 12192001"/>
              <a:gd name="connsiteY57" fmla="*/ 1707487 h 2344739"/>
              <a:gd name="connsiteX58" fmla="*/ 10117119 w 12192001"/>
              <a:gd name="connsiteY58" fmla="*/ 1731142 h 2344739"/>
              <a:gd name="connsiteX59" fmla="*/ 10100445 w 12192001"/>
              <a:gd name="connsiteY59" fmla="*/ 1742432 h 2344739"/>
              <a:gd name="connsiteX60" fmla="*/ 10082169 w 12192001"/>
              <a:gd name="connsiteY60" fmla="*/ 1743296 h 2344739"/>
              <a:gd name="connsiteX61" fmla="*/ 10039240 w 12192001"/>
              <a:gd name="connsiteY61" fmla="*/ 1741632 h 2344739"/>
              <a:gd name="connsiteX62" fmla="*/ 9960019 w 12192001"/>
              <a:gd name="connsiteY62" fmla="*/ 1757147 h 2344739"/>
              <a:gd name="connsiteX63" fmla="*/ 9847792 w 12192001"/>
              <a:gd name="connsiteY63" fmla="*/ 1763915 h 2344739"/>
              <a:gd name="connsiteX64" fmla="*/ 9728309 w 12192001"/>
              <a:gd name="connsiteY64" fmla="*/ 1784122 h 2344739"/>
              <a:gd name="connsiteX65" fmla="*/ 9584507 w 12192001"/>
              <a:gd name="connsiteY65" fmla="*/ 1795542 h 2344739"/>
              <a:gd name="connsiteX66" fmla="*/ 9343052 w 12192001"/>
              <a:gd name="connsiteY66" fmla="*/ 1841244 h 2344739"/>
              <a:gd name="connsiteX67" fmla="*/ 9231370 w 12192001"/>
              <a:gd name="connsiteY67" fmla="*/ 1893149 h 2344739"/>
              <a:gd name="connsiteX68" fmla="*/ 9194810 w 12192001"/>
              <a:gd name="connsiteY68" fmla="*/ 1903228 h 2344739"/>
              <a:gd name="connsiteX69" fmla="*/ 9189246 w 12192001"/>
              <a:gd name="connsiteY69" fmla="*/ 1912467 h 2344739"/>
              <a:gd name="connsiteX70" fmla="*/ 9151232 w 12192001"/>
              <a:gd name="connsiteY70" fmla="*/ 1923669 h 2344739"/>
              <a:gd name="connsiteX71" fmla="*/ 9150210 w 12192001"/>
              <a:gd name="connsiteY71" fmla="*/ 1922604 h 2344739"/>
              <a:gd name="connsiteX72" fmla="*/ 9137318 w 12192001"/>
              <a:gd name="connsiteY72" fmla="*/ 1920435 h 2344739"/>
              <a:gd name="connsiteX73" fmla="*/ 9113812 w 12192001"/>
              <a:gd name="connsiteY73" fmla="*/ 1919069 h 2344739"/>
              <a:gd name="connsiteX74" fmla="*/ 9053453 w 12192001"/>
              <a:gd name="connsiteY74" fmla="*/ 1910755 h 2344739"/>
              <a:gd name="connsiteX75" fmla="*/ 9005486 w 12192001"/>
              <a:gd name="connsiteY75" fmla="*/ 1914040 h 2344739"/>
              <a:gd name="connsiteX76" fmla="*/ 9005201 w 12192001"/>
              <a:gd name="connsiteY76" fmla="*/ 1913800 h 2344739"/>
              <a:gd name="connsiteX77" fmla="*/ 8996232 w 12192001"/>
              <a:gd name="connsiteY77" fmla="*/ 1915011 h 2344739"/>
              <a:gd name="connsiteX78" fmla="*/ 8990394 w 12192001"/>
              <a:gd name="connsiteY78" fmla="*/ 1917072 h 2344739"/>
              <a:gd name="connsiteX79" fmla="*/ 8974337 w 12192001"/>
              <a:gd name="connsiteY79" fmla="*/ 1920298 h 2344739"/>
              <a:gd name="connsiteX80" fmla="*/ 8968011 w 12192001"/>
              <a:gd name="connsiteY80" fmla="*/ 1919598 h 2344739"/>
              <a:gd name="connsiteX81" fmla="*/ 8963048 w 12192001"/>
              <a:gd name="connsiteY81" fmla="*/ 1917373 h 2344739"/>
              <a:gd name="connsiteX82" fmla="*/ 8928988 w 12192001"/>
              <a:gd name="connsiteY82" fmla="*/ 1914185 h 2344739"/>
              <a:gd name="connsiteX83" fmla="*/ 8752444 w 12192001"/>
              <a:gd name="connsiteY83" fmla="*/ 1933417 h 2344739"/>
              <a:gd name="connsiteX84" fmla="*/ 8707847 w 12192001"/>
              <a:gd name="connsiteY84" fmla="*/ 1935518 h 2344739"/>
              <a:gd name="connsiteX85" fmla="*/ 8596071 w 12192001"/>
              <a:gd name="connsiteY85" fmla="*/ 1944090 h 2344739"/>
              <a:gd name="connsiteX86" fmla="*/ 8525230 w 12192001"/>
              <a:gd name="connsiteY86" fmla="*/ 1929248 h 2344739"/>
              <a:gd name="connsiteX87" fmla="*/ 8510983 w 12192001"/>
              <a:gd name="connsiteY87" fmla="*/ 1935163 h 2344739"/>
              <a:gd name="connsiteX88" fmla="*/ 8506167 w 12192001"/>
              <a:gd name="connsiteY88" fmla="*/ 1938164 h 2344739"/>
              <a:gd name="connsiteX89" fmla="*/ 8497968 w 12192001"/>
              <a:gd name="connsiteY89" fmla="*/ 1940902 h 2344739"/>
              <a:gd name="connsiteX90" fmla="*/ 8497594 w 12192001"/>
              <a:gd name="connsiteY90" fmla="*/ 1940723 h 2344739"/>
              <a:gd name="connsiteX91" fmla="*/ 8490249 w 12192001"/>
              <a:gd name="connsiteY91" fmla="*/ 1943773 h 2344739"/>
              <a:gd name="connsiteX92" fmla="*/ 8367182 w 12192001"/>
              <a:gd name="connsiteY92" fmla="*/ 1957815 h 2344739"/>
              <a:gd name="connsiteX93" fmla="*/ 8353799 w 12192001"/>
              <a:gd name="connsiteY93" fmla="*/ 1958009 h 2344739"/>
              <a:gd name="connsiteX94" fmla="*/ 8352373 w 12192001"/>
              <a:gd name="connsiteY94" fmla="*/ 1957169 h 2344739"/>
              <a:gd name="connsiteX95" fmla="*/ 8320104 w 12192001"/>
              <a:gd name="connsiteY95" fmla="*/ 1974587 h 2344739"/>
              <a:gd name="connsiteX96" fmla="*/ 8314433 w 12192001"/>
              <a:gd name="connsiteY96" fmla="*/ 1974913 h 2344739"/>
              <a:gd name="connsiteX97" fmla="*/ 8295174 w 12192001"/>
              <a:gd name="connsiteY97" fmla="*/ 1988808 h 2344739"/>
              <a:gd name="connsiteX98" fmla="*/ 8284276 w 12192001"/>
              <a:gd name="connsiteY98" fmla="*/ 1994631 h 2344739"/>
              <a:gd name="connsiteX99" fmla="*/ 8283150 w 12192001"/>
              <a:gd name="connsiteY99" fmla="*/ 1999074 h 2344739"/>
              <a:gd name="connsiteX100" fmla="*/ 8266076 w 12192001"/>
              <a:gd name="connsiteY100" fmla="*/ 2006249 h 2344739"/>
              <a:gd name="connsiteX101" fmla="*/ 8263377 w 12192001"/>
              <a:gd name="connsiteY101" fmla="*/ 2006019 h 2344739"/>
              <a:gd name="connsiteX102" fmla="*/ 8252033 w 12192001"/>
              <a:gd name="connsiteY102" fmla="*/ 2015862 h 2344739"/>
              <a:gd name="connsiteX103" fmla="*/ 8245834 w 12192001"/>
              <a:gd name="connsiteY103" fmla="*/ 2028854 h 2344739"/>
              <a:gd name="connsiteX104" fmla="*/ 8090272 w 12192001"/>
              <a:gd name="connsiteY104" fmla="*/ 2075015 h 2344739"/>
              <a:gd name="connsiteX105" fmla="*/ 7905407 w 12192001"/>
              <a:gd name="connsiteY105" fmla="*/ 2116988 h 2344739"/>
              <a:gd name="connsiteX106" fmla="*/ 7718745 w 12192001"/>
              <a:gd name="connsiteY106" fmla="*/ 2142703 h 2344739"/>
              <a:gd name="connsiteX107" fmla="*/ 7614347 w 12192001"/>
              <a:gd name="connsiteY107" fmla="*/ 2139232 h 2344739"/>
              <a:gd name="connsiteX108" fmla="*/ 7527543 w 12192001"/>
              <a:gd name="connsiteY108" fmla="*/ 2145060 h 2344739"/>
              <a:gd name="connsiteX109" fmla="*/ 7519571 w 12192001"/>
              <a:gd name="connsiteY109" fmla="*/ 2147613 h 2344739"/>
              <a:gd name="connsiteX110" fmla="*/ 7507411 w 12192001"/>
              <a:gd name="connsiteY110" fmla="*/ 2148948 h 2344739"/>
              <a:gd name="connsiteX111" fmla="*/ 7507040 w 12192001"/>
              <a:gd name="connsiteY111" fmla="*/ 2148621 h 2344739"/>
              <a:gd name="connsiteX112" fmla="*/ 7495795 w 12192001"/>
              <a:gd name="connsiteY112" fmla="*/ 2150573 h 2344739"/>
              <a:gd name="connsiteX113" fmla="*/ 7405391 w 12192001"/>
              <a:gd name="connsiteY113" fmla="*/ 2142468 h 2344739"/>
              <a:gd name="connsiteX114" fmla="*/ 7312180 w 12192001"/>
              <a:gd name="connsiteY114" fmla="*/ 2132873 h 2344739"/>
              <a:gd name="connsiteX115" fmla="*/ 7310853 w 12192001"/>
              <a:gd name="connsiteY115" fmla="*/ 2131431 h 2344739"/>
              <a:gd name="connsiteX116" fmla="*/ 7218559 w 12192001"/>
              <a:gd name="connsiteY116" fmla="*/ 2156680 h 2344739"/>
              <a:gd name="connsiteX117" fmla="*/ 7201101 w 12192001"/>
              <a:gd name="connsiteY117" fmla="*/ 2161230 h 2344739"/>
              <a:gd name="connsiteX118" fmla="*/ 7197004 w 12192001"/>
              <a:gd name="connsiteY118" fmla="*/ 2166588 h 2344739"/>
              <a:gd name="connsiteX119" fmla="*/ 7170808 w 12192001"/>
              <a:gd name="connsiteY119" fmla="*/ 2171236 h 2344739"/>
              <a:gd name="connsiteX120" fmla="*/ 7096988 w 12192001"/>
              <a:gd name="connsiteY120" fmla="*/ 2183464 h 2344739"/>
              <a:gd name="connsiteX121" fmla="*/ 7018496 w 12192001"/>
              <a:gd name="connsiteY121" fmla="*/ 2183090 h 2344739"/>
              <a:gd name="connsiteX122" fmla="*/ 6904146 w 12192001"/>
              <a:gd name="connsiteY122" fmla="*/ 2212596 h 2344739"/>
              <a:gd name="connsiteX123" fmla="*/ 6708222 w 12192001"/>
              <a:gd name="connsiteY123" fmla="*/ 2240551 h 2344739"/>
              <a:gd name="connsiteX124" fmla="*/ 6549454 w 12192001"/>
              <a:gd name="connsiteY124" fmla="*/ 2269327 h 2344739"/>
              <a:gd name="connsiteX125" fmla="*/ 6317560 w 12192001"/>
              <a:gd name="connsiteY125" fmla="*/ 2316127 h 2344739"/>
              <a:gd name="connsiteX126" fmla="*/ 6168674 w 12192001"/>
              <a:gd name="connsiteY126" fmla="*/ 2318214 h 2344739"/>
              <a:gd name="connsiteX127" fmla="*/ 6073848 w 12192001"/>
              <a:gd name="connsiteY127" fmla="*/ 2338676 h 2344739"/>
              <a:gd name="connsiteX128" fmla="*/ 6068529 w 12192001"/>
              <a:gd name="connsiteY128" fmla="*/ 2337139 h 2344739"/>
              <a:gd name="connsiteX129" fmla="*/ 6048638 w 12192001"/>
              <a:gd name="connsiteY129" fmla="*/ 2337822 h 2344739"/>
              <a:gd name="connsiteX130" fmla="*/ 6041285 w 12192001"/>
              <a:gd name="connsiteY130" fmla="*/ 2329473 h 2344739"/>
              <a:gd name="connsiteX131" fmla="*/ 6010090 w 12192001"/>
              <a:gd name="connsiteY131" fmla="*/ 2324380 h 2344739"/>
              <a:gd name="connsiteX132" fmla="*/ 5957375 w 12192001"/>
              <a:gd name="connsiteY132" fmla="*/ 2328024 h 2344739"/>
              <a:gd name="connsiteX133" fmla="*/ 5758919 w 12192001"/>
              <a:gd name="connsiteY133" fmla="*/ 2343716 h 2344739"/>
              <a:gd name="connsiteX134" fmla="*/ 5626960 w 12192001"/>
              <a:gd name="connsiteY134" fmla="*/ 2344739 h 2344739"/>
              <a:gd name="connsiteX135" fmla="*/ 5470906 w 12192001"/>
              <a:gd name="connsiteY135" fmla="*/ 2330719 h 2344739"/>
              <a:gd name="connsiteX136" fmla="*/ 5432761 w 12192001"/>
              <a:gd name="connsiteY136" fmla="*/ 2319466 h 2344739"/>
              <a:gd name="connsiteX137" fmla="*/ 5381669 w 12192001"/>
              <a:gd name="connsiteY137" fmla="*/ 2301764 h 2344739"/>
              <a:gd name="connsiteX138" fmla="*/ 5261764 w 12192001"/>
              <a:gd name="connsiteY138" fmla="*/ 2281347 h 2344739"/>
              <a:gd name="connsiteX139" fmla="*/ 5222961 w 12192001"/>
              <a:gd name="connsiteY139" fmla="*/ 2270223 h 2344739"/>
              <a:gd name="connsiteX140" fmla="*/ 5174660 w 12192001"/>
              <a:gd name="connsiteY140" fmla="*/ 2267233 h 2344739"/>
              <a:gd name="connsiteX141" fmla="*/ 5156554 w 12192001"/>
              <a:gd name="connsiteY141" fmla="*/ 2260010 h 2344739"/>
              <a:gd name="connsiteX142" fmla="*/ 5142599 w 12192001"/>
              <a:gd name="connsiteY142" fmla="*/ 2256610 h 2344739"/>
              <a:gd name="connsiteX143" fmla="*/ 5139596 w 12192001"/>
              <a:gd name="connsiteY143" fmla="*/ 2254509 h 2344739"/>
              <a:gd name="connsiteX144" fmla="*/ 5121659 w 12192001"/>
              <a:gd name="connsiteY144" fmla="*/ 2243656 h 2344739"/>
              <a:gd name="connsiteX145" fmla="*/ 5065790 w 12192001"/>
              <a:gd name="connsiteY145" fmla="*/ 2250227 h 2344739"/>
              <a:gd name="connsiteX146" fmla="*/ 5011514 w 12192001"/>
              <a:gd name="connsiteY146" fmla="*/ 2233846 h 2344739"/>
              <a:gd name="connsiteX147" fmla="*/ 4840441 w 12192001"/>
              <a:gd name="connsiteY147" fmla="*/ 2209829 h 2344739"/>
              <a:gd name="connsiteX148" fmla="*/ 4762447 w 12192001"/>
              <a:gd name="connsiteY148" fmla="*/ 2182061 h 2344739"/>
              <a:gd name="connsiteX149" fmla="*/ 4723186 w 12192001"/>
              <a:gd name="connsiteY149" fmla="*/ 2173047 h 2344739"/>
              <a:gd name="connsiteX150" fmla="*/ 4721176 w 12192001"/>
              <a:gd name="connsiteY150" fmla="*/ 2172298 h 2344739"/>
              <a:gd name="connsiteX151" fmla="*/ 4722111 w 12192001"/>
              <a:gd name="connsiteY151" fmla="*/ 2172087 h 2344739"/>
              <a:gd name="connsiteX152" fmla="*/ 4717202 w 12192001"/>
              <a:gd name="connsiteY152" fmla="*/ 2170817 h 2344739"/>
              <a:gd name="connsiteX153" fmla="*/ 4721176 w 12192001"/>
              <a:gd name="connsiteY153" fmla="*/ 2172298 h 2344739"/>
              <a:gd name="connsiteX154" fmla="*/ 4715526 w 12192001"/>
              <a:gd name="connsiteY154" fmla="*/ 2173573 h 2344739"/>
              <a:gd name="connsiteX155" fmla="*/ 4515814 w 12192001"/>
              <a:gd name="connsiteY155" fmla="*/ 2163671 h 2344739"/>
              <a:gd name="connsiteX156" fmla="*/ 4428543 w 12192001"/>
              <a:gd name="connsiteY156" fmla="*/ 2153020 h 2344739"/>
              <a:gd name="connsiteX157" fmla="*/ 4362875 w 12192001"/>
              <a:gd name="connsiteY157" fmla="*/ 2151674 h 2344739"/>
              <a:gd name="connsiteX158" fmla="*/ 4316966 w 12192001"/>
              <a:gd name="connsiteY158" fmla="*/ 2158289 h 2344739"/>
              <a:gd name="connsiteX159" fmla="*/ 4315110 w 12192001"/>
              <a:gd name="connsiteY159" fmla="*/ 2156948 h 2344739"/>
              <a:gd name="connsiteX160" fmla="*/ 4295144 w 12192001"/>
              <a:gd name="connsiteY160" fmla="*/ 2155069 h 2344739"/>
              <a:gd name="connsiteX161" fmla="*/ 4290064 w 12192001"/>
              <a:gd name="connsiteY161" fmla="*/ 2157986 h 2344739"/>
              <a:gd name="connsiteX162" fmla="*/ 4276142 w 12192001"/>
              <a:gd name="connsiteY162" fmla="*/ 2157740 h 2344739"/>
              <a:gd name="connsiteX163" fmla="*/ 4248117 w 12192001"/>
              <a:gd name="connsiteY163" fmla="*/ 2160064 h 2344739"/>
              <a:gd name="connsiteX164" fmla="*/ 4202051 w 12192001"/>
              <a:gd name="connsiteY164" fmla="*/ 2157269 h 2344739"/>
              <a:gd name="connsiteX165" fmla="*/ 4201745 w 12192001"/>
              <a:gd name="connsiteY165" fmla="*/ 2156010 h 2344739"/>
              <a:gd name="connsiteX166" fmla="*/ 4191248 w 12192001"/>
              <a:gd name="connsiteY166" fmla="*/ 2150376 h 2344739"/>
              <a:gd name="connsiteX167" fmla="*/ 4142745 w 12192001"/>
              <a:gd name="connsiteY167" fmla="*/ 2134511 h 2344739"/>
              <a:gd name="connsiteX168" fmla="*/ 4083097 w 12192001"/>
              <a:gd name="connsiteY168" fmla="*/ 2107978 h 2344739"/>
              <a:gd name="connsiteX169" fmla="*/ 4074546 w 12192001"/>
              <a:gd name="connsiteY169" fmla="*/ 2107143 h 2344739"/>
              <a:gd name="connsiteX170" fmla="*/ 4074427 w 12192001"/>
              <a:gd name="connsiteY170" fmla="*/ 2106844 h 2344739"/>
              <a:gd name="connsiteX171" fmla="*/ 4065510 w 12192001"/>
              <a:gd name="connsiteY171" fmla="*/ 2105400 h 2344739"/>
              <a:gd name="connsiteX172" fmla="*/ 4058954 w 12192001"/>
              <a:gd name="connsiteY172" fmla="*/ 2105618 h 2344739"/>
              <a:gd name="connsiteX173" fmla="*/ 4042364 w 12192001"/>
              <a:gd name="connsiteY173" fmla="*/ 2103997 h 2344739"/>
              <a:gd name="connsiteX174" fmla="*/ 4036997 w 12192001"/>
              <a:gd name="connsiteY174" fmla="*/ 2101563 h 2344739"/>
              <a:gd name="connsiteX175" fmla="*/ 4035363 w 12192001"/>
              <a:gd name="connsiteY175" fmla="*/ 2097896 h 2344739"/>
              <a:gd name="connsiteX176" fmla="*/ 4033778 w 12192001"/>
              <a:gd name="connsiteY176" fmla="*/ 2098131 h 2344739"/>
              <a:gd name="connsiteX177" fmla="*/ 4004538 w 12192001"/>
              <a:gd name="connsiteY177" fmla="*/ 2085563 h 2344739"/>
              <a:gd name="connsiteX178" fmla="*/ 3936846 w 12192001"/>
              <a:gd name="connsiteY178" fmla="*/ 2068106 h 2344739"/>
              <a:gd name="connsiteX179" fmla="*/ 3897275 w 12192001"/>
              <a:gd name="connsiteY179" fmla="*/ 2062451 h 2344739"/>
              <a:gd name="connsiteX180" fmla="*/ 3789760 w 12192001"/>
              <a:gd name="connsiteY180" fmla="*/ 2042213 h 2344739"/>
              <a:gd name="connsiteX181" fmla="*/ 3682513 w 12192001"/>
              <a:gd name="connsiteY181" fmla="*/ 2018290 h 2344739"/>
              <a:gd name="connsiteX182" fmla="*/ 3610035 w 12192001"/>
              <a:gd name="connsiteY182" fmla="*/ 1986019 h 2344739"/>
              <a:gd name="connsiteX183" fmla="*/ 3603855 w 12192001"/>
              <a:gd name="connsiteY183" fmla="*/ 1987381 h 2344739"/>
              <a:gd name="connsiteX184" fmla="*/ 3594736 w 12192001"/>
              <a:gd name="connsiteY184" fmla="*/ 1987545 h 2344739"/>
              <a:gd name="connsiteX185" fmla="*/ 3594501 w 12192001"/>
              <a:gd name="connsiteY185" fmla="*/ 1987276 h 2344739"/>
              <a:gd name="connsiteX186" fmla="*/ 3585978 w 12192001"/>
              <a:gd name="connsiteY186" fmla="*/ 1987966 h 2344739"/>
              <a:gd name="connsiteX187" fmla="*/ 3536135 w 12192001"/>
              <a:gd name="connsiteY187" fmla="*/ 1978267 h 2344739"/>
              <a:gd name="connsiteX188" fmla="*/ 3473223 w 12192001"/>
              <a:gd name="connsiteY188" fmla="*/ 1974606 h 2344739"/>
              <a:gd name="connsiteX189" fmla="*/ 3400728 w 12192001"/>
              <a:gd name="connsiteY189" fmla="*/ 1962558 h 2344739"/>
              <a:gd name="connsiteX190" fmla="*/ 3363888 w 12192001"/>
              <a:gd name="connsiteY190" fmla="*/ 1979510 h 2344739"/>
              <a:gd name="connsiteX191" fmla="*/ 3344026 w 12192001"/>
              <a:gd name="connsiteY191" fmla="*/ 1981192 h 2344739"/>
              <a:gd name="connsiteX192" fmla="*/ 3341698 w 12192001"/>
              <a:gd name="connsiteY192" fmla="*/ 1980217 h 2344739"/>
              <a:gd name="connsiteX193" fmla="*/ 3262356 w 12192001"/>
              <a:gd name="connsiteY193" fmla="*/ 1986094 h 2344739"/>
              <a:gd name="connsiteX194" fmla="*/ 3142556 w 12192001"/>
              <a:gd name="connsiteY194" fmla="*/ 1993869 h 2344739"/>
              <a:gd name="connsiteX195" fmla="*/ 3030291 w 12192001"/>
              <a:gd name="connsiteY195" fmla="*/ 1996512 h 2344739"/>
              <a:gd name="connsiteX196" fmla="*/ 2781569 w 12192001"/>
              <a:gd name="connsiteY196" fmla="*/ 2018333 h 2344739"/>
              <a:gd name="connsiteX197" fmla="*/ 2646527 w 12192001"/>
              <a:gd name="connsiteY197" fmla="*/ 2028869 h 2344739"/>
              <a:gd name="connsiteX198" fmla="*/ 2568028 w 12192001"/>
              <a:gd name="connsiteY198" fmla="*/ 2002628 h 2344739"/>
              <a:gd name="connsiteX199" fmla="*/ 2443255 w 12192001"/>
              <a:gd name="connsiteY199" fmla="*/ 2016529 h 2344739"/>
              <a:gd name="connsiteX200" fmla="*/ 2315112 w 12192001"/>
              <a:gd name="connsiteY200" fmla="*/ 2024996 h 2344739"/>
              <a:gd name="connsiteX201" fmla="*/ 2208578 w 12192001"/>
              <a:gd name="connsiteY201" fmla="*/ 2019763 h 2344739"/>
              <a:gd name="connsiteX202" fmla="*/ 2094665 w 12192001"/>
              <a:gd name="connsiteY202" fmla="*/ 2003052 h 2344739"/>
              <a:gd name="connsiteX203" fmla="*/ 1997356 w 12192001"/>
              <a:gd name="connsiteY203" fmla="*/ 1995032 h 2344739"/>
              <a:gd name="connsiteX204" fmla="*/ 1928172 w 12192001"/>
              <a:gd name="connsiteY204" fmla="*/ 2016977 h 2344739"/>
              <a:gd name="connsiteX205" fmla="*/ 1921650 w 12192001"/>
              <a:gd name="connsiteY205" fmla="*/ 2012146 h 2344739"/>
              <a:gd name="connsiteX206" fmla="*/ 1873080 w 12192001"/>
              <a:gd name="connsiteY206" fmla="*/ 2013741 h 2344739"/>
              <a:gd name="connsiteX207" fmla="*/ 1786655 w 12192001"/>
              <a:gd name="connsiteY207" fmla="*/ 2041363 h 2344739"/>
              <a:gd name="connsiteX208" fmla="*/ 1738204 w 12192001"/>
              <a:gd name="connsiteY208" fmla="*/ 2036312 h 2344739"/>
              <a:gd name="connsiteX209" fmla="*/ 1675071 w 12192001"/>
              <a:gd name="connsiteY209" fmla="*/ 2019963 h 2344739"/>
              <a:gd name="connsiteX210" fmla="*/ 1608669 w 12192001"/>
              <a:gd name="connsiteY210" fmla="*/ 2013066 h 2344739"/>
              <a:gd name="connsiteX211" fmla="*/ 1496110 w 12192001"/>
              <a:gd name="connsiteY211" fmla="*/ 1987476 h 2344739"/>
              <a:gd name="connsiteX212" fmla="*/ 1149979 w 12192001"/>
              <a:gd name="connsiteY212" fmla="*/ 1938041 h 2344739"/>
              <a:gd name="connsiteX213" fmla="*/ 858269 w 12192001"/>
              <a:gd name="connsiteY213" fmla="*/ 1928608 h 2344739"/>
              <a:gd name="connsiteX214" fmla="*/ 837540 w 12192001"/>
              <a:gd name="connsiteY214" fmla="*/ 1929821 h 2344739"/>
              <a:gd name="connsiteX215" fmla="*/ 816809 w 12192001"/>
              <a:gd name="connsiteY215" fmla="*/ 1927857 h 2344739"/>
              <a:gd name="connsiteX216" fmla="*/ 811506 w 12192001"/>
              <a:gd name="connsiteY216" fmla="*/ 1930751 h 2344739"/>
              <a:gd name="connsiteX217" fmla="*/ 797041 w 12192001"/>
              <a:gd name="connsiteY217" fmla="*/ 1930446 h 2344739"/>
              <a:gd name="connsiteX218" fmla="*/ 767901 w 12192001"/>
              <a:gd name="connsiteY218" fmla="*/ 1932653 h 2344739"/>
              <a:gd name="connsiteX219" fmla="*/ 763053 w 12192001"/>
              <a:gd name="connsiteY219" fmla="*/ 1930432 h 2344739"/>
              <a:gd name="connsiteX220" fmla="*/ 720047 w 12192001"/>
              <a:gd name="connsiteY220" fmla="*/ 1929661 h 2344739"/>
              <a:gd name="connsiteX221" fmla="*/ 719742 w 12192001"/>
              <a:gd name="connsiteY221" fmla="*/ 1928399 h 2344739"/>
              <a:gd name="connsiteX222" fmla="*/ 708875 w 12192001"/>
              <a:gd name="connsiteY222" fmla="*/ 1922722 h 2344739"/>
              <a:gd name="connsiteX223" fmla="*/ 596792 w 12192001"/>
              <a:gd name="connsiteY223" fmla="*/ 1879864 h 2344739"/>
              <a:gd name="connsiteX224" fmla="*/ 578535 w 12192001"/>
              <a:gd name="connsiteY224" fmla="*/ 1877212 h 2344739"/>
              <a:gd name="connsiteX225" fmla="*/ 571717 w 12192001"/>
              <a:gd name="connsiteY225" fmla="*/ 1877401 h 2344739"/>
              <a:gd name="connsiteX226" fmla="*/ 445099 w 12192001"/>
              <a:gd name="connsiteY226" fmla="*/ 1839371 h 2344739"/>
              <a:gd name="connsiteX227" fmla="*/ 404015 w 12192001"/>
              <a:gd name="connsiteY227" fmla="*/ 1833548 h 2344739"/>
              <a:gd name="connsiteX228" fmla="*/ 292435 w 12192001"/>
              <a:gd name="connsiteY228" fmla="*/ 1812852 h 2344739"/>
              <a:gd name="connsiteX229" fmla="*/ 118381 w 12192001"/>
              <a:gd name="connsiteY229" fmla="*/ 1761047 h 2344739"/>
              <a:gd name="connsiteX230" fmla="*/ 15526 w 12192001"/>
              <a:gd name="connsiteY230" fmla="*/ 1758191 h 2344739"/>
              <a:gd name="connsiteX231" fmla="*/ 2 w 12192001"/>
              <a:gd name="connsiteY231" fmla="*/ 1752722 h 2344739"/>
              <a:gd name="connsiteX232" fmla="*/ 1 w 12192001"/>
              <a:gd name="connsiteY232" fmla="*/ 762497 h 2344739"/>
              <a:gd name="connsiteX233" fmla="*/ 0 w 12192001"/>
              <a:gd name="connsiteY233" fmla="*/ 762497 h 2344739"/>
              <a:gd name="connsiteX234" fmla="*/ 0 w 12192001"/>
              <a:gd name="connsiteY234" fmla="*/ 222213 h 2344739"/>
              <a:gd name="connsiteX235" fmla="*/ 0 w 12192001"/>
              <a:gd name="connsiteY235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415912 w 12192001"/>
              <a:gd name="connsiteY26" fmla="*/ 1173869 h 2344739"/>
              <a:gd name="connsiteX27" fmla="*/ 11245526 w 12192001"/>
              <a:gd name="connsiteY27" fmla="*/ 1274060 h 2344739"/>
              <a:gd name="connsiteX28" fmla="*/ 11227161 w 12192001"/>
              <a:gd name="connsiteY28" fmla="*/ 1276236 h 2344739"/>
              <a:gd name="connsiteX29" fmla="*/ 11216939 w 12192001"/>
              <a:gd name="connsiteY29" fmla="*/ 1275961 h 2344739"/>
              <a:gd name="connsiteX30" fmla="*/ 11216036 w 12192001"/>
              <a:gd name="connsiteY30" fmla="*/ 1275018 h 2344739"/>
              <a:gd name="connsiteX31" fmla="*/ 11187737 w 12192001"/>
              <a:gd name="connsiteY31" fmla="*/ 1292383 h 2344739"/>
              <a:gd name="connsiteX32" fmla="*/ 11183353 w 12192001"/>
              <a:gd name="connsiteY32" fmla="*/ 1292525 h 2344739"/>
              <a:gd name="connsiteX33" fmla="*/ 11165706 w 12192001"/>
              <a:gd name="connsiteY33" fmla="*/ 1306612 h 2344739"/>
              <a:gd name="connsiteX34" fmla="*/ 11156163 w 12192001"/>
              <a:gd name="connsiteY34" fmla="*/ 1312414 h 2344739"/>
              <a:gd name="connsiteX35" fmla="*/ 11154348 w 12192001"/>
              <a:gd name="connsiteY35" fmla="*/ 1317097 h 2344739"/>
              <a:gd name="connsiteX36" fmla="*/ 11139813 w 12192001"/>
              <a:gd name="connsiteY36" fmla="*/ 1324115 h 2344739"/>
              <a:gd name="connsiteX37" fmla="*/ 11137813 w 12192001"/>
              <a:gd name="connsiteY37" fmla="*/ 1323772 h 2344739"/>
              <a:gd name="connsiteX38" fmla="*/ 11127060 w 12192001"/>
              <a:gd name="connsiteY38" fmla="*/ 1333832 h 2344739"/>
              <a:gd name="connsiteX39" fmla="*/ 11119543 w 12192001"/>
              <a:gd name="connsiteY39" fmla="*/ 1347424 h 2344739"/>
              <a:gd name="connsiteX40" fmla="*/ 10893535 w 12192001"/>
              <a:gd name="connsiteY40" fmla="*/ 1473399 h 2344739"/>
              <a:gd name="connsiteX41" fmla="*/ 10772152 w 12192001"/>
              <a:gd name="connsiteY41" fmla="*/ 1523191 h 2344739"/>
              <a:gd name="connsiteX42" fmla="*/ 10626520 w 12192001"/>
              <a:gd name="connsiteY42" fmla="*/ 1559229 h 2344739"/>
              <a:gd name="connsiteX43" fmla="*/ 10580747 w 12192001"/>
              <a:gd name="connsiteY43" fmla="*/ 1568689 h 2344739"/>
              <a:gd name="connsiteX44" fmla="*/ 10546642 w 12192001"/>
              <a:gd name="connsiteY44" fmla="*/ 1598423 h 2344739"/>
              <a:gd name="connsiteX45" fmla="*/ 10528495 w 12192001"/>
              <a:gd name="connsiteY45" fmla="*/ 1596907 h 2344739"/>
              <a:gd name="connsiteX46" fmla="*/ 10525298 w 12192001"/>
              <a:gd name="connsiteY46" fmla="*/ 1596411 h 2344739"/>
              <a:gd name="connsiteX47" fmla="*/ 10513981 w 12192001"/>
              <a:gd name="connsiteY47" fmla="*/ 1599537 h 2344739"/>
              <a:gd name="connsiteX48" fmla="*/ 10490587 w 12192001"/>
              <a:gd name="connsiteY48" fmla="*/ 1594156 h 2344739"/>
              <a:gd name="connsiteX49" fmla="*/ 10470270 w 12192001"/>
              <a:gd name="connsiteY49" fmla="*/ 1601693 h 2344739"/>
              <a:gd name="connsiteX50" fmla="*/ 10375894 w 12192001"/>
              <a:gd name="connsiteY50" fmla="*/ 1644598 h 2344739"/>
              <a:gd name="connsiteX51" fmla="*/ 10318190 w 12192001"/>
              <a:gd name="connsiteY51" fmla="*/ 1666221 h 2344739"/>
              <a:gd name="connsiteX52" fmla="*/ 10294319 w 12192001"/>
              <a:gd name="connsiteY52" fmla="*/ 1668079 h 2344739"/>
              <a:gd name="connsiteX53" fmla="*/ 10262295 w 12192001"/>
              <a:gd name="connsiteY53" fmla="*/ 1674948 h 2344739"/>
              <a:gd name="connsiteX54" fmla="*/ 10204270 w 12192001"/>
              <a:gd name="connsiteY54" fmla="*/ 1682149 h 2344739"/>
              <a:gd name="connsiteX55" fmla="*/ 10176611 w 12192001"/>
              <a:gd name="connsiteY55" fmla="*/ 1692943 h 2344739"/>
              <a:gd name="connsiteX56" fmla="*/ 10163922 w 12192001"/>
              <a:gd name="connsiteY56" fmla="*/ 1693739 h 2344739"/>
              <a:gd name="connsiteX57" fmla="*/ 10155160 w 12192001"/>
              <a:gd name="connsiteY57" fmla="*/ 1707487 h 2344739"/>
              <a:gd name="connsiteX58" fmla="*/ 10117119 w 12192001"/>
              <a:gd name="connsiteY58" fmla="*/ 1731142 h 2344739"/>
              <a:gd name="connsiteX59" fmla="*/ 10100445 w 12192001"/>
              <a:gd name="connsiteY59" fmla="*/ 1742432 h 2344739"/>
              <a:gd name="connsiteX60" fmla="*/ 10082169 w 12192001"/>
              <a:gd name="connsiteY60" fmla="*/ 1743296 h 2344739"/>
              <a:gd name="connsiteX61" fmla="*/ 10039240 w 12192001"/>
              <a:gd name="connsiteY61" fmla="*/ 1741632 h 2344739"/>
              <a:gd name="connsiteX62" fmla="*/ 9960019 w 12192001"/>
              <a:gd name="connsiteY62" fmla="*/ 1757147 h 2344739"/>
              <a:gd name="connsiteX63" fmla="*/ 9847792 w 12192001"/>
              <a:gd name="connsiteY63" fmla="*/ 1763915 h 2344739"/>
              <a:gd name="connsiteX64" fmla="*/ 9728309 w 12192001"/>
              <a:gd name="connsiteY64" fmla="*/ 1784122 h 2344739"/>
              <a:gd name="connsiteX65" fmla="*/ 9584507 w 12192001"/>
              <a:gd name="connsiteY65" fmla="*/ 1795542 h 2344739"/>
              <a:gd name="connsiteX66" fmla="*/ 9343052 w 12192001"/>
              <a:gd name="connsiteY66" fmla="*/ 1841244 h 2344739"/>
              <a:gd name="connsiteX67" fmla="*/ 9231370 w 12192001"/>
              <a:gd name="connsiteY67" fmla="*/ 1893149 h 2344739"/>
              <a:gd name="connsiteX68" fmla="*/ 9194810 w 12192001"/>
              <a:gd name="connsiteY68" fmla="*/ 1903228 h 2344739"/>
              <a:gd name="connsiteX69" fmla="*/ 9189246 w 12192001"/>
              <a:gd name="connsiteY69" fmla="*/ 1912467 h 2344739"/>
              <a:gd name="connsiteX70" fmla="*/ 9151232 w 12192001"/>
              <a:gd name="connsiteY70" fmla="*/ 1923669 h 2344739"/>
              <a:gd name="connsiteX71" fmla="*/ 9150210 w 12192001"/>
              <a:gd name="connsiteY71" fmla="*/ 1922604 h 2344739"/>
              <a:gd name="connsiteX72" fmla="*/ 9137318 w 12192001"/>
              <a:gd name="connsiteY72" fmla="*/ 1920435 h 2344739"/>
              <a:gd name="connsiteX73" fmla="*/ 9113812 w 12192001"/>
              <a:gd name="connsiteY73" fmla="*/ 1919069 h 2344739"/>
              <a:gd name="connsiteX74" fmla="*/ 9053453 w 12192001"/>
              <a:gd name="connsiteY74" fmla="*/ 1910755 h 2344739"/>
              <a:gd name="connsiteX75" fmla="*/ 9005486 w 12192001"/>
              <a:gd name="connsiteY75" fmla="*/ 1914040 h 2344739"/>
              <a:gd name="connsiteX76" fmla="*/ 9005201 w 12192001"/>
              <a:gd name="connsiteY76" fmla="*/ 1913800 h 2344739"/>
              <a:gd name="connsiteX77" fmla="*/ 8996232 w 12192001"/>
              <a:gd name="connsiteY77" fmla="*/ 1915011 h 2344739"/>
              <a:gd name="connsiteX78" fmla="*/ 8990394 w 12192001"/>
              <a:gd name="connsiteY78" fmla="*/ 1917072 h 2344739"/>
              <a:gd name="connsiteX79" fmla="*/ 8974337 w 12192001"/>
              <a:gd name="connsiteY79" fmla="*/ 1920298 h 2344739"/>
              <a:gd name="connsiteX80" fmla="*/ 8968011 w 12192001"/>
              <a:gd name="connsiteY80" fmla="*/ 1919598 h 2344739"/>
              <a:gd name="connsiteX81" fmla="*/ 8963048 w 12192001"/>
              <a:gd name="connsiteY81" fmla="*/ 1917373 h 2344739"/>
              <a:gd name="connsiteX82" fmla="*/ 8928988 w 12192001"/>
              <a:gd name="connsiteY82" fmla="*/ 1914185 h 2344739"/>
              <a:gd name="connsiteX83" fmla="*/ 8752444 w 12192001"/>
              <a:gd name="connsiteY83" fmla="*/ 1933417 h 2344739"/>
              <a:gd name="connsiteX84" fmla="*/ 8707847 w 12192001"/>
              <a:gd name="connsiteY84" fmla="*/ 1935518 h 2344739"/>
              <a:gd name="connsiteX85" fmla="*/ 8596071 w 12192001"/>
              <a:gd name="connsiteY85" fmla="*/ 1944090 h 2344739"/>
              <a:gd name="connsiteX86" fmla="*/ 8525230 w 12192001"/>
              <a:gd name="connsiteY86" fmla="*/ 1929248 h 2344739"/>
              <a:gd name="connsiteX87" fmla="*/ 8510983 w 12192001"/>
              <a:gd name="connsiteY87" fmla="*/ 1935163 h 2344739"/>
              <a:gd name="connsiteX88" fmla="*/ 8506167 w 12192001"/>
              <a:gd name="connsiteY88" fmla="*/ 1938164 h 2344739"/>
              <a:gd name="connsiteX89" fmla="*/ 8497968 w 12192001"/>
              <a:gd name="connsiteY89" fmla="*/ 1940902 h 2344739"/>
              <a:gd name="connsiteX90" fmla="*/ 8497594 w 12192001"/>
              <a:gd name="connsiteY90" fmla="*/ 1940723 h 2344739"/>
              <a:gd name="connsiteX91" fmla="*/ 8490249 w 12192001"/>
              <a:gd name="connsiteY91" fmla="*/ 1943773 h 2344739"/>
              <a:gd name="connsiteX92" fmla="*/ 8367182 w 12192001"/>
              <a:gd name="connsiteY92" fmla="*/ 1957815 h 2344739"/>
              <a:gd name="connsiteX93" fmla="*/ 8353799 w 12192001"/>
              <a:gd name="connsiteY93" fmla="*/ 1958009 h 2344739"/>
              <a:gd name="connsiteX94" fmla="*/ 8352373 w 12192001"/>
              <a:gd name="connsiteY94" fmla="*/ 1957169 h 2344739"/>
              <a:gd name="connsiteX95" fmla="*/ 8320104 w 12192001"/>
              <a:gd name="connsiteY95" fmla="*/ 1974587 h 2344739"/>
              <a:gd name="connsiteX96" fmla="*/ 8314433 w 12192001"/>
              <a:gd name="connsiteY96" fmla="*/ 1974913 h 2344739"/>
              <a:gd name="connsiteX97" fmla="*/ 8295174 w 12192001"/>
              <a:gd name="connsiteY97" fmla="*/ 1988808 h 2344739"/>
              <a:gd name="connsiteX98" fmla="*/ 8284276 w 12192001"/>
              <a:gd name="connsiteY98" fmla="*/ 1994631 h 2344739"/>
              <a:gd name="connsiteX99" fmla="*/ 8283150 w 12192001"/>
              <a:gd name="connsiteY99" fmla="*/ 1999074 h 2344739"/>
              <a:gd name="connsiteX100" fmla="*/ 8266076 w 12192001"/>
              <a:gd name="connsiteY100" fmla="*/ 2006249 h 2344739"/>
              <a:gd name="connsiteX101" fmla="*/ 8263377 w 12192001"/>
              <a:gd name="connsiteY101" fmla="*/ 2006019 h 2344739"/>
              <a:gd name="connsiteX102" fmla="*/ 8252033 w 12192001"/>
              <a:gd name="connsiteY102" fmla="*/ 2015862 h 2344739"/>
              <a:gd name="connsiteX103" fmla="*/ 8245834 w 12192001"/>
              <a:gd name="connsiteY103" fmla="*/ 2028854 h 2344739"/>
              <a:gd name="connsiteX104" fmla="*/ 8090272 w 12192001"/>
              <a:gd name="connsiteY104" fmla="*/ 2075015 h 2344739"/>
              <a:gd name="connsiteX105" fmla="*/ 7905407 w 12192001"/>
              <a:gd name="connsiteY105" fmla="*/ 2116988 h 2344739"/>
              <a:gd name="connsiteX106" fmla="*/ 7718745 w 12192001"/>
              <a:gd name="connsiteY106" fmla="*/ 2142703 h 2344739"/>
              <a:gd name="connsiteX107" fmla="*/ 7614347 w 12192001"/>
              <a:gd name="connsiteY107" fmla="*/ 2139232 h 2344739"/>
              <a:gd name="connsiteX108" fmla="*/ 7527543 w 12192001"/>
              <a:gd name="connsiteY108" fmla="*/ 2145060 h 2344739"/>
              <a:gd name="connsiteX109" fmla="*/ 7519571 w 12192001"/>
              <a:gd name="connsiteY109" fmla="*/ 2147613 h 2344739"/>
              <a:gd name="connsiteX110" fmla="*/ 7507411 w 12192001"/>
              <a:gd name="connsiteY110" fmla="*/ 2148948 h 2344739"/>
              <a:gd name="connsiteX111" fmla="*/ 7507040 w 12192001"/>
              <a:gd name="connsiteY111" fmla="*/ 2148621 h 2344739"/>
              <a:gd name="connsiteX112" fmla="*/ 7495795 w 12192001"/>
              <a:gd name="connsiteY112" fmla="*/ 2150573 h 2344739"/>
              <a:gd name="connsiteX113" fmla="*/ 7405391 w 12192001"/>
              <a:gd name="connsiteY113" fmla="*/ 2142468 h 2344739"/>
              <a:gd name="connsiteX114" fmla="*/ 7312180 w 12192001"/>
              <a:gd name="connsiteY114" fmla="*/ 2132873 h 2344739"/>
              <a:gd name="connsiteX115" fmla="*/ 7310853 w 12192001"/>
              <a:gd name="connsiteY115" fmla="*/ 2131431 h 2344739"/>
              <a:gd name="connsiteX116" fmla="*/ 7218559 w 12192001"/>
              <a:gd name="connsiteY116" fmla="*/ 2156680 h 2344739"/>
              <a:gd name="connsiteX117" fmla="*/ 7201101 w 12192001"/>
              <a:gd name="connsiteY117" fmla="*/ 2161230 h 2344739"/>
              <a:gd name="connsiteX118" fmla="*/ 7197004 w 12192001"/>
              <a:gd name="connsiteY118" fmla="*/ 2166588 h 2344739"/>
              <a:gd name="connsiteX119" fmla="*/ 7170808 w 12192001"/>
              <a:gd name="connsiteY119" fmla="*/ 2171236 h 2344739"/>
              <a:gd name="connsiteX120" fmla="*/ 7096988 w 12192001"/>
              <a:gd name="connsiteY120" fmla="*/ 2183464 h 2344739"/>
              <a:gd name="connsiteX121" fmla="*/ 7018496 w 12192001"/>
              <a:gd name="connsiteY121" fmla="*/ 2183090 h 2344739"/>
              <a:gd name="connsiteX122" fmla="*/ 6904146 w 12192001"/>
              <a:gd name="connsiteY122" fmla="*/ 2212596 h 2344739"/>
              <a:gd name="connsiteX123" fmla="*/ 6708222 w 12192001"/>
              <a:gd name="connsiteY123" fmla="*/ 2240551 h 2344739"/>
              <a:gd name="connsiteX124" fmla="*/ 6549454 w 12192001"/>
              <a:gd name="connsiteY124" fmla="*/ 2269327 h 2344739"/>
              <a:gd name="connsiteX125" fmla="*/ 6317560 w 12192001"/>
              <a:gd name="connsiteY125" fmla="*/ 2316127 h 2344739"/>
              <a:gd name="connsiteX126" fmla="*/ 6168674 w 12192001"/>
              <a:gd name="connsiteY126" fmla="*/ 2318214 h 2344739"/>
              <a:gd name="connsiteX127" fmla="*/ 6073848 w 12192001"/>
              <a:gd name="connsiteY127" fmla="*/ 2338676 h 2344739"/>
              <a:gd name="connsiteX128" fmla="*/ 6068529 w 12192001"/>
              <a:gd name="connsiteY128" fmla="*/ 2337139 h 2344739"/>
              <a:gd name="connsiteX129" fmla="*/ 6048638 w 12192001"/>
              <a:gd name="connsiteY129" fmla="*/ 2337822 h 2344739"/>
              <a:gd name="connsiteX130" fmla="*/ 6041285 w 12192001"/>
              <a:gd name="connsiteY130" fmla="*/ 2329473 h 2344739"/>
              <a:gd name="connsiteX131" fmla="*/ 6010090 w 12192001"/>
              <a:gd name="connsiteY131" fmla="*/ 2324380 h 2344739"/>
              <a:gd name="connsiteX132" fmla="*/ 5957375 w 12192001"/>
              <a:gd name="connsiteY132" fmla="*/ 2328024 h 2344739"/>
              <a:gd name="connsiteX133" fmla="*/ 5758919 w 12192001"/>
              <a:gd name="connsiteY133" fmla="*/ 2343716 h 2344739"/>
              <a:gd name="connsiteX134" fmla="*/ 5626960 w 12192001"/>
              <a:gd name="connsiteY134" fmla="*/ 2344739 h 2344739"/>
              <a:gd name="connsiteX135" fmla="*/ 5470906 w 12192001"/>
              <a:gd name="connsiteY135" fmla="*/ 2330719 h 2344739"/>
              <a:gd name="connsiteX136" fmla="*/ 5432761 w 12192001"/>
              <a:gd name="connsiteY136" fmla="*/ 2319466 h 2344739"/>
              <a:gd name="connsiteX137" fmla="*/ 5381669 w 12192001"/>
              <a:gd name="connsiteY137" fmla="*/ 2301764 h 2344739"/>
              <a:gd name="connsiteX138" fmla="*/ 5261764 w 12192001"/>
              <a:gd name="connsiteY138" fmla="*/ 2281347 h 2344739"/>
              <a:gd name="connsiteX139" fmla="*/ 5222961 w 12192001"/>
              <a:gd name="connsiteY139" fmla="*/ 2270223 h 2344739"/>
              <a:gd name="connsiteX140" fmla="*/ 5174660 w 12192001"/>
              <a:gd name="connsiteY140" fmla="*/ 2267233 h 2344739"/>
              <a:gd name="connsiteX141" fmla="*/ 5156554 w 12192001"/>
              <a:gd name="connsiteY141" fmla="*/ 2260010 h 2344739"/>
              <a:gd name="connsiteX142" fmla="*/ 5142599 w 12192001"/>
              <a:gd name="connsiteY142" fmla="*/ 2256610 h 2344739"/>
              <a:gd name="connsiteX143" fmla="*/ 5139596 w 12192001"/>
              <a:gd name="connsiteY143" fmla="*/ 2254509 h 2344739"/>
              <a:gd name="connsiteX144" fmla="*/ 5121659 w 12192001"/>
              <a:gd name="connsiteY144" fmla="*/ 2243656 h 2344739"/>
              <a:gd name="connsiteX145" fmla="*/ 5065790 w 12192001"/>
              <a:gd name="connsiteY145" fmla="*/ 2250227 h 2344739"/>
              <a:gd name="connsiteX146" fmla="*/ 5011514 w 12192001"/>
              <a:gd name="connsiteY146" fmla="*/ 2233846 h 2344739"/>
              <a:gd name="connsiteX147" fmla="*/ 4840441 w 12192001"/>
              <a:gd name="connsiteY147" fmla="*/ 2209829 h 2344739"/>
              <a:gd name="connsiteX148" fmla="*/ 4762447 w 12192001"/>
              <a:gd name="connsiteY148" fmla="*/ 2182061 h 2344739"/>
              <a:gd name="connsiteX149" fmla="*/ 4723186 w 12192001"/>
              <a:gd name="connsiteY149" fmla="*/ 2173047 h 2344739"/>
              <a:gd name="connsiteX150" fmla="*/ 4721176 w 12192001"/>
              <a:gd name="connsiteY150" fmla="*/ 2172298 h 2344739"/>
              <a:gd name="connsiteX151" fmla="*/ 4722111 w 12192001"/>
              <a:gd name="connsiteY151" fmla="*/ 2172087 h 2344739"/>
              <a:gd name="connsiteX152" fmla="*/ 4717202 w 12192001"/>
              <a:gd name="connsiteY152" fmla="*/ 2170817 h 2344739"/>
              <a:gd name="connsiteX153" fmla="*/ 4721176 w 12192001"/>
              <a:gd name="connsiteY153" fmla="*/ 2172298 h 2344739"/>
              <a:gd name="connsiteX154" fmla="*/ 4715526 w 12192001"/>
              <a:gd name="connsiteY154" fmla="*/ 2173573 h 2344739"/>
              <a:gd name="connsiteX155" fmla="*/ 4515814 w 12192001"/>
              <a:gd name="connsiteY155" fmla="*/ 2163671 h 2344739"/>
              <a:gd name="connsiteX156" fmla="*/ 4428543 w 12192001"/>
              <a:gd name="connsiteY156" fmla="*/ 2153020 h 2344739"/>
              <a:gd name="connsiteX157" fmla="*/ 4362875 w 12192001"/>
              <a:gd name="connsiteY157" fmla="*/ 2151674 h 2344739"/>
              <a:gd name="connsiteX158" fmla="*/ 4316966 w 12192001"/>
              <a:gd name="connsiteY158" fmla="*/ 2158289 h 2344739"/>
              <a:gd name="connsiteX159" fmla="*/ 4315110 w 12192001"/>
              <a:gd name="connsiteY159" fmla="*/ 2156948 h 2344739"/>
              <a:gd name="connsiteX160" fmla="*/ 4295144 w 12192001"/>
              <a:gd name="connsiteY160" fmla="*/ 2155069 h 2344739"/>
              <a:gd name="connsiteX161" fmla="*/ 4290064 w 12192001"/>
              <a:gd name="connsiteY161" fmla="*/ 2157986 h 2344739"/>
              <a:gd name="connsiteX162" fmla="*/ 4276142 w 12192001"/>
              <a:gd name="connsiteY162" fmla="*/ 2157740 h 2344739"/>
              <a:gd name="connsiteX163" fmla="*/ 4248117 w 12192001"/>
              <a:gd name="connsiteY163" fmla="*/ 2160064 h 2344739"/>
              <a:gd name="connsiteX164" fmla="*/ 4202051 w 12192001"/>
              <a:gd name="connsiteY164" fmla="*/ 2157269 h 2344739"/>
              <a:gd name="connsiteX165" fmla="*/ 4201745 w 12192001"/>
              <a:gd name="connsiteY165" fmla="*/ 2156010 h 2344739"/>
              <a:gd name="connsiteX166" fmla="*/ 4191248 w 12192001"/>
              <a:gd name="connsiteY166" fmla="*/ 2150376 h 2344739"/>
              <a:gd name="connsiteX167" fmla="*/ 4142745 w 12192001"/>
              <a:gd name="connsiteY167" fmla="*/ 2134511 h 2344739"/>
              <a:gd name="connsiteX168" fmla="*/ 4083097 w 12192001"/>
              <a:gd name="connsiteY168" fmla="*/ 2107978 h 2344739"/>
              <a:gd name="connsiteX169" fmla="*/ 4074546 w 12192001"/>
              <a:gd name="connsiteY169" fmla="*/ 2107143 h 2344739"/>
              <a:gd name="connsiteX170" fmla="*/ 4074427 w 12192001"/>
              <a:gd name="connsiteY170" fmla="*/ 2106844 h 2344739"/>
              <a:gd name="connsiteX171" fmla="*/ 4065510 w 12192001"/>
              <a:gd name="connsiteY171" fmla="*/ 2105400 h 2344739"/>
              <a:gd name="connsiteX172" fmla="*/ 4058954 w 12192001"/>
              <a:gd name="connsiteY172" fmla="*/ 2105618 h 2344739"/>
              <a:gd name="connsiteX173" fmla="*/ 4042364 w 12192001"/>
              <a:gd name="connsiteY173" fmla="*/ 2103997 h 2344739"/>
              <a:gd name="connsiteX174" fmla="*/ 4036997 w 12192001"/>
              <a:gd name="connsiteY174" fmla="*/ 2101563 h 2344739"/>
              <a:gd name="connsiteX175" fmla="*/ 4035363 w 12192001"/>
              <a:gd name="connsiteY175" fmla="*/ 2097896 h 2344739"/>
              <a:gd name="connsiteX176" fmla="*/ 4033778 w 12192001"/>
              <a:gd name="connsiteY176" fmla="*/ 2098131 h 2344739"/>
              <a:gd name="connsiteX177" fmla="*/ 4004538 w 12192001"/>
              <a:gd name="connsiteY177" fmla="*/ 2085563 h 2344739"/>
              <a:gd name="connsiteX178" fmla="*/ 3936846 w 12192001"/>
              <a:gd name="connsiteY178" fmla="*/ 2068106 h 2344739"/>
              <a:gd name="connsiteX179" fmla="*/ 3897275 w 12192001"/>
              <a:gd name="connsiteY179" fmla="*/ 2062451 h 2344739"/>
              <a:gd name="connsiteX180" fmla="*/ 3789760 w 12192001"/>
              <a:gd name="connsiteY180" fmla="*/ 2042213 h 2344739"/>
              <a:gd name="connsiteX181" fmla="*/ 3682513 w 12192001"/>
              <a:gd name="connsiteY181" fmla="*/ 2018290 h 2344739"/>
              <a:gd name="connsiteX182" fmla="*/ 3610035 w 12192001"/>
              <a:gd name="connsiteY182" fmla="*/ 1986019 h 2344739"/>
              <a:gd name="connsiteX183" fmla="*/ 3603855 w 12192001"/>
              <a:gd name="connsiteY183" fmla="*/ 1987381 h 2344739"/>
              <a:gd name="connsiteX184" fmla="*/ 3594736 w 12192001"/>
              <a:gd name="connsiteY184" fmla="*/ 1987545 h 2344739"/>
              <a:gd name="connsiteX185" fmla="*/ 3594501 w 12192001"/>
              <a:gd name="connsiteY185" fmla="*/ 1987276 h 2344739"/>
              <a:gd name="connsiteX186" fmla="*/ 3585978 w 12192001"/>
              <a:gd name="connsiteY186" fmla="*/ 1987966 h 2344739"/>
              <a:gd name="connsiteX187" fmla="*/ 3536135 w 12192001"/>
              <a:gd name="connsiteY187" fmla="*/ 1978267 h 2344739"/>
              <a:gd name="connsiteX188" fmla="*/ 3473223 w 12192001"/>
              <a:gd name="connsiteY188" fmla="*/ 1974606 h 2344739"/>
              <a:gd name="connsiteX189" fmla="*/ 3400728 w 12192001"/>
              <a:gd name="connsiteY189" fmla="*/ 1962558 h 2344739"/>
              <a:gd name="connsiteX190" fmla="*/ 3363888 w 12192001"/>
              <a:gd name="connsiteY190" fmla="*/ 1979510 h 2344739"/>
              <a:gd name="connsiteX191" fmla="*/ 3344026 w 12192001"/>
              <a:gd name="connsiteY191" fmla="*/ 1981192 h 2344739"/>
              <a:gd name="connsiteX192" fmla="*/ 3341698 w 12192001"/>
              <a:gd name="connsiteY192" fmla="*/ 1980217 h 2344739"/>
              <a:gd name="connsiteX193" fmla="*/ 3262356 w 12192001"/>
              <a:gd name="connsiteY193" fmla="*/ 1986094 h 2344739"/>
              <a:gd name="connsiteX194" fmla="*/ 3142556 w 12192001"/>
              <a:gd name="connsiteY194" fmla="*/ 1993869 h 2344739"/>
              <a:gd name="connsiteX195" fmla="*/ 3030291 w 12192001"/>
              <a:gd name="connsiteY195" fmla="*/ 1996512 h 2344739"/>
              <a:gd name="connsiteX196" fmla="*/ 2781569 w 12192001"/>
              <a:gd name="connsiteY196" fmla="*/ 2018333 h 2344739"/>
              <a:gd name="connsiteX197" fmla="*/ 2646527 w 12192001"/>
              <a:gd name="connsiteY197" fmla="*/ 2028869 h 2344739"/>
              <a:gd name="connsiteX198" fmla="*/ 2568028 w 12192001"/>
              <a:gd name="connsiteY198" fmla="*/ 2002628 h 2344739"/>
              <a:gd name="connsiteX199" fmla="*/ 2443255 w 12192001"/>
              <a:gd name="connsiteY199" fmla="*/ 2016529 h 2344739"/>
              <a:gd name="connsiteX200" fmla="*/ 2315112 w 12192001"/>
              <a:gd name="connsiteY200" fmla="*/ 2024996 h 2344739"/>
              <a:gd name="connsiteX201" fmla="*/ 2208578 w 12192001"/>
              <a:gd name="connsiteY201" fmla="*/ 2019763 h 2344739"/>
              <a:gd name="connsiteX202" fmla="*/ 2094665 w 12192001"/>
              <a:gd name="connsiteY202" fmla="*/ 2003052 h 2344739"/>
              <a:gd name="connsiteX203" fmla="*/ 1997356 w 12192001"/>
              <a:gd name="connsiteY203" fmla="*/ 1995032 h 2344739"/>
              <a:gd name="connsiteX204" fmla="*/ 1928172 w 12192001"/>
              <a:gd name="connsiteY204" fmla="*/ 2016977 h 2344739"/>
              <a:gd name="connsiteX205" fmla="*/ 1921650 w 12192001"/>
              <a:gd name="connsiteY205" fmla="*/ 2012146 h 2344739"/>
              <a:gd name="connsiteX206" fmla="*/ 1873080 w 12192001"/>
              <a:gd name="connsiteY206" fmla="*/ 2013741 h 2344739"/>
              <a:gd name="connsiteX207" fmla="*/ 1786655 w 12192001"/>
              <a:gd name="connsiteY207" fmla="*/ 2041363 h 2344739"/>
              <a:gd name="connsiteX208" fmla="*/ 1738204 w 12192001"/>
              <a:gd name="connsiteY208" fmla="*/ 2036312 h 2344739"/>
              <a:gd name="connsiteX209" fmla="*/ 1675071 w 12192001"/>
              <a:gd name="connsiteY209" fmla="*/ 2019963 h 2344739"/>
              <a:gd name="connsiteX210" fmla="*/ 1608669 w 12192001"/>
              <a:gd name="connsiteY210" fmla="*/ 2013066 h 2344739"/>
              <a:gd name="connsiteX211" fmla="*/ 1496110 w 12192001"/>
              <a:gd name="connsiteY211" fmla="*/ 1987476 h 2344739"/>
              <a:gd name="connsiteX212" fmla="*/ 1149979 w 12192001"/>
              <a:gd name="connsiteY212" fmla="*/ 1938041 h 2344739"/>
              <a:gd name="connsiteX213" fmla="*/ 858269 w 12192001"/>
              <a:gd name="connsiteY213" fmla="*/ 1928608 h 2344739"/>
              <a:gd name="connsiteX214" fmla="*/ 837540 w 12192001"/>
              <a:gd name="connsiteY214" fmla="*/ 1929821 h 2344739"/>
              <a:gd name="connsiteX215" fmla="*/ 816809 w 12192001"/>
              <a:gd name="connsiteY215" fmla="*/ 1927857 h 2344739"/>
              <a:gd name="connsiteX216" fmla="*/ 811506 w 12192001"/>
              <a:gd name="connsiteY216" fmla="*/ 1930751 h 2344739"/>
              <a:gd name="connsiteX217" fmla="*/ 797041 w 12192001"/>
              <a:gd name="connsiteY217" fmla="*/ 1930446 h 2344739"/>
              <a:gd name="connsiteX218" fmla="*/ 767901 w 12192001"/>
              <a:gd name="connsiteY218" fmla="*/ 1932653 h 2344739"/>
              <a:gd name="connsiteX219" fmla="*/ 763053 w 12192001"/>
              <a:gd name="connsiteY219" fmla="*/ 1930432 h 2344739"/>
              <a:gd name="connsiteX220" fmla="*/ 720047 w 12192001"/>
              <a:gd name="connsiteY220" fmla="*/ 1929661 h 2344739"/>
              <a:gd name="connsiteX221" fmla="*/ 719742 w 12192001"/>
              <a:gd name="connsiteY221" fmla="*/ 1928399 h 2344739"/>
              <a:gd name="connsiteX222" fmla="*/ 708875 w 12192001"/>
              <a:gd name="connsiteY222" fmla="*/ 1922722 h 2344739"/>
              <a:gd name="connsiteX223" fmla="*/ 596792 w 12192001"/>
              <a:gd name="connsiteY223" fmla="*/ 1879864 h 2344739"/>
              <a:gd name="connsiteX224" fmla="*/ 578535 w 12192001"/>
              <a:gd name="connsiteY224" fmla="*/ 1877212 h 2344739"/>
              <a:gd name="connsiteX225" fmla="*/ 571717 w 12192001"/>
              <a:gd name="connsiteY225" fmla="*/ 1877401 h 2344739"/>
              <a:gd name="connsiteX226" fmla="*/ 445099 w 12192001"/>
              <a:gd name="connsiteY226" fmla="*/ 1839371 h 2344739"/>
              <a:gd name="connsiteX227" fmla="*/ 404015 w 12192001"/>
              <a:gd name="connsiteY227" fmla="*/ 1833548 h 2344739"/>
              <a:gd name="connsiteX228" fmla="*/ 292435 w 12192001"/>
              <a:gd name="connsiteY228" fmla="*/ 1812852 h 2344739"/>
              <a:gd name="connsiteX229" fmla="*/ 118381 w 12192001"/>
              <a:gd name="connsiteY229" fmla="*/ 1761047 h 2344739"/>
              <a:gd name="connsiteX230" fmla="*/ 15526 w 12192001"/>
              <a:gd name="connsiteY230" fmla="*/ 1758191 h 2344739"/>
              <a:gd name="connsiteX231" fmla="*/ 2 w 12192001"/>
              <a:gd name="connsiteY231" fmla="*/ 1752722 h 2344739"/>
              <a:gd name="connsiteX232" fmla="*/ 1 w 12192001"/>
              <a:gd name="connsiteY232" fmla="*/ 762497 h 2344739"/>
              <a:gd name="connsiteX233" fmla="*/ 0 w 12192001"/>
              <a:gd name="connsiteY233" fmla="*/ 762497 h 2344739"/>
              <a:gd name="connsiteX234" fmla="*/ 0 w 12192001"/>
              <a:gd name="connsiteY234" fmla="*/ 222213 h 2344739"/>
              <a:gd name="connsiteX235" fmla="*/ 0 w 12192001"/>
              <a:gd name="connsiteY235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306392 w 12192001"/>
              <a:gd name="connsiteY25" fmla="*/ 1272239 h 2344739"/>
              <a:gd name="connsiteX26" fmla="*/ 11522499 w 12192001"/>
              <a:gd name="connsiteY26" fmla="*/ 1207528 h 2344739"/>
              <a:gd name="connsiteX27" fmla="*/ 11245526 w 12192001"/>
              <a:gd name="connsiteY27" fmla="*/ 1274060 h 2344739"/>
              <a:gd name="connsiteX28" fmla="*/ 11227161 w 12192001"/>
              <a:gd name="connsiteY28" fmla="*/ 1276236 h 2344739"/>
              <a:gd name="connsiteX29" fmla="*/ 11216939 w 12192001"/>
              <a:gd name="connsiteY29" fmla="*/ 1275961 h 2344739"/>
              <a:gd name="connsiteX30" fmla="*/ 11216036 w 12192001"/>
              <a:gd name="connsiteY30" fmla="*/ 1275018 h 2344739"/>
              <a:gd name="connsiteX31" fmla="*/ 11187737 w 12192001"/>
              <a:gd name="connsiteY31" fmla="*/ 1292383 h 2344739"/>
              <a:gd name="connsiteX32" fmla="*/ 11183353 w 12192001"/>
              <a:gd name="connsiteY32" fmla="*/ 1292525 h 2344739"/>
              <a:gd name="connsiteX33" fmla="*/ 11165706 w 12192001"/>
              <a:gd name="connsiteY33" fmla="*/ 1306612 h 2344739"/>
              <a:gd name="connsiteX34" fmla="*/ 11156163 w 12192001"/>
              <a:gd name="connsiteY34" fmla="*/ 1312414 h 2344739"/>
              <a:gd name="connsiteX35" fmla="*/ 11154348 w 12192001"/>
              <a:gd name="connsiteY35" fmla="*/ 1317097 h 2344739"/>
              <a:gd name="connsiteX36" fmla="*/ 11139813 w 12192001"/>
              <a:gd name="connsiteY36" fmla="*/ 1324115 h 2344739"/>
              <a:gd name="connsiteX37" fmla="*/ 11137813 w 12192001"/>
              <a:gd name="connsiteY37" fmla="*/ 1323772 h 2344739"/>
              <a:gd name="connsiteX38" fmla="*/ 11127060 w 12192001"/>
              <a:gd name="connsiteY38" fmla="*/ 1333832 h 2344739"/>
              <a:gd name="connsiteX39" fmla="*/ 11119543 w 12192001"/>
              <a:gd name="connsiteY39" fmla="*/ 1347424 h 2344739"/>
              <a:gd name="connsiteX40" fmla="*/ 10893535 w 12192001"/>
              <a:gd name="connsiteY40" fmla="*/ 1473399 h 2344739"/>
              <a:gd name="connsiteX41" fmla="*/ 10772152 w 12192001"/>
              <a:gd name="connsiteY41" fmla="*/ 1523191 h 2344739"/>
              <a:gd name="connsiteX42" fmla="*/ 10626520 w 12192001"/>
              <a:gd name="connsiteY42" fmla="*/ 1559229 h 2344739"/>
              <a:gd name="connsiteX43" fmla="*/ 10580747 w 12192001"/>
              <a:gd name="connsiteY43" fmla="*/ 1568689 h 2344739"/>
              <a:gd name="connsiteX44" fmla="*/ 10546642 w 12192001"/>
              <a:gd name="connsiteY44" fmla="*/ 1598423 h 2344739"/>
              <a:gd name="connsiteX45" fmla="*/ 10528495 w 12192001"/>
              <a:gd name="connsiteY45" fmla="*/ 1596907 h 2344739"/>
              <a:gd name="connsiteX46" fmla="*/ 10525298 w 12192001"/>
              <a:gd name="connsiteY46" fmla="*/ 1596411 h 2344739"/>
              <a:gd name="connsiteX47" fmla="*/ 10513981 w 12192001"/>
              <a:gd name="connsiteY47" fmla="*/ 1599537 h 2344739"/>
              <a:gd name="connsiteX48" fmla="*/ 10490587 w 12192001"/>
              <a:gd name="connsiteY48" fmla="*/ 1594156 h 2344739"/>
              <a:gd name="connsiteX49" fmla="*/ 10470270 w 12192001"/>
              <a:gd name="connsiteY49" fmla="*/ 1601693 h 2344739"/>
              <a:gd name="connsiteX50" fmla="*/ 10375894 w 12192001"/>
              <a:gd name="connsiteY50" fmla="*/ 1644598 h 2344739"/>
              <a:gd name="connsiteX51" fmla="*/ 10318190 w 12192001"/>
              <a:gd name="connsiteY51" fmla="*/ 1666221 h 2344739"/>
              <a:gd name="connsiteX52" fmla="*/ 10294319 w 12192001"/>
              <a:gd name="connsiteY52" fmla="*/ 1668079 h 2344739"/>
              <a:gd name="connsiteX53" fmla="*/ 10262295 w 12192001"/>
              <a:gd name="connsiteY53" fmla="*/ 1674948 h 2344739"/>
              <a:gd name="connsiteX54" fmla="*/ 10204270 w 12192001"/>
              <a:gd name="connsiteY54" fmla="*/ 1682149 h 2344739"/>
              <a:gd name="connsiteX55" fmla="*/ 10176611 w 12192001"/>
              <a:gd name="connsiteY55" fmla="*/ 1692943 h 2344739"/>
              <a:gd name="connsiteX56" fmla="*/ 10163922 w 12192001"/>
              <a:gd name="connsiteY56" fmla="*/ 1693739 h 2344739"/>
              <a:gd name="connsiteX57" fmla="*/ 10155160 w 12192001"/>
              <a:gd name="connsiteY57" fmla="*/ 1707487 h 2344739"/>
              <a:gd name="connsiteX58" fmla="*/ 10117119 w 12192001"/>
              <a:gd name="connsiteY58" fmla="*/ 1731142 h 2344739"/>
              <a:gd name="connsiteX59" fmla="*/ 10100445 w 12192001"/>
              <a:gd name="connsiteY59" fmla="*/ 1742432 h 2344739"/>
              <a:gd name="connsiteX60" fmla="*/ 10082169 w 12192001"/>
              <a:gd name="connsiteY60" fmla="*/ 1743296 h 2344739"/>
              <a:gd name="connsiteX61" fmla="*/ 10039240 w 12192001"/>
              <a:gd name="connsiteY61" fmla="*/ 1741632 h 2344739"/>
              <a:gd name="connsiteX62" fmla="*/ 9960019 w 12192001"/>
              <a:gd name="connsiteY62" fmla="*/ 1757147 h 2344739"/>
              <a:gd name="connsiteX63" fmla="*/ 9847792 w 12192001"/>
              <a:gd name="connsiteY63" fmla="*/ 1763915 h 2344739"/>
              <a:gd name="connsiteX64" fmla="*/ 9728309 w 12192001"/>
              <a:gd name="connsiteY64" fmla="*/ 1784122 h 2344739"/>
              <a:gd name="connsiteX65" fmla="*/ 9584507 w 12192001"/>
              <a:gd name="connsiteY65" fmla="*/ 1795542 h 2344739"/>
              <a:gd name="connsiteX66" fmla="*/ 9343052 w 12192001"/>
              <a:gd name="connsiteY66" fmla="*/ 1841244 h 2344739"/>
              <a:gd name="connsiteX67" fmla="*/ 9231370 w 12192001"/>
              <a:gd name="connsiteY67" fmla="*/ 1893149 h 2344739"/>
              <a:gd name="connsiteX68" fmla="*/ 9194810 w 12192001"/>
              <a:gd name="connsiteY68" fmla="*/ 1903228 h 2344739"/>
              <a:gd name="connsiteX69" fmla="*/ 9189246 w 12192001"/>
              <a:gd name="connsiteY69" fmla="*/ 1912467 h 2344739"/>
              <a:gd name="connsiteX70" fmla="*/ 9151232 w 12192001"/>
              <a:gd name="connsiteY70" fmla="*/ 1923669 h 2344739"/>
              <a:gd name="connsiteX71" fmla="*/ 9150210 w 12192001"/>
              <a:gd name="connsiteY71" fmla="*/ 1922604 h 2344739"/>
              <a:gd name="connsiteX72" fmla="*/ 9137318 w 12192001"/>
              <a:gd name="connsiteY72" fmla="*/ 1920435 h 2344739"/>
              <a:gd name="connsiteX73" fmla="*/ 9113812 w 12192001"/>
              <a:gd name="connsiteY73" fmla="*/ 1919069 h 2344739"/>
              <a:gd name="connsiteX74" fmla="*/ 9053453 w 12192001"/>
              <a:gd name="connsiteY74" fmla="*/ 1910755 h 2344739"/>
              <a:gd name="connsiteX75" fmla="*/ 9005486 w 12192001"/>
              <a:gd name="connsiteY75" fmla="*/ 1914040 h 2344739"/>
              <a:gd name="connsiteX76" fmla="*/ 9005201 w 12192001"/>
              <a:gd name="connsiteY76" fmla="*/ 1913800 h 2344739"/>
              <a:gd name="connsiteX77" fmla="*/ 8996232 w 12192001"/>
              <a:gd name="connsiteY77" fmla="*/ 1915011 h 2344739"/>
              <a:gd name="connsiteX78" fmla="*/ 8990394 w 12192001"/>
              <a:gd name="connsiteY78" fmla="*/ 1917072 h 2344739"/>
              <a:gd name="connsiteX79" fmla="*/ 8974337 w 12192001"/>
              <a:gd name="connsiteY79" fmla="*/ 1920298 h 2344739"/>
              <a:gd name="connsiteX80" fmla="*/ 8968011 w 12192001"/>
              <a:gd name="connsiteY80" fmla="*/ 1919598 h 2344739"/>
              <a:gd name="connsiteX81" fmla="*/ 8963048 w 12192001"/>
              <a:gd name="connsiteY81" fmla="*/ 1917373 h 2344739"/>
              <a:gd name="connsiteX82" fmla="*/ 8928988 w 12192001"/>
              <a:gd name="connsiteY82" fmla="*/ 1914185 h 2344739"/>
              <a:gd name="connsiteX83" fmla="*/ 8752444 w 12192001"/>
              <a:gd name="connsiteY83" fmla="*/ 1933417 h 2344739"/>
              <a:gd name="connsiteX84" fmla="*/ 8707847 w 12192001"/>
              <a:gd name="connsiteY84" fmla="*/ 1935518 h 2344739"/>
              <a:gd name="connsiteX85" fmla="*/ 8596071 w 12192001"/>
              <a:gd name="connsiteY85" fmla="*/ 1944090 h 2344739"/>
              <a:gd name="connsiteX86" fmla="*/ 8525230 w 12192001"/>
              <a:gd name="connsiteY86" fmla="*/ 1929248 h 2344739"/>
              <a:gd name="connsiteX87" fmla="*/ 8510983 w 12192001"/>
              <a:gd name="connsiteY87" fmla="*/ 1935163 h 2344739"/>
              <a:gd name="connsiteX88" fmla="*/ 8506167 w 12192001"/>
              <a:gd name="connsiteY88" fmla="*/ 1938164 h 2344739"/>
              <a:gd name="connsiteX89" fmla="*/ 8497968 w 12192001"/>
              <a:gd name="connsiteY89" fmla="*/ 1940902 h 2344739"/>
              <a:gd name="connsiteX90" fmla="*/ 8497594 w 12192001"/>
              <a:gd name="connsiteY90" fmla="*/ 1940723 h 2344739"/>
              <a:gd name="connsiteX91" fmla="*/ 8490249 w 12192001"/>
              <a:gd name="connsiteY91" fmla="*/ 1943773 h 2344739"/>
              <a:gd name="connsiteX92" fmla="*/ 8367182 w 12192001"/>
              <a:gd name="connsiteY92" fmla="*/ 1957815 h 2344739"/>
              <a:gd name="connsiteX93" fmla="*/ 8353799 w 12192001"/>
              <a:gd name="connsiteY93" fmla="*/ 1958009 h 2344739"/>
              <a:gd name="connsiteX94" fmla="*/ 8352373 w 12192001"/>
              <a:gd name="connsiteY94" fmla="*/ 1957169 h 2344739"/>
              <a:gd name="connsiteX95" fmla="*/ 8320104 w 12192001"/>
              <a:gd name="connsiteY95" fmla="*/ 1974587 h 2344739"/>
              <a:gd name="connsiteX96" fmla="*/ 8314433 w 12192001"/>
              <a:gd name="connsiteY96" fmla="*/ 1974913 h 2344739"/>
              <a:gd name="connsiteX97" fmla="*/ 8295174 w 12192001"/>
              <a:gd name="connsiteY97" fmla="*/ 1988808 h 2344739"/>
              <a:gd name="connsiteX98" fmla="*/ 8284276 w 12192001"/>
              <a:gd name="connsiteY98" fmla="*/ 1994631 h 2344739"/>
              <a:gd name="connsiteX99" fmla="*/ 8283150 w 12192001"/>
              <a:gd name="connsiteY99" fmla="*/ 1999074 h 2344739"/>
              <a:gd name="connsiteX100" fmla="*/ 8266076 w 12192001"/>
              <a:gd name="connsiteY100" fmla="*/ 2006249 h 2344739"/>
              <a:gd name="connsiteX101" fmla="*/ 8263377 w 12192001"/>
              <a:gd name="connsiteY101" fmla="*/ 2006019 h 2344739"/>
              <a:gd name="connsiteX102" fmla="*/ 8252033 w 12192001"/>
              <a:gd name="connsiteY102" fmla="*/ 2015862 h 2344739"/>
              <a:gd name="connsiteX103" fmla="*/ 8245834 w 12192001"/>
              <a:gd name="connsiteY103" fmla="*/ 2028854 h 2344739"/>
              <a:gd name="connsiteX104" fmla="*/ 8090272 w 12192001"/>
              <a:gd name="connsiteY104" fmla="*/ 2075015 h 2344739"/>
              <a:gd name="connsiteX105" fmla="*/ 7905407 w 12192001"/>
              <a:gd name="connsiteY105" fmla="*/ 2116988 h 2344739"/>
              <a:gd name="connsiteX106" fmla="*/ 7718745 w 12192001"/>
              <a:gd name="connsiteY106" fmla="*/ 2142703 h 2344739"/>
              <a:gd name="connsiteX107" fmla="*/ 7614347 w 12192001"/>
              <a:gd name="connsiteY107" fmla="*/ 2139232 h 2344739"/>
              <a:gd name="connsiteX108" fmla="*/ 7527543 w 12192001"/>
              <a:gd name="connsiteY108" fmla="*/ 2145060 h 2344739"/>
              <a:gd name="connsiteX109" fmla="*/ 7519571 w 12192001"/>
              <a:gd name="connsiteY109" fmla="*/ 2147613 h 2344739"/>
              <a:gd name="connsiteX110" fmla="*/ 7507411 w 12192001"/>
              <a:gd name="connsiteY110" fmla="*/ 2148948 h 2344739"/>
              <a:gd name="connsiteX111" fmla="*/ 7507040 w 12192001"/>
              <a:gd name="connsiteY111" fmla="*/ 2148621 h 2344739"/>
              <a:gd name="connsiteX112" fmla="*/ 7495795 w 12192001"/>
              <a:gd name="connsiteY112" fmla="*/ 2150573 h 2344739"/>
              <a:gd name="connsiteX113" fmla="*/ 7405391 w 12192001"/>
              <a:gd name="connsiteY113" fmla="*/ 2142468 h 2344739"/>
              <a:gd name="connsiteX114" fmla="*/ 7312180 w 12192001"/>
              <a:gd name="connsiteY114" fmla="*/ 2132873 h 2344739"/>
              <a:gd name="connsiteX115" fmla="*/ 7310853 w 12192001"/>
              <a:gd name="connsiteY115" fmla="*/ 2131431 h 2344739"/>
              <a:gd name="connsiteX116" fmla="*/ 7218559 w 12192001"/>
              <a:gd name="connsiteY116" fmla="*/ 2156680 h 2344739"/>
              <a:gd name="connsiteX117" fmla="*/ 7201101 w 12192001"/>
              <a:gd name="connsiteY117" fmla="*/ 2161230 h 2344739"/>
              <a:gd name="connsiteX118" fmla="*/ 7197004 w 12192001"/>
              <a:gd name="connsiteY118" fmla="*/ 2166588 h 2344739"/>
              <a:gd name="connsiteX119" fmla="*/ 7170808 w 12192001"/>
              <a:gd name="connsiteY119" fmla="*/ 2171236 h 2344739"/>
              <a:gd name="connsiteX120" fmla="*/ 7096988 w 12192001"/>
              <a:gd name="connsiteY120" fmla="*/ 2183464 h 2344739"/>
              <a:gd name="connsiteX121" fmla="*/ 7018496 w 12192001"/>
              <a:gd name="connsiteY121" fmla="*/ 2183090 h 2344739"/>
              <a:gd name="connsiteX122" fmla="*/ 6904146 w 12192001"/>
              <a:gd name="connsiteY122" fmla="*/ 2212596 h 2344739"/>
              <a:gd name="connsiteX123" fmla="*/ 6708222 w 12192001"/>
              <a:gd name="connsiteY123" fmla="*/ 2240551 h 2344739"/>
              <a:gd name="connsiteX124" fmla="*/ 6549454 w 12192001"/>
              <a:gd name="connsiteY124" fmla="*/ 2269327 h 2344739"/>
              <a:gd name="connsiteX125" fmla="*/ 6317560 w 12192001"/>
              <a:gd name="connsiteY125" fmla="*/ 2316127 h 2344739"/>
              <a:gd name="connsiteX126" fmla="*/ 6168674 w 12192001"/>
              <a:gd name="connsiteY126" fmla="*/ 2318214 h 2344739"/>
              <a:gd name="connsiteX127" fmla="*/ 6073848 w 12192001"/>
              <a:gd name="connsiteY127" fmla="*/ 2338676 h 2344739"/>
              <a:gd name="connsiteX128" fmla="*/ 6068529 w 12192001"/>
              <a:gd name="connsiteY128" fmla="*/ 2337139 h 2344739"/>
              <a:gd name="connsiteX129" fmla="*/ 6048638 w 12192001"/>
              <a:gd name="connsiteY129" fmla="*/ 2337822 h 2344739"/>
              <a:gd name="connsiteX130" fmla="*/ 6041285 w 12192001"/>
              <a:gd name="connsiteY130" fmla="*/ 2329473 h 2344739"/>
              <a:gd name="connsiteX131" fmla="*/ 6010090 w 12192001"/>
              <a:gd name="connsiteY131" fmla="*/ 2324380 h 2344739"/>
              <a:gd name="connsiteX132" fmla="*/ 5957375 w 12192001"/>
              <a:gd name="connsiteY132" fmla="*/ 2328024 h 2344739"/>
              <a:gd name="connsiteX133" fmla="*/ 5758919 w 12192001"/>
              <a:gd name="connsiteY133" fmla="*/ 2343716 h 2344739"/>
              <a:gd name="connsiteX134" fmla="*/ 5626960 w 12192001"/>
              <a:gd name="connsiteY134" fmla="*/ 2344739 h 2344739"/>
              <a:gd name="connsiteX135" fmla="*/ 5470906 w 12192001"/>
              <a:gd name="connsiteY135" fmla="*/ 2330719 h 2344739"/>
              <a:gd name="connsiteX136" fmla="*/ 5432761 w 12192001"/>
              <a:gd name="connsiteY136" fmla="*/ 2319466 h 2344739"/>
              <a:gd name="connsiteX137" fmla="*/ 5381669 w 12192001"/>
              <a:gd name="connsiteY137" fmla="*/ 2301764 h 2344739"/>
              <a:gd name="connsiteX138" fmla="*/ 5261764 w 12192001"/>
              <a:gd name="connsiteY138" fmla="*/ 2281347 h 2344739"/>
              <a:gd name="connsiteX139" fmla="*/ 5222961 w 12192001"/>
              <a:gd name="connsiteY139" fmla="*/ 2270223 h 2344739"/>
              <a:gd name="connsiteX140" fmla="*/ 5174660 w 12192001"/>
              <a:gd name="connsiteY140" fmla="*/ 2267233 h 2344739"/>
              <a:gd name="connsiteX141" fmla="*/ 5156554 w 12192001"/>
              <a:gd name="connsiteY141" fmla="*/ 2260010 h 2344739"/>
              <a:gd name="connsiteX142" fmla="*/ 5142599 w 12192001"/>
              <a:gd name="connsiteY142" fmla="*/ 2256610 h 2344739"/>
              <a:gd name="connsiteX143" fmla="*/ 5139596 w 12192001"/>
              <a:gd name="connsiteY143" fmla="*/ 2254509 h 2344739"/>
              <a:gd name="connsiteX144" fmla="*/ 5121659 w 12192001"/>
              <a:gd name="connsiteY144" fmla="*/ 2243656 h 2344739"/>
              <a:gd name="connsiteX145" fmla="*/ 5065790 w 12192001"/>
              <a:gd name="connsiteY145" fmla="*/ 2250227 h 2344739"/>
              <a:gd name="connsiteX146" fmla="*/ 5011514 w 12192001"/>
              <a:gd name="connsiteY146" fmla="*/ 2233846 h 2344739"/>
              <a:gd name="connsiteX147" fmla="*/ 4840441 w 12192001"/>
              <a:gd name="connsiteY147" fmla="*/ 2209829 h 2344739"/>
              <a:gd name="connsiteX148" fmla="*/ 4762447 w 12192001"/>
              <a:gd name="connsiteY148" fmla="*/ 2182061 h 2344739"/>
              <a:gd name="connsiteX149" fmla="*/ 4723186 w 12192001"/>
              <a:gd name="connsiteY149" fmla="*/ 2173047 h 2344739"/>
              <a:gd name="connsiteX150" fmla="*/ 4721176 w 12192001"/>
              <a:gd name="connsiteY150" fmla="*/ 2172298 h 2344739"/>
              <a:gd name="connsiteX151" fmla="*/ 4722111 w 12192001"/>
              <a:gd name="connsiteY151" fmla="*/ 2172087 h 2344739"/>
              <a:gd name="connsiteX152" fmla="*/ 4717202 w 12192001"/>
              <a:gd name="connsiteY152" fmla="*/ 2170817 h 2344739"/>
              <a:gd name="connsiteX153" fmla="*/ 4721176 w 12192001"/>
              <a:gd name="connsiteY153" fmla="*/ 2172298 h 2344739"/>
              <a:gd name="connsiteX154" fmla="*/ 4715526 w 12192001"/>
              <a:gd name="connsiteY154" fmla="*/ 2173573 h 2344739"/>
              <a:gd name="connsiteX155" fmla="*/ 4515814 w 12192001"/>
              <a:gd name="connsiteY155" fmla="*/ 2163671 h 2344739"/>
              <a:gd name="connsiteX156" fmla="*/ 4428543 w 12192001"/>
              <a:gd name="connsiteY156" fmla="*/ 2153020 h 2344739"/>
              <a:gd name="connsiteX157" fmla="*/ 4362875 w 12192001"/>
              <a:gd name="connsiteY157" fmla="*/ 2151674 h 2344739"/>
              <a:gd name="connsiteX158" fmla="*/ 4316966 w 12192001"/>
              <a:gd name="connsiteY158" fmla="*/ 2158289 h 2344739"/>
              <a:gd name="connsiteX159" fmla="*/ 4315110 w 12192001"/>
              <a:gd name="connsiteY159" fmla="*/ 2156948 h 2344739"/>
              <a:gd name="connsiteX160" fmla="*/ 4295144 w 12192001"/>
              <a:gd name="connsiteY160" fmla="*/ 2155069 h 2344739"/>
              <a:gd name="connsiteX161" fmla="*/ 4290064 w 12192001"/>
              <a:gd name="connsiteY161" fmla="*/ 2157986 h 2344739"/>
              <a:gd name="connsiteX162" fmla="*/ 4276142 w 12192001"/>
              <a:gd name="connsiteY162" fmla="*/ 2157740 h 2344739"/>
              <a:gd name="connsiteX163" fmla="*/ 4248117 w 12192001"/>
              <a:gd name="connsiteY163" fmla="*/ 2160064 h 2344739"/>
              <a:gd name="connsiteX164" fmla="*/ 4202051 w 12192001"/>
              <a:gd name="connsiteY164" fmla="*/ 2157269 h 2344739"/>
              <a:gd name="connsiteX165" fmla="*/ 4201745 w 12192001"/>
              <a:gd name="connsiteY165" fmla="*/ 2156010 h 2344739"/>
              <a:gd name="connsiteX166" fmla="*/ 4191248 w 12192001"/>
              <a:gd name="connsiteY166" fmla="*/ 2150376 h 2344739"/>
              <a:gd name="connsiteX167" fmla="*/ 4142745 w 12192001"/>
              <a:gd name="connsiteY167" fmla="*/ 2134511 h 2344739"/>
              <a:gd name="connsiteX168" fmla="*/ 4083097 w 12192001"/>
              <a:gd name="connsiteY168" fmla="*/ 2107978 h 2344739"/>
              <a:gd name="connsiteX169" fmla="*/ 4074546 w 12192001"/>
              <a:gd name="connsiteY169" fmla="*/ 2107143 h 2344739"/>
              <a:gd name="connsiteX170" fmla="*/ 4074427 w 12192001"/>
              <a:gd name="connsiteY170" fmla="*/ 2106844 h 2344739"/>
              <a:gd name="connsiteX171" fmla="*/ 4065510 w 12192001"/>
              <a:gd name="connsiteY171" fmla="*/ 2105400 h 2344739"/>
              <a:gd name="connsiteX172" fmla="*/ 4058954 w 12192001"/>
              <a:gd name="connsiteY172" fmla="*/ 2105618 h 2344739"/>
              <a:gd name="connsiteX173" fmla="*/ 4042364 w 12192001"/>
              <a:gd name="connsiteY173" fmla="*/ 2103997 h 2344739"/>
              <a:gd name="connsiteX174" fmla="*/ 4036997 w 12192001"/>
              <a:gd name="connsiteY174" fmla="*/ 2101563 h 2344739"/>
              <a:gd name="connsiteX175" fmla="*/ 4035363 w 12192001"/>
              <a:gd name="connsiteY175" fmla="*/ 2097896 h 2344739"/>
              <a:gd name="connsiteX176" fmla="*/ 4033778 w 12192001"/>
              <a:gd name="connsiteY176" fmla="*/ 2098131 h 2344739"/>
              <a:gd name="connsiteX177" fmla="*/ 4004538 w 12192001"/>
              <a:gd name="connsiteY177" fmla="*/ 2085563 h 2344739"/>
              <a:gd name="connsiteX178" fmla="*/ 3936846 w 12192001"/>
              <a:gd name="connsiteY178" fmla="*/ 2068106 h 2344739"/>
              <a:gd name="connsiteX179" fmla="*/ 3897275 w 12192001"/>
              <a:gd name="connsiteY179" fmla="*/ 2062451 h 2344739"/>
              <a:gd name="connsiteX180" fmla="*/ 3789760 w 12192001"/>
              <a:gd name="connsiteY180" fmla="*/ 2042213 h 2344739"/>
              <a:gd name="connsiteX181" fmla="*/ 3682513 w 12192001"/>
              <a:gd name="connsiteY181" fmla="*/ 2018290 h 2344739"/>
              <a:gd name="connsiteX182" fmla="*/ 3610035 w 12192001"/>
              <a:gd name="connsiteY182" fmla="*/ 1986019 h 2344739"/>
              <a:gd name="connsiteX183" fmla="*/ 3603855 w 12192001"/>
              <a:gd name="connsiteY183" fmla="*/ 1987381 h 2344739"/>
              <a:gd name="connsiteX184" fmla="*/ 3594736 w 12192001"/>
              <a:gd name="connsiteY184" fmla="*/ 1987545 h 2344739"/>
              <a:gd name="connsiteX185" fmla="*/ 3594501 w 12192001"/>
              <a:gd name="connsiteY185" fmla="*/ 1987276 h 2344739"/>
              <a:gd name="connsiteX186" fmla="*/ 3585978 w 12192001"/>
              <a:gd name="connsiteY186" fmla="*/ 1987966 h 2344739"/>
              <a:gd name="connsiteX187" fmla="*/ 3536135 w 12192001"/>
              <a:gd name="connsiteY187" fmla="*/ 1978267 h 2344739"/>
              <a:gd name="connsiteX188" fmla="*/ 3473223 w 12192001"/>
              <a:gd name="connsiteY188" fmla="*/ 1974606 h 2344739"/>
              <a:gd name="connsiteX189" fmla="*/ 3400728 w 12192001"/>
              <a:gd name="connsiteY189" fmla="*/ 1962558 h 2344739"/>
              <a:gd name="connsiteX190" fmla="*/ 3363888 w 12192001"/>
              <a:gd name="connsiteY190" fmla="*/ 1979510 h 2344739"/>
              <a:gd name="connsiteX191" fmla="*/ 3344026 w 12192001"/>
              <a:gd name="connsiteY191" fmla="*/ 1981192 h 2344739"/>
              <a:gd name="connsiteX192" fmla="*/ 3341698 w 12192001"/>
              <a:gd name="connsiteY192" fmla="*/ 1980217 h 2344739"/>
              <a:gd name="connsiteX193" fmla="*/ 3262356 w 12192001"/>
              <a:gd name="connsiteY193" fmla="*/ 1986094 h 2344739"/>
              <a:gd name="connsiteX194" fmla="*/ 3142556 w 12192001"/>
              <a:gd name="connsiteY194" fmla="*/ 1993869 h 2344739"/>
              <a:gd name="connsiteX195" fmla="*/ 3030291 w 12192001"/>
              <a:gd name="connsiteY195" fmla="*/ 1996512 h 2344739"/>
              <a:gd name="connsiteX196" fmla="*/ 2781569 w 12192001"/>
              <a:gd name="connsiteY196" fmla="*/ 2018333 h 2344739"/>
              <a:gd name="connsiteX197" fmla="*/ 2646527 w 12192001"/>
              <a:gd name="connsiteY197" fmla="*/ 2028869 h 2344739"/>
              <a:gd name="connsiteX198" fmla="*/ 2568028 w 12192001"/>
              <a:gd name="connsiteY198" fmla="*/ 2002628 h 2344739"/>
              <a:gd name="connsiteX199" fmla="*/ 2443255 w 12192001"/>
              <a:gd name="connsiteY199" fmla="*/ 2016529 h 2344739"/>
              <a:gd name="connsiteX200" fmla="*/ 2315112 w 12192001"/>
              <a:gd name="connsiteY200" fmla="*/ 2024996 h 2344739"/>
              <a:gd name="connsiteX201" fmla="*/ 2208578 w 12192001"/>
              <a:gd name="connsiteY201" fmla="*/ 2019763 h 2344739"/>
              <a:gd name="connsiteX202" fmla="*/ 2094665 w 12192001"/>
              <a:gd name="connsiteY202" fmla="*/ 2003052 h 2344739"/>
              <a:gd name="connsiteX203" fmla="*/ 1997356 w 12192001"/>
              <a:gd name="connsiteY203" fmla="*/ 1995032 h 2344739"/>
              <a:gd name="connsiteX204" fmla="*/ 1928172 w 12192001"/>
              <a:gd name="connsiteY204" fmla="*/ 2016977 h 2344739"/>
              <a:gd name="connsiteX205" fmla="*/ 1921650 w 12192001"/>
              <a:gd name="connsiteY205" fmla="*/ 2012146 h 2344739"/>
              <a:gd name="connsiteX206" fmla="*/ 1873080 w 12192001"/>
              <a:gd name="connsiteY206" fmla="*/ 2013741 h 2344739"/>
              <a:gd name="connsiteX207" fmla="*/ 1786655 w 12192001"/>
              <a:gd name="connsiteY207" fmla="*/ 2041363 h 2344739"/>
              <a:gd name="connsiteX208" fmla="*/ 1738204 w 12192001"/>
              <a:gd name="connsiteY208" fmla="*/ 2036312 h 2344739"/>
              <a:gd name="connsiteX209" fmla="*/ 1675071 w 12192001"/>
              <a:gd name="connsiteY209" fmla="*/ 2019963 h 2344739"/>
              <a:gd name="connsiteX210" fmla="*/ 1608669 w 12192001"/>
              <a:gd name="connsiteY210" fmla="*/ 2013066 h 2344739"/>
              <a:gd name="connsiteX211" fmla="*/ 1496110 w 12192001"/>
              <a:gd name="connsiteY211" fmla="*/ 1987476 h 2344739"/>
              <a:gd name="connsiteX212" fmla="*/ 1149979 w 12192001"/>
              <a:gd name="connsiteY212" fmla="*/ 1938041 h 2344739"/>
              <a:gd name="connsiteX213" fmla="*/ 858269 w 12192001"/>
              <a:gd name="connsiteY213" fmla="*/ 1928608 h 2344739"/>
              <a:gd name="connsiteX214" fmla="*/ 837540 w 12192001"/>
              <a:gd name="connsiteY214" fmla="*/ 1929821 h 2344739"/>
              <a:gd name="connsiteX215" fmla="*/ 816809 w 12192001"/>
              <a:gd name="connsiteY215" fmla="*/ 1927857 h 2344739"/>
              <a:gd name="connsiteX216" fmla="*/ 811506 w 12192001"/>
              <a:gd name="connsiteY216" fmla="*/ 1930751 h 2344739"/>
              <a:gd name="connsiteX217" fmla="*/ 797041 w 12192001"/>
              <a:gd name="connsiteY217" fmla="*/ 1930446 h 2344739"/>
              <a:gd name="connsiteX218" fmla="*/ 767901 w 12192001"/>
              <a:gd name="connsiteY218" fmla="*/ 1932653 h 2344739"/>
              <a:gd name="connsiteX219" fmla="*/ 763053 w 12192001"/>
              <a:gd name="connsiteY219" fmla="*/ 1930432 h 2344739"/>
              <a:gd name="connsiteX220" fmla="*/ 720047 w 12192001"/>
              <a:gd name="connsiteY220" fmla="*/ 1929661 h 2344739"/>
              <a:gd name="connsiteX221" fmla="*/ 719742 w 12192001"/>
              <a:gd name="connsiteY221" fmla="*/ 1928399 h 2344739"/>
              <a:gd name="connsiteX222" fmla="*/ 708875 w 12192001"/>
              <a:gd name="connsiteY222" fmla="*/ 1922722 h 2344739"/>
              <a:gd name="connsiteX223" fmla="*/ 596792 w 12192001"/>
              <a:gd name="connsiteY223" fmla="*/ 1879864 h 2344739"/>
              <a:gd name="connsiteX224" fmla="*/ 578535 w 12192001"/>
              <a:gd name="connsiteY224" fmla="*/ 1877212 h 2344739"/>
              <a:gd name="connsiteX225" fmla="*/ 571717 w 12192001"/>
              <a:gd name="connsiteY225" fmla="*/ 1877401 h 2344739"/>
              <a:gd name="connsiteX226" fmla="*/ 445099 w 12192001"/>
              <a:gd name="connsiteY226" fmla="*/ 1839371 h 2344739"/>
              <a:gd name="connsiteX227" fmla="*/ 404015 w 12192001"/>
              <a:gd name="connsiteY227" fmla="*/ 1833548 h 2344739"/>
              <a:gd name="connsiteX228" fmla="*/ 292435 w 12192001"/>
              <a:gd name="connsiteY228" fmla="*/ 1812852 h 2344739"/>
              <a:gd name="connsiteX229" fmla="*/ 118381 w 12192001"/>
              <a:gd name="connsiteY229" fmla="*/ 1761047 h 2344739"/>
              <a:gd name="connsiteX230" fmla="*/ 15526 w 12192001"/>
              <a:gd name="connsiteY230" fmla="*/ 1758191 h 2344739"/>
              <a:gd name="connsiteX231" fmla="*/ 2 w 12192001"/>
              <a:gd name="connsiteY231" fmla="*/ 1752722 h 2344739"/>
              <a:gd name="connsiteX232" fmla="*/ 1 w 12192001"/>
              <a:gd name="connsiteY232" fmla="*/ 762497 h 2344739"/>
              <a:gd name="connsiteX233" fmla="*/ 0 w 12192001"/>
              <a:gd name="connsiteY233" fmla="*/ 762497 h 2344739"/>
              <a:gd name="connsiteX234" fmla="*/ 0 w 12192001"/>
              <a:gd name="connsiteY234" fmla="*/ 222213 h 2344739"/>
              <a:gd name="connsiteX235" fmla="*/ 0 w 12192001"/>
              <a:gd name="connsiteY235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522499 w 12192001"/>
              <a:gd name="connsiteY25" fmla="*/ 1207528 h 2344739"/>
              <a:gd name="connsiteX26" fmla="*/ 11245526 w 12192001"/>
              <a:gd name="connsiteY26" fmla="*/ 1274060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522499 w 12192001"/>
              <a:gd name="connsiteY25" fmla="*/ 1207528 h 2344739"/>
              <a:gd name="connsiteX26" fmla="*/ 11245526 w 12192001"/>
              <a:gd name="connsiteY26" fmla="*/ 1274060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522499 w 12192001"/>
              <a:gd name="connsiteY25" fmla="*/ 1207528 h 2344739"/>
              <a:gd name="connsiteX26" fmla="*/ 11245526 w 12192001"/>
              <a:gd name="connsiteY26" fmla="*/ 1274060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95155 w 12192001"/>
              <a:gd name="connsiteY24" fmla="*/ 918898 h 2344739"/>
              <a:gd name="connsiteX25" fmla="*/ 11522499 w 12192001"/>
              <a:gd name="connsiteY25" fmla="*/ 999965 h 2344739"/>
              <a:gd name="connsiteX26" fmla="*/ 11245526 w 12192001"/>
              <a:gd name="connsiteY26" fmla="*/ 1274060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45526 w 12192001"/>
              <a:gd name="connsiteY26" fmla="*/ 1274060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50210 w 12192001"/>
              <a:gd name="connsiteY70" fmla="*/ 1922604 h 2344739"/>
              <a:gd name="connsiteX71" fmla="*/ 9137318 w 12192001"/>
              <a:gd name="connsiteY71" fmla="*/ 1920435 h 2344739"/>
              <a:gd name="connsiteX72" fmla="*/ 9113812 w 12192001"/>
              <a:gd name="connsiteY72" fmla="*/ 1919069 h 2344739"/>
              <a:gd name="connsiteX73" fmla="*/ 9053453 w 12192001"/>
              <a:gd name="connsiteY73" fmla="*/ 1910755 h 2344739"/>
              <a:gd name="connsiteX74" fmla="*/ 9005486 w 12192001"/>
              <a:gd name="connsiteY74" fmla="*/ 1914040 h 2344739"/>
              <a:gd name="connsiteX75" fmla="*/ 9005201 w 12192001"/>
              <a:gd name="connsiteY75" fmla="*/ 1913800 h 2344739"/>
              <a:gd name="connsiteX76" fmla="*/ 8996232 w 12192001"/>
              <a:gd name="connsiteY76" fmla="*/ 1915011 h 2344739"/>
              <a:gd name="connsiteX77" fmla="*/ 8990394 w 12192001"/>
              <a:gd name="connsiteY77" fmla="*/ 1917072 h 2344739"/>
              <a:gd name="connsiteX78" fmla="*/ 8974337 w 12192001"/>
              <a:gd name="connsiteY78" fmla="*/ 1920298 h 2344739"/>
              <a:gd name="connsiteX79" fmla="*/ 8968011 w 12192001"/>
              <a:gd name="connsiteY79" fmla="*/ 1919598 h 2344739"/>
              <a:gd name="connsiteX80" fmla="*/ 8963048 w 12192001"/>
              <a:gd name="connsiteY80" fmla="*/ 1917373 h 2344739"/>
              <a:gd name="connsiteX81" fmla="*/ 8928988 w 12192001"/>
              <a:gd name="connsiteY81" fmla="*/ 1914185 h 2344739"/>
              <a:gd name="connsiteX82" fmla="*/ 8752444 w 12192001"/>
              <a:gd name="connsiteY82" fmla="*/ 1933417 h 2344739"/>
              <a:gd name="connsiteX83" fmla="*/ 8707847 w 12192001"/>
              <a:gd name="connsiteY83" fmla="*/ 1935518 h 2344739"/>
              <a:gd name="connsiteX84" fmla="*/ 8596071 w 12192001"/>
              <a:gd name="connsiteY84" fmla="*/ 1944090 h 2344739"/>
              <a:gd name="connsiteX85" fmla="*/ 8525230 w 12192001"/>
              <a:gd name="connsiteY85" fmla="*/ 1929248 h 2344739"/>
              <a:gd name="connsiteX86" fmla="*/ 8510983 w 12192001"/>
              <a:gd name="connsiteY86" fmla="*/ 1935163 h 2344739"/>
              <a:gd name="connsiteX87" fmla="*/ 8506167 w 12192001"/>
              <a:gd name="connsiteY87" fmla="*/ 1938164 h 2344739"/>
              <a:gd name="connsiteX88" fmla="*/ 8497968 w 12192001"/>
              <a:gd name="connsiteY88" fmla="*/ 1940902 h 2344739"/>
              <a:gd name="connsiteX89" fmla="*/ 8497594 w 12192001"/>
              <a:gd name="connsiteY89" fmla="*/ 1940723 h 2344739"/>
              <a:gd name="connsiteX90" fmla="*/ 8490249 w 12192001"/>
              <a:gd name="connsiteY90" fmla="*/ 1943773 h 2344739"/>
              <a:gd name="connsiteX91" fmla="*/ 8367182 w 12192001"/>
              <a:gd name="connsiteY91" fmla="*/ 1957815 h 2344739"/>
              <a:gd name="connsiteX92" fmla="*/ 8353799 w 12192001"/>
              <a:gd name="connsiteY92" fmla="*/ 1958009 h 2344739"/>
              <a:gd name="connsiteX93" fmla="*/ 8352373 w 12192001"/>
              <a:gd name="connsiteY93" fmla="*/ 1957169 h 2344739"/>
              <a:gd name="connsiteX94" fmla="*/ 8320104 w 12192001"/>
              <a:gd name="connsiteY94" fmla="*/ 1974587 h 2344739"/>
              <a:gd name="connsiteX95" fmla="*/ 8314433 w 12192001"/>
              <a:gd name="connsiteY95" fmla="*/ 1974913 h 2344739"/>
              <a:gd name="connsiteX96" fmla="*/ 8295174 w 12192001"/>
              <a:gd name="connsiteY96" fmla="*/ 1988808 h 2344739"/>
              <a:gd name="connsiteX97" fmla="*/ 8284276 w 12192001"/>
              <a:gd name="connsiteY97" fmla="*/ 1994631 h 2344739"/>
              <a:gd name="connsiteX98" fmla="*/ 8283150 w 12192001"/>
              <a:gd name="connsiteY98" fmla="*/ 1999074 h 2344739"/>
              <a:gd name="connsiteX99" fmla="*/ 8266076 w 12192001"/>
              <a:gd name="connsiteY99" fmla="*/ 2006249 h 2344739"/>
              <a:gd name="connsiteX100" fmla="*/ 8263377 w 12192001"/>
              <a:gd name="connsiteY100" fmla="*/ 2006019 h 2344739"/>
              <a:gd name="connsiteX101" fmla="*/ 8252033 w 12192001"/>
              <a:gd name="connsiteY101" fmla="*/ 2015862 h 2344739"/>
              <a:gd name="connsiteX102" fmla="*/ 8245834 w 12192001"/>
              <a:gd name="connsiteY102" fmla="*/ 2028854 h 2344739"/>
              <a:gd name="connsiteX103" fmla="*/ 8090272 w 12192001"/>
              <a:gd name="connsiteY103" fmla="*/ 2075015 h 2344739"/>
              <a:gd name="connsiteX104" fmla="*/ 7905407 w 12192001"/>
              <a:gd name="connsiteY104" fmla="*/ 2116988 h 2344739"/>
              <a:gd name="connsiteX105" fmla="*/ 7718745 w 12192001"/>
              <a:gd name="connsiteY105" fmla="*/ 2142703 h 2344739"/>
              <a:gd name="connsiteX106" fmla="*/ 7614347 w 12192001"/>
              <a:gd name="connsiteY106" fmla="*/ 2139232 h 2344739"/>
              <a:gd name="connsiteX107" fmla="*/ 7527543 w 12192001"/>
              <a:gd name="connsiteY107" fmla="*/ 2145060 h 2344739"/>
              <a:gd name="connsiteX108" fmla="*/ 7519571 w 12192001"/>
              <a:gd name="connsiteY108" fmla="*/ 2147613 h 2344739"/>
              <a:gd name="connsiteX109" fmla="*/ 7507411 w 12192001"/>
              <a:gd name="connsiteY109" fmla="*/ 2148948 h 2344739"/>
              <a:gd name="connsiteX110" fmla="*/ 7507040 w 12192001"/>
              <a:gd name="connsiteY110" fmla="*/ 2148621 h 2344739"/>
              <a:gd name="connsiteX111" fmla="*/ 7495795 w 12192001"/>
              <a:gd name="connsiteY111" fmla="*/ 2150573 h 2344739"/>
              <a:gd name="connsiteX112" fmla="*/ 7405391 w 12192001"/>
              <a:gd name="connsiteY112" fmla="*/ 2142468 h 2344739"/>
              <a:gd name="connsiteX113" fmla="*/ 7312180 w 12192001"/>
              <a:gd name="connsiteY113" fmla="*/ 2132873 h 2344739"/>
              <a:gd name="connsiteX114" fmla="*/ 7310853 w 12192001"/>
              <a:gd name="connsiteY114" fmla="*/ 2131431 h 2344739"/>
              <a:gd name="connsiteX115" fmla="*/ 7218559 w 12192001"/>
              <a:gd name="connsiteY115" fmla="*/ 2156680 h 2344739"/>
              <a:gd name="connsiteX116" fmla="*/ 7201101 w 12192001"/>
              <a:gd name="connsiteY116" fmla="*/ 2161230 h 2344739"/>
              <a:gd name="connsiteX117" fmla="*/ 7197004 w 12192001"/>
              <a:gd name="connsiteY117" fmla="*/ 2166588 h 2344739"/>
              <a:gd name="connsiteX118" fmla="*/ 7170808 w 12192001"/>
              <a:gd name="connsiteY118" fmla="*/ 2171236 h 2344739"/>
              <a:gd name="connsiteX119" fmla="*/ 7096988 w 12192001"/>
              <a:gd name="connsiteY119" fmla="*/ 2183464 h 2344739"/>
              <a:gd name="connsiteX120" fmla="*/ 7018496 w 12192001"/>
              <a:gd name="connsiteY120" fmla="*/ 2183090 h 2344739"/>
              <a:gd name="connsiteX121" fmla="*/ 6904146 w 12192001"/>
              <a:gd name="connsiteY121" fmla="*/ 2212596 h 2344739"/>
              <a:gd name="connsiteX122" fmla="*/ 6708222 w 12192001"/>
              <a:gd name="connsiteY122" fmla="*/ 2240551 h 2344739"/>
              <a:gd name="connsiteX123" fmla="*/ 6549454 w 12192001"/>
              <a:gd name="connsiteY123" fmla="*/ 2269327 h 2344739"/>
              <a:gd name="connsiteX124" fmla="*/ 6317560 w 12192001"/>
              <a:gd name="connsiteY124" fmla="*/ 2316127 h 2344739"/>
              <a:gd name="connsiteX125" fmla="*/ 6168674 w 12192001"/>
              <a:gd name="connsiteY125" fmla="*/ 2318214 h 2344739"/>
              <a:gd name="connsiteX126" fmla="*/ 6073848 w 12192001"/>
              <a:gd name="connsiteY126" fmla="*/ 2338676 h 2344739"/>
              <a:gd name="connsiteX127" fmla="*/ 6068529 w 12192001"/>
              <a:gd name="connsiteY127" fmla="*/ 2337139 h 2344739"/>
              <a:gd name="connsiteX128" fmla="*/ 6048638 w 12192001"/>
              <a:gd name="connsiteY128" fmla="*/ 2337822 h 2344739"/>
              <a:gd name="connsiteX129" fmla="*/ 6041285 w 12192001"/>
              <a:gd name="connsiteY129" fmla="*/ 2329473 h 2344739"/>
              <a:gd name="connsiteX130" fmla="*/ 6010090 w 12192001"/>
              <a:gd name="connsiteY130" fmla="*/ 2324380 h 2344739"/>
              <a:gd name="connsiteX131" fmla="*/ 5957375 w 12192001"/>
              <a:gd name="connsiteY131" fmla="*/ 2328024 h 2344739"/>
              <a:gd name="connsiteX132" fmla="*/ 5758919 w 12192001"/>
              <a:gd name="connsiteY132" fmla="*/ 2343716 h 2344739"/>
              <a:gd name="connsiteX133" fmla="*/ 5626960 w 12192001"/>
              <a:gd name="connsiteY133" fmla="*/ 2344739 h 2344739"/>
              <a:gd name="connsiteX134" fmla="*/ 5470906 w 12192001"/>
              <a:gd name="connsiteY134" fmla="*/ 2330719 h 2344739"/>
              <a:gd name="connsiteX135" fmla="*/ 5432761 w 12192001"/>
              <a:gd name="connsiteY135" fmla="*/ 2319466 h 2344739"/>
              <a:gd name="connsiteX136" fmla="*/ 5381669 w 12192001"/>
              <a:gd name="connsiteY136" fmla="*/ 2301764 h 2344739"/>
              <a:gd name="connsiteX137" fmla="*/ 5261764 w 12192001"/>
              <a:gd name="connsiteY137" fmla="*/ 2281347 h 2344739"/>
              <a:gd name="connsiteX138" fmla="*/ 5222961 w 12192001"/>
              <a:gd name="connsiteY138" fmla="*/ 2270223 h 2344739"/>
              <a:gd name="connsiteX139" fmla="*/ 5174660 w 12192001"/>
              <a:gd name="connsiteY139" fmla="*/ 2267233 h 2344739"/>
              <a:gd name="connsiteX140" fmla="*/ 5156554 w 12192001"/>
              <a:gd name="connsiteY140" fmla="*/ 2260010 h 2344739"/>
              <a:gd name="connsiteX141" fmla="*/ 5142599 w 12192001"/>
              <a:gd name="connsiteY141" fmla="*/ 2256610 h 2344739"/>
              <a:gd name="connsiteX142" fmla="*/ 5139596 w 12192001"/>
              <a:gd name="connsiteY142" fmla="*/ 2254509 h 2344739"/>
              <a:gd name="connsiteX143" fmla="*/ 5121659 w 12192001"/>
              <a:gd name="connsiteY143" fmla="*/ 2243656 h 2344739"/>
              <a:gd name="connsiteX144" fmla="*/ 5065790 w 12192001"/>
              <a:gd name="connsiteY144" fmla="*/ 2250227 h 2344739"/>
              <a:gd name="connsiteX145" fmla="*/ 5011514 w 12192001"/>
              <a:gd name="connsiteY145" fmla="*/ 2233846 h 2344739"/>
              <a:gd name="connsiteX146" fmla="*/ 4840441 w 12192001"/>
              <a:gd name="connsiteY146" fmla="*/ 2209829 h 2344739"/>
              <a:gd name="connsiteX147" fmla="*/ 4762447 w 12192001"/>
              <a:gd name="connsiteY147" fmla="*/ 2182061 h 2344739"/>
              <a:gd name="connsiteX148" fmla="*/ 4723186 w 12192001"/>
              <a:gd name="connsiteY148" fmla="*/ 2173047 h 2344739"/>
              <a:gd name="connsiteX149" fmla="*/ 4721176 w 12192001"/>
              <a:gd name="connsiteY149" fmla="*/ 2172298 h 2344739"/>
              <a:gd name="connsiteX150" fmla="*/ 4722111 w 12192001"/>
              <a:gd name="connsiteY150" fmla="*/ 2172087 h 2344739"/>
              <a:gd name="connsiteX151" fmla="*/ 4717202 w 12192001"/>
              <a:gd name="connsiteY151" fmla="*/ 2170817 h 2344739"/>
              <a:gd name="connsiteX152" fmla="*/ 4721176 w 12192001"/>
              <a:gd name="connsiteY152" fmla="*/ 2172298 h 2344739"/>
              <a:gd name="connsiteX153" fmla="*/ 4715526 w 12192001"/>
              <a:gd name="connsiteY153" fmla="*/ 2173573 h 2344739"/>
              <a:gd name="connsiteX154" fmla="*/ 4515814 w 12192001"/>
              <a:gd name="connsiteY154" fmla="*/ 2163671 h 2344739"/>
              <a:gd name="connsiteX155" fmla="*/ 4428543 w 12192001"/>
              <a:gd name="connsiteY155" fmla="*/ 2153020 h 2344739"/>
              <a:gd name="connsiteX156" fmla="*/ 4362875 w 12192001"/>
              <a:gd name="connsiteY156" fmla="*/ 2151674 h 2344739"/>
              <a:gd name="connsiteX157" fmla="*/ 4316966 w 12192001"/>
              <a:gd name="connsiteY157" fmla="*/ 2158289 h 2344739"/>
              <a:gd name="connsiteX158" fmla="*/ 4315110 w 12192001"/>
              <a:gd name="connsiteY158" fmla="*/ 2156948 h 2344739"/>
              <a:gd name="connsiteX159" fmla="*/ 4295144 w 12192001"/>
              <a:gd name="connsiteY159" fmla="*/ 2155069 h 2344739"/>
              <a:gd name="connsiteX160" fmla="*/ 4290064 w 12192001"/>
              <a:gd name="connsiteY160" fmla="*/ 2157986 h 2344739"/>
              <a:gd name="connsiteX161" fmla="*/ 4276142 w 12192001"/>
              <a:gd name="connsiteY161" fmla="*/ 2157740 h 2344739"/>
              <a:gd name="connsiteX162" fmla="*/ 4248117 w 12192001"/>
              <a:gd name="connsiteY162" fmla="*/ 2160064 h 2344739"/>
              <a:gd name="connsiteX163" fmla="*/ 4202051 w 12192001"/>
              <a:gd name="connsiteY163" fmla="*/ 2157269 h 2344739"/>
              <a:gd name="connsiteX164" fmla="*/ 4201745 w 12192001"/>
              <a:gd name="connsiteY164" fmla="*/ 2156010 h 2344739"/>
              <a:gd name="connsiteX165" fmla="*/ 4191248 w 12192001"/>
              <a:gd name="connsiteY165" fmla="*/ 2150376 h 2344739"/>
              <a:gd name="connsiteX166" fmla="*/ 4142745 w 12192001"/>
              <a:gd name="connsiteY166" fmla="*/ 2134511 h 2344739"/>
              <a:gd name="connsiteX167" fmla="*/ 4083097 w 12192001"/>
              <a:gd name="connsiteY167" fmla="*/ 2107978 h 2344739"/>
              <a:gd name="connsiteX168" fmla="*/ 4074546 w 12192001"/>
              <a:gd name="connsiteY168" fmla="*/ 2107143 h 2344739"/>
              <a:gd name="connsiteX169" fmla="*/ 4074427 w 12192001"/>
              <a:gd name="connsiteY169" fmla="*/ 2106844 h 2344739"/>
              <a:gd name="connsiteX170" fmla="*/ 4065510 w 12192001"/>
              <a:gd name="connsiteY170" fmla="*/ 2105400 h 2344739"/>
              <a:gd name="connsiteX171" fmla="*/ 4058954 w 12192001"/>
              <a:gd name="connsiteY171" fmla="*/ 2105618 h 2344739"/>
              <a:gd name="connsiteX172" fmla="*/ 4042364 w 12192001"/>
              <a:gd name="connsiteY172" fmla="*/ 2103997 h 2344739"/>
              <a:gd name="connsiteX173" fmla="*/ 4036997 w 12192001"/>
              <a:gd name="connsiteY173" fmla="*/ 2101563 h 2344739"/>
              <a:gd name="connsiteX174" fmla="*/ 4035363 w 12192001"/>
              <a:gd name="connsiteY174" fmla="*/ 2097896 h 2344739"/>
              <a:gd name="connsiteX175" fmla="*/ 4033778 w 12192001"/>
              <a:gd name="connsiteY175" fmla="*/ 2098131 h 2344739"/>
              <a:gd name="connsiteX176" fmla="*/ 4004538 w 12192001"/>
              <a:gd name="connsiteY176" fmla="*/ 2085563 h 2344739"/>
              <a:gd name="connsiteX177" fmla="*/ 3936846 w 12192001"/>
              <a:gd name="connsiteY177" fmla="*/ 2068106 h 2344739"/>
              <a:gd name="connsiteX178" fmla="*/ 3897275 w 12192001"/>
              <a:gd name="connsiteY178" fmla="*/ 2062451 h 2344739"/>
              <a:gd name="connsiteX179" fmla="*/ 3789760 w 12192001"/>
              <a:gd name="connsiteY179" fmla="*/ 2042213 h 2344739"/>
              <a:gd name="connsiteX180" fmla="*/ 3682513 w 12192001"/>
              <a:gd name="connsiteY180" fmla="*/ 2018290 h 2344739"/>
              <a:gd name="connsiteX181" fmla="*/ 3610035 w 12192001"/>
              <a:gd name="connsiteY181" fmla="*/ 1986019 h 2344739"/>
              <a:gd name="connsiteX182" fmla="*/ 3603855 w 12192001"/>
              <a:gd name="connsiteY182" fmla="*/ 1987381 h 2344739"/>
              <a:gd name="connsiteX183" fmla="*/ 3594736 w 12192001"/>
              <a:gd name="connsiteY183" fmla="*/ 1987545 h 2344739"/>
              <a:gd name="connsiteX184" fmla="*/ 3594501 w 12192001"/>
              <a:gd name="connsiteY184" fmla="*/ 1987276 h 2344739"/>
              <a:gd name="connsiteX185" fmla="*/ 3585978 w 12192001"/>
              <a:gd name="connsiteY185" fmla="*/ 1987966 h 2344739"/>
              <a:gd name="connsiteX186" fmla="*/ 3536135 w 12192001"/>
              <a:gd name="connsiteY186" fmla="*/ 1978267 h 2344739"/>
              <a:gd name="connsiteX187" fmla="*/ 3473223 w 12192001"/>
              <a:gd name="connsiteY187" fmla="*/ 1974606 h 2344739"/>
              <a:gd name="connsiteX188" fmla="*/ 3400728 w 12192001"/>
              <a:gd name="connsiteY188" fmla="*/ 1962558 h 2344739"/>
              <a:gd name="connsiteX189" fmla="*/ 3363888 w 12192001"/>
              <a:gd name="connsiteY189" fmla="*/ 1979510 h 2344739"/>
              <a:gd name="connsiteX190" fmla="*/ 3344026 w 12192001"/>
              <a:gd name="connsiteY190" fmla="*/ 1981192 h 2344739"/>
              <a:gd name="connsiteX191" fmla="*/ 3341698 w 12192001"/>
              <a:gd name="connsiteY191" fmla="*/ 1980217 h 2344739"/>
              <a:gd name="connsiteX192" fmla="*/ 3262356 w 12192001"/>
              <a:gd name="connsiteY192" fmla="*/ 1986094 h 2344739"/>
              <a:gd name="connsiteX193" fmla="*/ 3142556 w 12192001"/>
              <a:gd name="connsiteY193" fmla="*/ 1993869 h 2344739"/>
              <a:gd name="connsiteX194" fmla="*/ 3030291 w 12192001"/>
              <a:gd name="connsiteY194" fmla="*/ 1996512 h 2344739"/>
              <a:gd name="connsiteX195" fmla="*/ 2781569 w 12192001"/>
              <a:gd name="connsiteY195" fmla="*/ 2018333 h 2344739"/>
              <a:gd name="connsiteX196" fmla="*/ 2646527 w 12192001"/>
              <a:gd name="connsiteY196" fmla="*/ 2028869 h 2344739"/>
              <a:gd name="connsiteX197" fmla="*/ 2568028 w 12192001"/>
              <a:gd name="connsiteY197" fmla="*/ 2002628 h 2344739"/>
              <a:gd name="connsiteX198" fmla="*/ 2443255 w 12192001"/>
              <a:gd name="connsiteY198" fmla="*/ 2016529 h 2344739"/>
              <a:gd name="connsiteX199" fmla="*/ 2315112 w 12192001"/>
              <a:gd name="connsiteY199" fmla="*/ 2024996 h 2344739"/>
              <a:gd name="connsiteX200" fmla="*/ 2208578 w 12192001"/>
              <a:gd name="connsiteY200" fmla="*/ 2019763 h 2344739"/>
              <a:gd name="connsiteX201" fmla="*/ 2094665 w 12192001"/>
              <a:gd name="connsiteY201" fmla="*/ 2003052 h 2344739"/>
              <a:gd name="connsiteX202" fmla="*/ 1997356 w 12192001"/>
              <a:gd name="connsiteY202" fmla="*/ 1995032 h 2344739"/>
              <a:gd name="connsiteX203" fmla="*/ 1928172 w 12192001"/>
              <a:gd name="connsiteY203" fmla="*/ 2016977 h 2344739"/>
              <a:gd name="connsiteX204" fmla="*/ 1921650 w 12192001"/>
              <a:gd name="connsiteY204" fmla="*/ 2012146 h 2344739"/>
              <a:gd name="connsiteX205" fmla="*/ 1873080 w 12192001"/>
              <a:gd name="connsiteY205" fmla="*/ 2013741 h 2344739"/>
              <a:gd name="connsiteX206" fmla="*/ 1786655 w 12192001"/>
              <a:gd name="connsiteY206" fmla="*/ 2041363 h 2344739"/>
              <a:gd name="connsiteX207" fmla="*/ 1738204 w 12192001"/>
              <a:gd name="connsiteY207" fmla="*/ 2036312 h 2344739"/>
              <a:gd name="connsiteX208" fmla="*/ 1675071 w 12192001"/>
              <a:gd name="connsiteY208" fmla="*/ 2019963 h 2344739"/>
              <a:gd name="connsiteX209" fmla="*/ 1608669 w 12192001"/>
              <a:gd name="connsiteY209" fmla="*/ 2013066 h 2344739"/>
              <a:gd name="connsiteX210" fmla="*/ 1496110 w 12192001"/>
              <a:gd name="connsiteY210" fmla="*/ 1987476 h 2344739"/>
              <a:gd name="connsiteX211" fmla="*/ 1149979 w 12192001"/>
              <a:gd name="connsiteY211" fmla="*/ 1938041 h 2344739"/>
              <a:gd name="connsiteX212" fmla="*/ 858269 w 12192001"/>
              <a:gd name="connsiteY212" fmla="*/ 1928608 h 2344739"/>
              <a:gd name="connsiteX213" fmla="*/ 837540 w 12192001"/>
              <a:gd name="connsiteY213" fmla="*/ 1929821 h 2344739"/>
              <a:gd name="connsiteX214" fmla="*/ 816809 w 12192001"/>
              <a:gd name="connsiteY214" fmla="*/ 1927857 h 2344739"/>
              <a:gd name="connsiteX215" fmla="*/ 811506 w 12192001"/>
              <a:gd name="connsiteY215" fmla="*/ 1930751 h 2344739"/>
              <a:gd name="connsiteX216" fmla="*/ 797041 w 12192001"/>
              <a:gd name="connsiteY216" fmla="*/ 1930446 h 2344739"/>
              <a:gd name="connsiteX217" fmla="*/ 767901 w 12192001"/>
              <a:gd name="connsiteY217" fmla="*/ 1932653 h 2344739"/>
              <a:gd name="connsiteX218" fmla="*/ 763053 w 12192001"/>
              <a:gd name="connsiteY218" fmla="*/ 1930432 h 2344739"/>
              <a:gd name="connsiteX219" fmla="*/ 720047 w 12192001"/>
              <a:gd name="connsiteY219" fmla="*/ 1929661 h 2344739"/>
              <a:gd name="connsiteX220" fmla="*/ 719742 w 12192001"/>
              <a:gd name="connsiteY220" fmla="*/ 1928399 h 2344739"/>
              <a:gd name="connsiteX221" fmla="*/ 708875 w 12192001"/>
              <a:gd name="connsiteY221" fmla="*/ 1922722 h 2344739"/>
              <a:gd name="connsiteX222" fmla="*/ 596792 w 12192001"/>
              <a:gd name="connsiteY222" fmla="*/ 1879864 h 2344739"/>
              <a:gd name="connsiteX223" fmla="*/ 578535 w 12192001"/>
              <a:gd name="connsiteY223" fmla="*/ 1877212 h 2344739"/>
              <a:gd name="connsiteX224" fmla="*/ 571717 w 12192001"/>
              <a:gd name="connsiteY224" fmla="*/ 1877401 h 2344739"/>
              <a:gd name="connsiteX225" fmla="*/ 445099 w 12192001"/>
              <a:gd name="connsiteY225" fmla="*/ 1839371 h 2344739"/>
              <a:gd name="connsiteX226" fmla="*/ 404015 w 12192001"/>
              <a:gd name="connsiteY226" fmla="*/ 1833548 h 2344739"/>
              <a:gd name="connsiteX227" fmla="*/ 292435 w 12192001"/>
              <a:gd name="connsiteY227" fmla="*/ 1812852 h 2344739"/>
              <a:gd name="connsiteX228" fmla="*/ 118381 w 12192001"/>
              <a:gd name="connsiteY228" fmla="*/ 1761047 h 2344739"/>
              <a:gd name="connsiteX229" fmla="*/ 15526 w 12192001"/>
              <a:gd name="connsiteY229" fmla="*/ 1758191 h 2344739"/>
              <a:gd name="connsiteX230" fmla="*/ 2 w 12192001"/>
              <a:gd name="connsiteY230" fmla="*/ 1752722 h 2344739"/>
              <a:gd name="connsiteX231" fmla="*/ 1 w 12192001"/>
              <a:gd name="connsiteY231" fmla="*/ 762497 h 2344739"/>
              <a:gd name="connsiteX232" fmla="*/ 0 w 12192001"/>
              <a:gd name="connsiteY232" fmla="*/ 762497 h 2344739"/>
              <a:gd name="connsiteX233" fmla="*/ 0 w 12192001"/>
              <a:gd name="connsiteY233" fmla="*/ 222213 h 2344739"/>
              <a:gd name="connsiteX234" fmla="*/ 0 w 12192001"/>
              <a:gd name="connsiteY234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37318 w 12192001"/>
              <a:gd name="connsiteY70" fmla="*/ 1920435 h 2344739"/>
              <a:gd name="connsiteX71" fmla="*/ 9113812 w 12192001"/>
              <a:gd name="connsiteY71" fmla="*/ 1919069 h 2344739"/>
              <a:gd name="connsiteX72" fmla="*/ 9053453 w 12192001"/>
              <a:gd name="connsiteY72" fmla="*/ 1910755 h 2344739"/>
              <a:gd name="connsiteX73" fmla="*/ 9005486 w 12192001"/>
              <a:gd name="connsiteY73" fmla="*/ 1914040 h 2344739"/>
              <a:gd name="connsiteX74" fmla="*/ 9005201 w 12192001"/>
              <a:gd name="connsiteY74" fmla="*/ 1913800 h 2344739"/>
              <a:gd name="connsiteX75" fmla="*/ 8996232 w 12192001"/>
              <a:gd name="connsiteY75" fmla="*/ 1915011 h 2344739"/>
              <a:gd name="connsiteX76" fmla="*/ 8990394 w 12192001"/>
              <a:gd name="connsiteY76" fmla="*/ 1917072 h 2344739"/>
              <a:gd name="connsiteX77" fmla="*/ 8974337 w 12192001"/>
              <a:gd name="connsiteY77" fmla="*/ 1920298 h 2344739"/>
              <a:gd name="connsiteX78" fmla="*/ 8968011 w 12192001"/>
              <a:gd name="connsiteY78" fmla="*/ 1919598 h 2344739"/>
              <a:gd name="connsiteX79" fmla="*/ 8963048 w 12192001"/>
              <a:gd name="connsiteY79" fmla="*/ 1917373 h 2344739"/>
              <a:gd name="connsiteX80" fmla="*/ 8928988 w 12192001"/>
              <a:gd name="connsiteY80" fmla="*/ 1914185 h 2344739"/>
              <a:gd name="connsiteX81" fmla="*/ 8752444 w 12192001"/>
              <a:gd name="connsiteY81" fmla="*/ 1933417 h 2344739"/>
              <a:gd name="connsiteX82" fmla="*/ 8707847 w 12192001"/>
              <a:gd name="connsiteY82" fmla="*/ 1935518 h 2344739"/>
              <a:gd name="connsiteX83" fmla="*/ 8596071 w 12192001"/>
              <a:gd name="connsiteY83" fmla="*/ 1944090 h 2344739"/>
              <a:gd name="connsiteX84" fmla="*/ 8525230 w 12192001"/>
              <a:gd name="connsiteY84" fmla="*/ 1929248 h 2344739"/>
              <a:gd name="connsiteX85" fmla="*/ 8510983 w 12192001"/>
              <a:gd name="connsiteY85" fmla="*/ 1935163 h 2344739"/>
              <a:gd name="connsiteX86" fmla="*/ 8506167 w 12192001"/>
              <a:gd name="connsiteY86" fmla="*/ 1938164 h 2344739"/>
              <a:gd name="connsiteX87" fmla="*/ 8497968 w 12192001"/>
              <a:gd name="connsiteY87" fmla="*/ 1940902 h 2344739"/>
              <a:gd name="connsiteX88" fmla="*/ 8497594 w 12192001"/>
              <a:gd name="connsiteY88" fmla="*/ 1940723 h 2344739"/>
              <a:gd name="connsiteX89" fmla="*/ 8490249 w 12192001"/>
              <a:gd name="connsiteY89" fmla="*/ 1943773 h 2344739"/>
              <a:gd name="connsiteX90" fmla="*/ 8367182 w 12192001"/>
              <a:gd name="connsiteY90" fmla="*/ 1957815 h 2344739"/>
              <a:gd name="connsiteX91" fmla="*/ 8353799 w 12192001"/>
              <a:gd name="connsiteY91" fmla="*/ 1958009 h 2344739"/>
              <a:gd name="connsiteX92" fmla="*/ 8352373 w 12192001"/>
              <a:gd name="connsiteY92" fmla="*/ 1957169 h 2344739"/>
              <a:gd name="connsiteX93" fmla="*/ 8320104 w 12192001"/>
              <a:gd name="connsiteY93" fmla="*/ 1974587 h 2344739"/>
              <a:gd name="connsiteX94" fmla="*/ 8314433 w 12192001"/>
              <a:gd name="connsiteY94" fmla="*/ 1974913 h 2344739"/>
              <a:gd name="connsiteX95" fmla="*/ 8295174 w 12192001"/>
              <a:gd name="connsiteY95" fmla="*/ 1988808 h 2344739"/>
              <a:gd name="connsiteX96" fmla="*/ 8284276 w 12192001"/>
              <a:gd name="connsiteY96" fmla="*/ 1994631 h 2344739"/>
              <a:gd name="connsiteX97" fmla="*/ 8283150 w 12192001"/>
              <a:gd name="connsiteY97" fmla="*/ 1999074 h 2344739"/>
              <a:gd name="connsiteX98" fmla="*/ 8266076 w 12192001"/>
              <a:gd name="connsiteY98" fmla="*/ 2006249 h 2344739"/>
              <a:gd name="connsiteX99" fmla="*/ 8263377 w 12192001"/>
              <a:gd name="connsiteY99" fmla="*/ 2006019 h 2344739"/>
              <a:gd name="connsiteX100" fmla="*/ 8252033 w 12192001"/>
              <a:gd name="connsiteY100" fmla="*/ 2015862 h 2344739"/>
              <a:gd name="connsiteX101" fmla="*/ 8245834 w 12192001"/>
              <a:gd name="connsiteY101" fmla="*/ 2028854 h 2344739"/>
              <a:gd name="connsiteX102" fmla="*/ 8090272 w 12192001"/>
              <a:gd name="connsiteY102" fmla="*/ 2075015 h 2344739"/>
              <a:gd name="connsiteX103" fmla="*/ 7905407 w 12192001"/>
              <a:gd name="connsiteY103" fmla="*/ 2116988 h 2344739"/>
              <a:gd name="connsiteX104" fmla="*/ 7718745 w 12192001"/>
              <a:gd name="connsiteY104" fmla="*/ 2142703 h 2344739"/>
              <a:gd name="connsiteX105" fmla="*/ 7614347 w 12192001"/>
              <a:gd name="connsiteY105" fmla="*/ 2139232 h 2344739"/>
              <a:gd name="connsiteX106" fmla="*/ 7527543 w 12192001"/>
              <a:gd name="connsiteY106" fmla="*/ 2145060 h 2344739"/>
              <a:gd name="connsiteX107" fmla="*/ 7519571 w 12192001"/>
              <a:gd name="connsiteY107" fmla="*/ 2147613 h 2344739"/>
              <a:gd name="connsiteX108" fmla="*/ 7507411 w 12192001"/>
              <a:gd name="connsiteY108" fmla="*/ 2148948 h 2344739"/>
              <a:gd name="connsiteX109" fmla="*/ 7507040 w 12192001"/>
              <a:gd name="connsiteY109" fmla="*/ 2148621 h 2344739"/>
              <a:gd name="connsiteX110" fmla="*/ 7495795 w 12192001"/>
              <a:gd name="connsiteY110" fmla="*/ 2150573 h 2344739"/>
              <a:gd name="connsiteX111" fmla="*/ 7405391 w 12192001"/>
              <a:gd name="connsiteY111" fmla="*/ 2142468 h 2344739"/>
              <a:gd name="connsiteX112" fmla="*/ 7312180 w 12192001"/>
              <a:gd name="connsiteY112" fmla="*/ 2132873 h 2344739"/>
              <a:gd name="connsiteX113" fmla="*/ 7310853 w 12192001"/>
              <a:gd name="connsiteY113" fmla="*/ 2131431 h 2344739"/>
              <a:gd name="connsiteX114" fmla="*/ 7218559 w 12192001"/>
              <a:gd name="connsiteY114" fmla="*/ 2156680 h 2344739"/>
              <a:gd name="connsiteX115" fmla="*/ 7201101 w 12192001"/>
              <a:gd name="connsiteY115" fmla="*/ 2161230 h 2344739"/>
              <a:gd name="connsiteX116" fmla="*/ 7197004 w 12192001"/>
              <a:gd name="connsiteY116" fmla="*/ 2166588 h 2344739"/>
              <a:gd name="connsiteX117" fmla="*/ 7170808 w 12192001"/>
              <a:gd name="connsiteY117" fmla="*/ 2171236 h 2344739"/>
              <a:gd name="connsiteX118" fmla="*/ 7096988 w 12192001"/>
              <a:gd name="connsiteY118" fmla="*/ 2183464 h 2344739"/>
              <a:gd name="connsiteX119" fmla="*/ 7018496 w 12192001"/>
              <a:gd name="connsiteY119" fmla="*/ 2183090 h 2344739"/>
              <a:gd name="connsiteX120" fmla="*/ 6904146 w 12192001"/>
              <a:gd name="connsiteY120" fmla="*/ 2212596 h 2344739"/>
              <a:gd name="connsiteX121" fmla="*/ 6708222 w 12192001"/>
              <a:gd name="connsiteY121" fmla="*/ 2240551 h 2344739"/>
              <a:gd name="connsiteX122" fmla="*/ 6549454 w 12192001"/>
              <a:gd name="connsiteY122" fmla="*/ 2269327 h 2344739"/>
              <a:gd name="connsiteX123" fmla="*/ 6317560 w 12192001"/>
              <a:gd name="connsiteY123" fmla="*/ 2316127 h 2344739"/>
              <a:gd name="connsiteX124" fmla="*/ 6168674 w 12192001"/>
              <a:gd name="connsiteY124" fmla="*/ 2318214 h 2344739"/>
              <a:gd name="connsiteX125" fmla="*/ 6073848 w 12192001"/>
              <a:gd name="connsiteY125" fmla="*/ 2338676 h 2344739"/>
              <a:gd name="connsiteX126" fmla="*/ 6068529 w 12192001"/>
              <a:gd name="connsiteY126" fmla="*/ 2337139 h 2344739"/>
              <a:gd name="connsiteX127" fmla="*/ 6048638 w 12192001"/>
              <a:gd name="connsiteY127" fmla="*/ 2337822 h 2344739"/>
              <a:gd name="connsiteX128" fmla="*/ 6041285 w 12192001"/>
              <a:gd name="connsiteY128" fmla="*/ 2329473 h 2344739"/>
              <a:gd name="connsiteX129" fmla="*/ 6010090 w 12192001"/>
              <a:gd name="connsiteY129" fmla="*/ 2324380 h 2344739"/>
              <a:gd name="connsiteX130" fmla="*/ 5957375 w 12192001"/>
              <a:gd name="connsiteY130" fmla="*/ 2328024 h 2344739"/>
              <a:gd name="connsiteX131" fmla="*/ 5758919 w 12192001"/>
              <a:gd name="connsiteY131" fmla="*/ 2343716 h 2344739"/>
              <a:gd name="connsiteX132" fmla="*/ 5626960 w 12192001"/>
              <a:gd name="connsiteY132" fmla="*/ 2344739 h 2344739"/>
              <a:gd name="connsiteX133" fmla="*/ 5470906 w 12192001"/>
              <a:gd name="connsiteY133" fmla="*/ 2330719 h 2344739"/>
              <a:gd name="connsiteX134" fmla="*/ 5432761 w 12192001"/>
              <a:gd name="connsiteY134" fmla="*/ 2319466 h 2344739"/>
              <a:gd name="connsiteX135" fmla="*/ 5381669 w 12192001"/>
              <a:gd name="connsiteY135" fmla="*/ 2301764 h 2344739"/>
              <a:gd name="connsiteX136" fmla="*/ 5261764 w 12192001"/>
              <a:gd name="connsiteY136" fmla="*/ 2281347 h 2344739"/>
              <a:gd name="connsiteX137" fmla="*/ 5222961 w 12192001"/>
              <a:gd name="connsiteY137" fmla="*/ 2270223 h 2344739"/>
              <a:gd name="connsiteX138" fmla="*/ 5174660 w 12192001"/>
              <a:gd name="connsiteY138" fmla="*/ 2267233 h 2344739"/>
              <a:gd name="connsiteX139" fmla="*/ 5156554 w 12192001"/>
              <a:gd name="connsiteY139" fmla="*/ 2260010 h 2344739"/>
              <a:gd name="connsiteX140" fmla="*/ 5142599 w 12192001"/>
              <a:gd name="connsiteY140" fmla="*/ 2256610 h 2344739"/>
              <a:gd name="connsiteX141" fmla="*/ 5139596 w 12192001"/>
              <a:gd name="connsiteY141" fmla="*/ 2254509 h 2344739"/>
              <a:gd name="connsiteX142" fmla="*/ 5121659 w 12192001"/>
              <a:gd name="connsiteY142" fmla="*/ 2243656 h 2344739"/>
              <a:gd name="connsiteX143" fmla="*/ 5065790 w 12192001"/>
              <a:gd name="connsiteY143" fmla="*/ 2250227 h 2344739"/>
              <a:gd name="connsiteX144" fmla="*/ 5011514 w 12192001"/>
              <a:gd name="connsiteY144" fmla="*/ 2233846 h 2344739"/>
              <a:gd name="connsiteX145" fmla="*/ 4840441 w 12192001"/>
              <a:gd name="connsiteY145" fmla="*/ 2209829 h 2344739"/>
              <a:gd name="connsiteX146" fmla="*/ 4762447 w 12192001"/>
              <a:gd name="connsiteY146" fmla="*/ 2182061 h 2344739"/>
              <a:gd name="connsiteX147" fmla="*/ 4723186 w 12192001"/>
              <a:gd name="connsiteY147" fmla="*/ 2173047 h 2344739"/>
              <a:gd name="connsiteX148" fmla="*/ 4721176 w 12192001"/>
              <a:gd name="connsiteY148" fmla="*/ 2172298 h 2344739"/>
              <a:gd name="connsiteX149" fmla="*/ 4722111 w 12192001"/>
              <a:gd name="connsiteY149" fmla="*/ 2172087 h 2344739"/>
              <a:gd name="connsiteX150" fmla="*/ 4717202 w 12192001"/>
              <a:gd name="connsiteY150" fmla="*/ 2170817 h 2344739"/>
              <a:gd name="connsiteX151" fmla="*/ 4721176 w 12192001"/>
              <a:gd name="connsiteY151" fmla="*/ 2172298 h 2344739"/>
              <a:gd name="connsiteX152" fmla="*/ 4715526 w 12192001"/>
              <a:gd name="connsiteY152" fmla="*/ 2173573 h 2344739"/>
              <a:gd name="connsiteX153" fmla="*/ 4515814 w 12192001"/>
              <a:gd name="connsiteY153" fmla="*/ 2163671 h 2344739"/>
              <a:gd name="connsiteX154" fmla="*/ 4428543 w 12192001"/>
              <a:gd name="connsiteY154" fmla="*/ 2153020 h 2344739"/>
              <a:gd name="connsiteX155" fmla="*/ 4362875 w 12192001"/>
              <a:gd name="connsiteY155" fmla="*/ 2151674 h 2344739"/>
              <a:gd name="connsiteX156" fmla="*/ 4316966 w 12192001"/>
              <a:gd name="connsiteY156" fmla="*/ 2158289 h 2344739"/>
              <a:gd name="connsiteX157" fmla="*/ 4315110 w 12192001"/>
              <a:gd name="connsiteY157" fmla="*/ 2156948 h 2344739"/>
              <a:gd name="connsiteX158" fmla="*/ 4295144 w 12192001"/>
              <a:gd name="connsiteY158" fmla="*/ 2155069 h 2344739"/>
              <a:gd name="connsiteX159" fmla="*/ 4290064 w 12192001"/>
              <a:gd name="connsiteY159" fmla="*/ 2157986 h 2344739"/>
              <a:gd name="connsiteX160" fmla="*/ 4276142 w 12192001"/>
              <a:gd name="connsiteY160" fmla="*/ 2157740 h 2344739"/>
              <a:gd name="connsiteX161" fmla="*/ 4248117 w 12192001"/>
              <a:gd name="connsiteY161" fmla="*/ 2160064 h 2344739"/>
              <a:gd name="connsiteX162" fmla="*/ 4202051 w 12192001"/>
              <a:gd name="connsiteY162" fmla="*/ 2157269 h 2344739"/>
              <a:gd name="connsiteX163" fmla="*/ 4201745 w 12192001"/>
              <a:gd name="connsiteY163" fmla="*/ 2156010 h 2344739"/>
              <a:gd name="connsiteX164" fmla="*/ 4191248 w 12192001"/>
              <a:gd name="connsiteY164" fmla="*/ 2150376 h 2344739"/>
              <a:gd name="connsiteX165" fmla="*/ 4142745 w 12192001"/>
              <a:gd name="connsiteY165" fmla="*/ 2134511 h 2344739"/>
              <a:gd name="connsiteX166" fmla="*/ 4083097 w 12192001"/>
              <a:gd name="connsiteY166" fmla="*/ 2107978 h 2344739"/>
              <a:gd name="connsiteX167" fmla="*/ 4074546 w 12192001"/>
              <a:gd name="connsiteY167" fmla="*/ 2107143 h 2344739"/>
              <a:gd name="connsiteX168" fmla="*/ 4074427 w 12192001"/>
              <a:gd name="connsiteY168" fmla="*/ 2106844 h 2344739"/>
              <a:gd name="connsiteX169" fmla="*/ 4065510 w 12192001"/>
              <a:gd name="connsiteY169" fmla="*/ 2105400 h 2344739"/>
              <a:gd name="connsiteX170" fmla="*/ 4058954 w 12192001"/>
              <a:gd name="connsiteY170" fmla="*/ 2105618 h 2344739"/>
              <a:gd name="connsiteX171" fmla="*/ 4042364 w 12192001"/>
              <a:gd name="connsiteY171" fmla="*/ 2103997 h 2344739"/>
              <a:gd name="connsiteX172" fmla="*/ 4036997 w 12192001"/>
              <a:gd name="connsiteY172" fmla="*/ 2101563 h 2344739"/>
              <a:gd name="connsiteX173" fmla="*/ 4035363 w 12192001"/>
              <a:gd name="connsiteY173" fmla="*/ 2097896 h 2344739"/>
              <a:gd name="connsiteX174" fmla="*/ 4033778 w 12192001"/>
              <a:gd name="connsiteY174" fmla="*/ 2098131 h 2344739"/>
              <a:gd name="connsiteX175" fmla="*/ 4004538 w 12192001"/>
              <a:gd name="connsiteY175" fmla="*/ 2085563 h 2344739"/>
              <a:gd name="connsiteX176" fmla="*/ 3936846 w 12192001"/>
              <a:gd name="connsiteY176" fmla="*/ 2068106 h 2344739"/>
              <a:gd name="connsiteX177" fmla="*/ 3897275 w 12192001"/>
              <a:gd name="connsiteY177" fmla="*/ 2062451 h 2344739"/>
              <a:gd name="connsiteX178" fmla="*/ 3789760 w 12192001"/>
              <a:gd name="connsiteY178" fmla="*/ 2042213 h 2344739"/>
              <a:gd name="connsiteX179" fmla="*/ 3682513 w 12192001"/>
              <a:gd name="connsiteY179" fmla="*/ 2018290 h 2344739"/>
              <a:gd name="connsiteX180" fmla="*/ 3610035 w 12192001"/>
              <a:gd name="connsiteY180" fmla="*/ 1986019 h 2344739"/>
              <a:gd name="connsiteX181" fmla="*/ 3603855 w 12192001"/>
              <a:gd name="connsiteY181" fmla="*/ 1987381 h 2344739"/>
              <a:gd name="connsiteX182" fmla="*/ 3594736 w 12192001"/>
              <a:gd name="connsiteY182" fmla="*/ 1987545 h 2344739"/>
              <a:gd name="connsiteX183" fmla="*/ 3594501 w 12192001"/>
              <a:gd name="connsiteY183" fmla="*/ 1987276 h 2344739"/>
              <a:gd name="connsiteX184" fmla="*/ 3585978 w 12192001"/>
              <a:gd name="connsiteY184" fmla="*/ 1987966 h 2344739"/>
              <a:gd name="connsiteX185" fmla="*/ 3536135 w 12192001"/>
              <a:gd name="connsiteY185" fmla="*/ 1978267 h 2344739"/>
              <a:gd name="connsiteX186" fmla="*/ 3473223 w 12192001"/>
              <a:gd name="connsiteY186" fmla="*/ 1974606 h 2344739"/>
              <a:gd name="connsiteX187" fmla="*/ 3400728 w 12192001"/>
              <a:gd name="connsiteY187" fmla="*/ 1962558 h 2344739"/>
              <a:gd name="connsiteX188" fmla="*/ 3363888 w 12192001"/>
              <a:gd name="connsiteY188" fmla="*/ 1979510 h 2344739"/>
              <a:gd name="connsiteX189" fmla="*/ 3344026 w 12192001"/>
              <a:gd name="connsiteY189" fmla="*/ 1981192 h 2344739"/>
              <a:gd name="connsiteX190" fmla="*/ 3341698 w 12192001"/>
              <a:gd name="connsiteY190" fmla="*/ 1980217 h 2344739"/>
              <a:gd name="connsiteX191" fmla="*/ 3262356 w 12192001"/>
              <a:gd name="connsiteY191" fmla="*/ 1986094 h 2344739"/>
              <a:gd name="connsiteX192" fmla="*/ 3142556 w 12192001"/>
              <a:gd name="connsiteY192" fmla="*/ 1993869 h 2344739"/>
              <a:gd name="connsiteX193" fmla="*/ 3030291 w 12192001"/>
              <a:gd name="connsiteY193" fmla="*/ 1996512 h 2344739"/>
              <a:gd name="connsiteX194" fmla="*/ 2781569 w 12192001"/>
              <a:gd name="connsiteY194" fmla="*/ 2018333 h 2344739"/>
              <a:gd name="connsiteX195" fmla="*/ 2646527 w 12192001"/>
              <a:gd name="connsiteY195" fmla="*/ 2028869 h 2344739"/>
              <a:gd name="connsiteX196" fmla="*/ 2568028 w 12192001"/>
              <a:gd name="connsiteY196" fmla="*/ 2002628 h 2344739"/>
              <a:gd name="connsiteX197" fmla="*/ 2443255 w 12192001"/>
              <a:gd name="connsiteY197" fmla="*/ 2016529 h 2344739"/>
              <a:gd name="connsiteX198" fmla="*/ 2315112 w 12192001"/>
              <a:gd name="connsiteY198" fmla="*/ 2024996 h 2344739"/>
              <a:gd name="connsiteX199" fmla="*/ 2208578 w 12192001"/>
              <a:gd name="connsiteY199" fmla="*/ 2019763 h 2344739"/>
              <a:gd name="connsiteX200" fmla="*/ 2094665 w 12192001"/>
              <a:gd name="connsiteY200" fmla="*/ 2003052 h 2344739"/>
              <a:gd name="connsiteX201" fmla="*/ 1997356 w 12192001"/>
              <a:gd name="connsiteY201" fmla="*/ 1995032 h 2344739"/>
              <a:gd name="connsiteX202" fmla="*/ 1928172 w 12192001"/>
              <a:gd name="connsiteY202" fmla="*/ 2016977 h 2344739"/>
              <a:gd name="connsiteX203" fmla="*/ 1921650 w 12192001"/>
              <a:gd name="connsiteY203" fmla="*/ 2012146 h 2344739"/>
              <a:gd name="connsiteX204" fmla="*/ 1873080 w 12192001"/>
              <a:gd name="connsiteY204" fmla="*/ 2013741 h 2344739"/>
              <a:gd name="connsiteX205" fmla="*/ 1786655 w 12192001"/>
              <a:gd name="connsiteY205" fmla="*/ 2041363 h 2344739"/>
              <a:gd name="connsiteX206" fmla="*/ 1738204 w 12192001"/>
              <a:gd name="connsiteY206" fmla="*/ 2036312 h 2344739"/>
              <a:gd name="connsiteX207" fmla="*/ 1675071 w 12192001"/>
              <a:gd name="connsiteY207" fmla="*/ 2019963 h 2344739"/>
              <a:gd name="connsiteX208" fmla="*/ 1608669 w 12192001"/>
              <a:gd name="connsiteY208" fmla="*/ 2013066 h 2344739"/>
              <a:gd name="connsiteX209" fmla="*/ 1496110 w 12192001"/>
              <a:gd name="connsiteY209" fmla="*/ 1987476 h 2344739"/>
              <a:gd name="connsiteX210" fmla="*/ 1149979 w 12192001"/>
              <a:gd name="connsiteY210" fmla="*/ 1938041 h 2344739"/>
              <a:gd name="connsiteX211" fmla="*/ 858269 w 12192001"/>
              <a:gd name="connsiteY211" fmla="*/ 1928608 h 2344739"/>
              <a:gd name="connsiteX212" fmla="*/ 837540 w 12192001"/>
              <a:gd name="connsiteY212" fmla="*/ 1929821 h 2344739"/>
              <a:gd name="connsiteX213" fmla="*/ 816809 w 12192001"/>
              <a:gd name="connsiteY213" fmla="*/ 1927857 h 2344739"/>
              <a:gd name="connsiteX214" fmla="*/ 811506 w 12192001"/>
              <a:gd name="connsiteY214" fmla="*/ 1930751 h 2344739"/>
              <a:gd name="connsiteX215" fmla="*/ 797041 w 12192001"/>
              <a:gd name="connsiteY215" fmla="*/ 1930446 h 2344739"/>
              <a:gd name="connsiteX216" fmla="*/ 767901 w 12192001"/>
              <a:gd name="connsiteY216" fmla="*/ 1932653 h 2344739"/>
              <a:gd name="connsiteX217" fmla="*/ 763053 w 12192001"/>
              <a:gd name="connsiteY217" fmla="*/ 1930432 h 2344739"/>
              <a:gd name="connsiteX218" fmla="*/ 720047 w 12192001"/>
              <a:gd name="connsiteY218" fmla="*/ 1929661 h 2344739"/>
              <a:gd name="connsiteX219" fmla="*/ 719742 w 12192001"/>
              <a:gd name="connsiteY219" fmla="*/ 1928399 h 2344739"/>
              <a:gd name="connsiteX220" fmla="*/ 708875 w 12192001"/>
              <a:gd name="connsiteY220" fmla="*/ 1922722 h 2344739"/>
              <a:gd name="connsiteX221" fmla="*/ 596792 w 12192001"/>
              <a:gd name="connsiteY221" fmla="*/ 1879864 h 2344739"/>
              <a:gd name="connsiteX222" fmla="*/ 578535 w 12192001"/>
              <a:gd name="connsiteY222" fmla="*/ 1877212 h 2344739"/>
              <a:gd name="connsiteX223" fmla="*/ 571717 w 12192001"/>
              <a:gd name="connsiteY223" fmla="*/ 1877401 h 2344739"/>
              <a:gd name="connsiteX224" fmla="*/ 445099 w 12192001"/>
              <a:gd name="connsiteY224" fmla="*/ 1839371 h 2344739"/>
              <a:gd name="connsiteX225" fmla="*/ 404015 w 12192001"/>
              <a:gd name="connsiteY225" fmla="*/ 1833548 h 2344739"/>
              <a:gd name="connsiteX226" fmla="*/ 292435 w 12192001"/>
              <a:gd name="connsiteY226" fmla="*/ 1812852 h 2344739"/>
              <a:gd name="connsiteX227" fmla="*/ 118381 w 12192001"/>
              <a:gd name="connsiteY227" fmla="*/ 1761047 h 2344739"/>
              <a:gd name="connsiteX228" fmla="*/ 15526 w 12192001"/>
              <a:gd name="connsiteY228" fmla="*/ 1758191 h 2344739"/>
              <a:gd name="connsiteX229" fmla="*/ 2 w 12192001"/>
              <a:gd name="connsiteY229" fmla="*/ 1752722 h 2344739"/>
              <a:gd name="connsiteX230" fmla="*/ 1 w 12192001"/>
              <a:gd name="connsiteY230" fmla="*/ 762497 h 2344739"/>
              <a:gd name="connsiteX231" fmla="*/ 0 w 12192001"/>
              <a:gd name="connsiteY231" fmla="*/ 762497 h 2344739"/>
              <a:gd name="connsiteX232" fmla="*/ 0 w 12192001"/>
              <a:gd name="connsiteY232" fmla="*/ 222213 h 2344739"/>
              <a:gd name="connsiteX233" fmla="*/ 0 w 12192001"/>
              <a:gd name="connsiteY233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51232 w 12192001"/>
              <a:gd name="connsiteY69" fmla="*/ 1923669 h 2344739"/>
              <a:gd name="connsiteX70" fmla="*/ 9113812 w 12192001"/>
              <a:gd name="connsiteY70" fmla="*/ 1919069 h 2344739"/>
              <a:gd name="connsiteX71" fmla="*/ 9053453 w 12192001"/>
              <a:gd name="connsiteY71" fmla="*/ 1910755 h 2344739"/>
              <a:gd name="connsiteX72" fmla="*/ 9005486 w 12192001"/>
              <a:gd name="connsiteY72" fmla="*/ 1914040 h 2344739"/>
              <a:gd name="connsiteX73" fmla="*/ 9005201 w 12192001"/>
              <a:gd name="connsiteY73" fmla="*/ 1913800 h 2344739"/>
              <a:gd name="connsiteX74" fmla="*/ 8996232 w 12192001"/>
              <a:gd name="connsiteY74" fmla="*/ 1915011 h 2344739"/>
              <a:gd name="connsiteX75" fmla="*/ 8990394 w 12192001"/>
              <a:gd name="connsiteY75" fmla="*/ 1917072 h 2344739"/>
              <a:gd name="connsiteX76" fmla="*/ 8974337 w 12192001"/>
              <a:gd name="connsiteY76" fmla="*/ 1920298 h 2344739"/>
              <a:gd name="connsiteX77" fmla="*/ 8968011 w 12192001"/>
              <a:gd name="connsiteY77" fmla="*/ 1919598 h 2344739"/>
              <a:gd name="connsiteX78" fmla="*/ 8963048 w 12192001"/>
              <a:gd name="connsiteY78" fmla="*/ 1917373 h 2344739"/>
              <a:gd name="connsiteX79" fmla="*/ 8928988 w 12192001"/>
              <a:gd name="connsiteY79" fmla="*/ 1914185 h 2344739"/>
              <a:gd name="connsiteX80" fmla="*/ 8752444 w 12192001"/>
              <a:gd name="connsiteY80" fmla="*/ 1933417 h 2344739"/>
              <a:gd name="connsiteX81" fmla="*/ 8707847 w 12192001"/>
              <a:gd name="connsiteY81" fmla="*/ 1935518 h 2344739"/>
              <a:gd name="connsiteX82" fmla="*/ 8596071 w 12192001"/>
              <a:gd name="connsiteY82" fmla="*/ 1944090 h 2344739"/>
              <a:gd name="connsiteX83" fmla="*/ 8525230 w 12192001"/>
              <a:gd name="connsiteY83" fmla="*/ 1929248 h 2344739"/>
              <a:gd name="connsiteX84" fmla="*/ 8510983 w 12192001"/>
              <a:gd name="connsiteY84" fmla="*/ 1935163 h 2344739"/>
              <a:gd name="connsiteX85" fmla="*/ 8506167 w 12192001"/>
              <a:gd name="connsiteY85" fmla="*/ 1938164 h 2344739"/>
              <a:gd name="connsiteX86" fmla="*/ 8497968 w 12192001"/>
              <a:gd name="connsiteY86" fmla="*/ 1940902 h 2344739"/>
              <a:gd name="connsiteX87" fmla="*/ 8497594 w 12192001"/>
              <a:gd name="connsiteY87" fmla="*/ 1940723 h 2344739"/>
              <a:gd name="connsiteX88" fmla="*/ 8490249 w 12192001"/>
              <a:gd name="connsiteY88" fmla="*/ 1943773 h 2344739"/>
              <a:gd name="connsiteX89" fmla="*/ 8367182 w 12192001"/>
              <a:gd name="connsiteY89" fmla="*/ 1957815 h 2344739"/>
              <a:gd name="connsiteX90" fmla="*/ 8353799 w 12192001"/>
              <a:gd name="connsiteY90" fmla="*/ 1958009 h 2344739"/>
              <a:gd name="connsiteX91" fmla="*/ 8352373 w 12192001"/>
              <a:gd name="connsiteY91" fmla="*/ 1957169 h 2344739"/>
              <a:gd name="connsiteX92" fmla="*/ 8320104 w 12192001"/>
              <a:gd name="connsiteY92" fmla="*/ 1974587 h 2344739"/>
              <a:gd name="connsiteX93" fmla="*/ 8314433 w 12192001"/>
              <a:gd name="connsiteY93" fmla="*/ 1974913 h 2344739"/>
              <a:gd name="connsiteX94" fmla="*/ 8295174 w 12192001"/>
              <a:gd name="connsiteY94" fmla="*/ 1988808 h 2344739"/>
              <a:gd name="connsiteX95" fmla="*/ 8284276 w 12192001"/>
              <a:gd name="connsiteY95" fmla="*/ 1994631 h 2344739"/>
              <a:gd name="connsiteX96" fmla="*/ 8283150 w 12192001"/>
              <a:gd name="connsiteY96" fmla="*/ 1999074 h 2344739"/>
              <a:gd name="connsiteX97" fmla="*/ 8266076 w 12192001"/>
              <a:gd name="connsiteY97" fmla="*/ 2006249 h 2344739"/>
              <a:gd name="connsiteX98" fmla="*/ 8263377 w 12192001"/>
              <a:gd name="connsiteY98" fmla="*/ 2006019 h 2344739"/>
              <a:gd name="connsiteX99" fmla="*/ 8252033 w 12192001"/>
              <a:gd name="connsiteY99" fmla="*/ 2015862 h 2344739"/>
              <a:gd name="connsiteX100" fmla="*/ 8245834 w 12192001"/>
              <a:gd name="connsiteY100" fmla="*/ 2028854 h 2344739"/>
              <a:gd name="connsiteX101" fmla="*/ 8090272 w 12192001"/>
              <a:gd name="connsiteY101" fmla="*/ 2075015 h 2344739"/>
              <a:gd name="connsiteX102" fmla="*/ 7905407 w 12192001"/>
              <a:gd name="connsiteY102" fmla="*/ 2116988 h 2344739"/>
              <a:gd name="connsiteX103" fmla="*/ 7718745 w 12192001"/>
              <a:gd name="connsiteY103" fmla="*/ 2142703 h 2344739"/>
              <a:gd name="connsiteX104" fmla="*/ 7614347 w 12192001"/>
              <a:gd name="connsiteY104" fmla="*/ 2139232 h 2344739"/>
              <a:gd name="connsiteX105" fmla="*/ 7527543 w 12192001"/>
              <a:gd name="connsiteY105" fmla="*/ 2145060 h 2344739"/>
              <a:gd name="connsiteX106" fmla="*/ 7519571 w 12192001"/>
              <a:gd name="connsiteY106" fmla="*/ 2147613 h 2344739"/>
              <a:gd name="connsiteX107" fmla="*/ 7507411 w 12192001"/>
              <a:gd name="connsiteY107" fmla="*/ 2148948 h 2344739"/>
              <a:gd name="connsiteX108" fmla="*/ 7507040 w 12192001"/>
              <a:gd name="connsiteY108" fmla="*/ 2148621 h 2344739"/>
              <a:gd name="connsiteX109" fmla="*/ 7495795 w 12192001"/>
              <a:gd name="connsiteY109" fmla="*/ 2150573 h 2344739"/>
              <a:gd name="connsiteX110" fmla="*/ 7405391 w 12192001"/>
              <a:gd name="connsiteY110" fmla="*/ 2142468 h 2344739"/>
              <a:gd name="connsiteX111" fmla="*/ 7312180 w 12192001"/>
              <a:gd name="connsiteY111" fmla="*/ 2132873 h 2344739"/>
              <a:gd name="connsiteX112" fmla="*/ 7310853 w 12192001"/>
              <a:gd name="connsiteY112" fmla="*/ 2131431 h 2344739"/>
              <a:gd name="connsiteX113" fmla="*/ 7218559 w 12192001"/>
              <a:gd name="connsiteY113" fmla="*/ 2156680 h 2344739"/>
              <a:gd name="connsiteX114" fmla="*/ 7201101 w 12192001"/>
              <a:gd name="connsiteY114" fmla="*/ 2161230 h 2344739"/>
              <a:gd name="connsiteX115" fmla="*/ 7197004 w 12192001"/>
              <a:gd name="connsiteY115" fmla="*/ 2166588 h 2344739"/>
              <a:gd name="connsiteX116" fmla="*/ 7170808 w 12192001"/>
              <a:gd name="connsiteY116" fmla="*/ 2171236 h 2344739"/>
              <a:gd name="connsiteX117" fmla="*/ 7096988 w 12192001"/>
              <a:gd name="connsiteY117" fmla="*/ 2183464 h 2344739"/>
              <a:gd name="connsiteX118" fmla="*/ 7018496 w 12192001"/>
              <a:gd name="connsiteY118" fmla="*/ 2183090 h 2344739"/>
              <a:gd name="connsiteX119" fmla="*/ 6904146 w 12192001"/>
              <a:gd name="connsiteY119" fmla="*/ 2212596 h 2344739"/>
              <a:gd name="connsiteX120" fmla="*/ 6708222 w 12192001"/>
              <a:gd name="connsiteY120" fmla="*/ 2240551 h 2344739"/>
              <a:gd name="connsiteX121" fmla="*/ 6549454 w 12192001"/>
              <a:gd name="connsiteY121" fmla="*/ 2269327 h 2344739"/>
              <a:gd name="connsiteX122" fmla="*/ 6317560 w 12192001"/>
              <a:gd name="connsiteY122" fmla="*/ 2316127 h 2344739"/>
              <a:gd name="connsiteX123" fmla="*/ 6168674 w 12192001"/>
              <a:gd name="connsiteY123" fmla="*/ 2318214 h 2344739"/>
              <a:gd name="connsiteX124" fmla="*/ 6073848 w 12192001"/>
              <a:gd name="connsiteY124" fmla="*/ 2338676 h 2344739"/>
              <a:gd name="connsiteX125" fmla="*/ 6068529 w 12192001"/>
              <a:gd name="connsiteY125" fmla="*/ 2337139 h 2344739"/>
              <a:gd name="connsiteX126" fmla="*/ 6048638 w 12192001"/>
              <a:gd name="connsiteY126" fmla="*/ 2337822 h 2344739"/>
              <a:gd name="connsiteX127" fmla="*/ 6041285 w 12192001"/>
              <a:gd name="connsiteY127" fmla="*/ 2329473 h 2344739"/>
              <a:gd name="connsiteX128" fmla="*/ 6010090 w 12192001"/>
              <a:gd name="connsiteY128" fmla="*/ 2324380 h 2344739"/>
              <a:gd name="connsiteX129" fmla="*/ 5957375 w 12192001"/>
              <a:gd name="connsiteY129" fmla="*/ 2328024 h 2344739"/>
              <a:gd name="connsiteX130" fmla="*/ 5758919 w 12192001"/>
              <a:gd name="connsiteY130" fmla="*/ 2343716 h 2344739"/>
              <a:gd name="connsiteX131" fmla="*/ 5626960 w 12192001"/>
              <a:gd name="connsiteY131" fmla="*/ 2344739 h 2344739"/>
              <a:gd name="connsiteX132" fmla="*/ 5470906 w 12192001"/>
              <a:gd name="connsiteY132" fmla="*/ 2330719 h 2344739"/>
              <a:gd name="connsiteX133" fmla="*/ 5432761 w 12192001"/>
              <a:gd name="connsiteY133" fmla="*/ 2319466 h 2344739"/>
              <a:gd name="connsiteX134" fmla="*/ 5381669 w 12192001"/>
              <a:gd name="connsiteY134" fmla="*/ 2301764 h 2344739"/>
              <a:gd name="connsiteX135" fmla="*/ 5261764 w 12192001"/>
              <a:gd name="connsiteY135" fmla="*/ 2281347 h 2344739"/>
              <a:gd name="connsiteX136" fmla="*/ 5222961 w 12192001"/>
              <a:gd name="connsiteY136" fmla="*/ 2270223 h 2344739"/>
              <a:gd name="connsiteX137" fmla="*/ 5174660 w 12192001"/>
              <a:gd name="connsiteY137" fmla="*/ 2267233 h 2344739"/>
              <a:gd name="connsiteX138" fmla="*/ 5156554 w 12192001"/>
              <a:gd name="connsiteY138" fmla="*/ 2260010 h 2344739"/>
              <a:gd name="connsiteX139" fmla="*/ 5142599 w 12192001"/>
              <a:gd name="connsiteY139" fmla="*/ 2256610 h 2344739"/>
              <a:gd name="connsiteX140" fmla="*/ 5139596 w 12192001"/>
              <a:gd name="connsiteY140" fmla="*/ 2254509 h 2344739"/>
              <a:gd name="connsiteX141" fmla="*/ 5121659 w 12192001"/>
              <a:gd name="connsiteY141" fmla="*/ 2243656 h 2344739"/>
              <a:gd name="connsiteX142" fmla="*/ 5065790 w 12192001"/>
              <a:gd name="connsiteY142" fmla="*/ 2250227 h 2344739"/>
              <a:gd name="connsiteX143" fmla="*/ 5011514 w 12192001"/>
              <a:gd name="connsiteY143" fmla="*/ 2233846 h 2344739"/>
              <a:gd name="connsiteX144" fmla="*/ 4840441 w 12192001"/>
              <a:gd name="connsiteY144" fmla="*/ 2209829 h 2344739"/>
              <a:gd name="connsiteX145" fmla="*/ 4762447 w 12192001"/>
              <a:gd name="connsiteY145" fmla="*/ 2182061 h 2344739"/>
              <a:gd name="connsiteX146" fmla="*/ 4723186 w 12192001"/>
              <a:gd name="connsiteY146" fmla="*/ 2173047 h 2344739"/>
              <a:gd name="connsiteX147" fmla="*/ 4721176 w 12192001"/>
              <a:gd name="connsiteY147" fmla="*/ 2172298 h 2344739"/>
              <a:gd name="connsiteX148" fmla="*/ 4722111 w 12192001"/>
              <a:gd name="connsiteY148" fmla="*/ 2172087 h 2344739"/>
              <a:gd name="connsiteX149" fmla="*/ 4717202 w 12192001"/>
              <a:gd name="connsiteY149" fmla="*/ 2170817 h 2344739"/>
              <a:gd name="connsiteX150" fmla="*/ 4721176 w 12192001"/>
              <a:gd name="connsiteY150" fmla="*/ 2172298 h 2344739"/>
              <a:gd name="connsiteX151" fmla="*/ 4715526 w 12192001"/>
              <a:gd name="connsiteY151" fmla="*/ 2173573 h 2344739"/>
              <a:gd name="connsiteX152" fmla="*/ 4515814 w 12192001"/>
              <a:gd name="connsiteY152" fmla="*/ 2163671 h 2344739"/>
              <a:gd name="connsiteX153" fmla="*/ 4428543 w 12192001"/>
              <a:gd name="connsiteY153" fmla="*/ 2153020 h 2344739"/>
              <a:gd name="connsiteX154" fmla="*/ 4362875 w 12192001"/>
              <a:gd name="connsiteY154" fmla="*/ 2151674 h 2344739"/>
              <a:gd name="connsiteX155" fmla="*/ 4316966 w 12192001"/>
              <a:gd name="connsiteY155" fmla="*/ 2158289 h 2344739"/>
              <a:gd name="connsiteX156" fmla="*/ 4315110 w 12192001"/>
              <a:gd name="connsiteY156" fmla="*/ 2156948 h 2344739"/>
              <a:gd name="connsiteX157" fmla="*/ 4295144 w 12192001"/>
              <a:gd name="connsiteY157" fmla="*/ 2155069 h 2344739"/>
              <a:gd name="connsiteX158" fmla="*/ 4290064 w 12192001"/>
              <a:gd name="connsiteY158" fmla="*/ 2157986 h 2344739"/>
              <a:gd name="connsiteX159" fmla="*/ 4276142 w 12192001"/>
              <a:gd name="connsiteY159" fmla="*/ 2157740 h 2344739"/>
              <a:gd name="connsiteX160" fmla="*/ 4248117 w 12192001"/>
              <a:gd name="connsiteY160" fmla="*/ 2160064 h 2344739"/>
              <a:gd name="connsiteX161" fmla="*/ 4202051 w 12192001"/>
              <a:gd name="connsiteY161" fmla="*/ 2157269 h 2344739"/>
              <a:gd name="connsiteX162" fmla="*/ 4201745 w 12192001"/>
              <a:gd name="connsiteY162" fmla="*/ 2156010 h 2344739"/>
              <a:gd name="connsiteX163" fmla="*/ 4191248 w 12192001"/>
              <a:gd name="connsiteY163" fmla="*/ 2150376 h 2344739"/>
              <a:gd name="connsiteX164" fmla="*/ 4142745 w 12192001"/>
              <a:gd name="connsiteY164" fmla="*/ 2134511 h 2344739"/>
              <a:gd name="connsiteX165" fmla="*/ 4083097 w 12192001"/>
              <a:gd name="connsiteY165" fmla="*/ 2107978 h 2344739"/>
              <a:gd name="connsiteX166" fmla="*/ 4074546 w 12192001"/>
              <a:gd name="connsiteY166" fmla="*/ 2107143 h 2344739"/>
              <a:gd name="connsiteX167" fmla="*/ 4074427 w 12192001"/>
              <a:gd name="connsiteY167" fmla="*/ 2106844 h 2344739"/>
              <a:gd name="connsiteX168" fmla="*/ 4065510 w 12192001"/>
              <a:gd name="connsiteY168" fmla="*/ 2105400 h 2344739"/>
              <a:gd name="connsiteX169" fmla="*/ 4058954 w 12192001"/>
              <a:gd name="connsiteY169" fmla="*/ 2105618 h 2344739"/>
              <a:gd name="connsiteX170" fmla="*/ 4042364 w 12192001"/>
              <a:gd name="connsiteY170" fmla="*/ 2103997 h 2344739"/>
              <a:gd name="connsiteX171" fmla="*/ 4036997 w 12192001"/>
              <a:gd name="connsiteY171" fmla="*/ 2101563 h 2344739"/>
              <a:gd name="connsiteX172" fmla="*/ 4035363 w 12192001"/>
              <a:gd name="connsiteY172" fmla="*/ 2097896 h 2344739"/>
              <a:gd name="connsiteX173" fmla="*/ 4033778 w 12192001"/>
              <a:gd name="connsiteY173" fmla="*/ 2098131 h 2344739"/>
              <a:gd name="connsiteX174" fmla="*/ 4004538 w 12192001"/>
              <a:gd name="connsiteY174" fmla="*/ 2085563 h 2344739"/>
              <a:gd name="connsiteX175" fmla="*/ 3936846 w 12192001"/>
              <a:gd name="connsiteY175" fmla="*/ 2068106 h 2344739"/>
              <a:gd name="connsiteX176" fmla="*/ 3897275 w 12192001"/>
              <a:gd name="connsiteY176" fmla="*/ 2062451 h 2344739"/>
              <a:gd name="connsiteX177" fmla="*/ 3789760 w 12192001"/>
              <a:gd name="connsiteY177" fmla="*/ 2042213 h 2344739"/>
              <a:gd name="connsiteX178" fmla="*/ 3682513 w 12192001"/>
              <a:gd name="connsiteY178" fmla="*/ 2018290 h 2344739"/>
              <a:gd name="connsiteX179" fmla="*/ 3610035 w 12192001"/>
              <a:gd name="connsiteY179" fmla="*/ 1986019 h 2344739"/>
              <a:gd name="connsiteX180" fmla="*/ 3603855 w 12192001"/>
              <a:gd name="connsiteY180" fmla="*/ 1987381 h 2344739"/>
              <a:gd name="connsiteX181" fmla="*/ 3594736 w 12192001"/>
              <a:gd name="connsiteY181" fmla="*/ 1987545 h 2344739"/>
              <a:gd name="connsiteX182" fmla="*/ 3594501 w 12192001"/>
              <a:gd name="connsiteY182" fmla="*/ 1987276 h 2344739"/>
              <a:gd name="connsiteX183" fmla="*/ 3585978 w 12192001"/>
              <a:gd name="connsiteY183" fmla="*/ 1987966 h 2344739"/>
              <a:gd name="connsiteX184" fmla="*/ 3536135 w 12192001"/>
              <a:gd name="connsiteY184" fmla="*/ 1978267 h 2344739"/>
              <a:gd name="connsiteX185" fmla="*/ 3473223 w 12192001"/>
              <a:gd name="connsiteY185" fmla="*/ 1974606 h 2344739"/>
              <a:gd name="connsiteX186" fmla="*/ 3400728 w 12192001"/>
              <a:gd name="connsiteY186" fmla="*/ 1962558 h 2344739"/>
              <a:gd name="connsiteX187" fmla="*/ 3363888 w 12192001"/>
              <a:gd name="connsiteY187" fmla="*/ 1979510 h 2344739"/>
              <a:gd name="connsiteX188" fmla="*/ 3344026 w 12192001"/>
              <a:gd name="connsiteY188" fmla="*/ 1981192 h 2344739"/>
              <a:gd name="connsiteX189" fmla="*/ 3341698 w 12192001"/>
              <a:gd name="connsiteY189" fmla="*/ 1980217 h 2344739"/>
              <a:gd name="connsiteX190" fmla="*/ 3262356 w 12192001"/>
              <a:gd name="connsiteY190" fmla="*/ 1986094 h 2344739"/>
              <a:gd name="connsiteX191" fmla="*/ 3142556 w 12192001"/>
              <a:gd name="connsiteY191" fmla="*/ 1993869 h 2344739"/>
              <a:gd name="connsiteX192" fmla="*/ 3030291 w 12192001"/>
              <a:gd name="connsiteY192" fmla="*/ 1996512 h 2344739"/>
              <a:gd name="connsiteX193" fmla="*/ 2781569 w 12192001"/>
              <a:gd name="connsiteY193" fmla="*/ 2018333 h 2344739"/>
              <a:gd name="connsiteX194" fmla="*/ 2646527 w 12192001"/>
              <a:gd name="connsiteY194" fmla="*/ 2028869 h 2344739"/>
              <a:gd name="connsiteX195" fmla="*/ 2568028 w 12192001"/>
              <a:gd name="connsiteY195" fmla="*/ 2002628 h 2344739"/>
              <a:gd name="connsiteX196" fmla="*/ 2443255 w 12192001"/>
              <a:gd name="connsiteY196" fmla="*/ 2016529 h 2344739"/>
              <a:gd name="connsiteX197" fmla="*/ 2315112 w 12192001"/>
              <a:gd name="connsiteY197" fmla="*/ 2024996 h 2344739"/>
              <a:gd name="connsiteX198" fmla="*/ 2208578 w 12192001"/>
              <a:gd name="connsiteY198" fmla="*/ 2019763 h 2344739"/>
              <a:gd name="connsiteX199" fmla="*/ 2094665 w 12192001"/>
              <a:gd name="connsiteY199" fmla="*/ 2003052 h 2344739"/>
              <a:gd name="connsiteX200" fmla="*/ 1997356 w 12192001"/>
              <a:gd name="connsiteY200" fmla="*/ 1995032 h 2344739"/>
              <a:gd name="connsiteX201" fmla="*/ 1928172 w 12192001"/>
              <a:gd name="connsiteY201" fmla="*/ 2016977 h 2344739"/>
              <a:gd name="connsiteX202" fmla="*/ 1921650 w 12192001"/>
              <a:gd name="connsiteY202" fmla="*/ 2012146 h 2344739"/>
              <a:gd name="connsiteX203" fmla="*/ 1873080 w 12192001"/>
              <a:gd name="connsiteY203" fmla="*/ 2013741 h 2344739"/>
              <a:gd name="connsiteX204" fmla="*/ 1786655 w 12192001"/>
              <a:gd name="connsiteY204" fmla="*/ 2041363 h 2344739"/>
              <a:gd name="connsiteX205" fmla="*/ 1738204 w 12192001"/>
              <a:gd name="connsiteY205" fmla="*/ 2036312 h 2344739"/>
              <a:gd name="connsiteX206" fmla="*/ 1675071 w 12192001"/>
              <a:gd name="connsiteY206" fmla="*/ 2019963 h 2344739"/>
              <a:gd name="connsiteX207" fmla="*/ 1608669 w 12192001"/>
              <a:gd name="connsiteY207" fmla="*/ 2013066 h 2344739"/>
              <a:gd name="connsiteX208" fmla="*/ 1496110 w 12192001"/>
              <a:gd name="connsiteY208" fmla="*/ 1987476 h 2344739"/>
              <a:gd name="connsiteX209" fmla="*/ 1149979 w 12192001"/>
              <a:gd name="connsiteY209" fmla="*/ 1938041 h 2344739"/>
              <a:gd name="connsiteX210" fmla="*/ 858269 w 12192001"/>
              <a:gd name="connsiteY210" fmla="*/ 1928608 h 2344739"/>
              <a:gd name="connsiteX211" fmla="*/ 837540 w 12192001"/>
              <a:gd name="connsiteY211" fmla="*/ 1929821 h 2344739"/>
              <a:gd name="connsiteX212" fmla="*/ 816809 w 12192001"/>
              <a:gd name="connsiteY212" fmla="*/ 1927857 h 2344739"/>
              <a:gd name="connsiteX213" fmla="*/ 811506 w 12192001"/>
              <a:gd name="connsiteY213" fmla="*/ 1930751 h 2344739"/>
              <a:gd name="connsiteX214" fmla="*/ 797041 w 12192001"/>
              <a:gd name="connsiteY214" fmla="*/ 1930446 h 2344739"/>
              <a:gd name="connsiteX215" fmla="*/ 767901 w 12192001"/>
              <a:gd name="connsiteY215" fmla="*/ 1932653 h 2344739"/>
              <a:gd name="connsiteX216" fmla="*/ 763053 w 12192001"/>
              <a:gd name="connsiteY216" fmla="*/ 1930432 h 2344739"/>
              <a:gd name="connsiteX217" fmla="*/ 720047 w 12192001"/>
              <a:gd name="connsiteY217" fmla="*/ 1929661 h 2344739"/>
              <a:gd name="connsiteX218" fmla="*/ 719742 w 12192001"/>
              <a:gd name="connsiteY218" fmla="*/ 1928399 h 2344739"/>
              <a:gd name="connsiteX219" fmla="*/ 708875 w 12192001"/>
              <a:gd name="connsiteY219" fmla="*/ 1922722 h 2344739"/>
              <a:gd name="connsiteX220" fmla="*/ 596792 w 12192001"/>
              <a:gd name="connsiteY220" fmla="*/ 1879864 h 2344739"/>
              <a:gd name="connsiteX221" fmla="*/ 578535 w 12192001"/>
              <a:gd name="connsiteY221" fmla="*/ 1877212 h 2344739"/>
              <a:gd name="connsiteX222" fmla="*/ 571717 w 12192001"/>
              <a:gd name="connsiteY222" fmla="*/ 1877401 h 2344739"/>
              <a:gd name="connsiteX223" fmla="*/ 445099 w 12192001"/>
              <a:gd name="connsiteY223" fmla="*/ 1839371 h 2344739"/>
              <a:gd name="connsiteX224" fmla="*/ 404015 w 12192001"/>
              <a:gd name="connsiteY224" fmla="*/ 1833548 h 2344739"/>
              <a:gd name="connsiteX225" fmla="*/ 292435 w 12192001"/>
              <a:gd name="connsiteY225" fmla="*/ 1812852 h 2344739"/>
              <a:gd name="connsiteX226" fmla="*/ 118381 w 12192001"/>
              <a:gd name="connsiteY226" fmla="*/ 1761047 h 2344739"/>
              <a:gd name="connsiteX227" fmla="*/ 15526 w 12192001"/>
              <a:gd name="connsiteY227" fmla="*/ 1758191 h 2344739"/>
              <a:gd name="connsiteX228" fmla="*/ 2 w 12192001"/>
              <a:gd name="connsiteY228" fmla="*/ 1752722 h 2344739"/>
              <a:gd name="connsiteX229" fmla="*/ 1 w 12192001"/>
              <a:gd name="connsiteY229" fmla="*/ 762497 h 2344739"/>
              <a:gd name="connsiteX230" fmla="*/ 0 w 12192001"/>
              <a:gd name="connsiteY230" fmla="*/ 762497 h 2344739"/>
              <a:gd name="connsiteX231" fmla="*/ 0 w 12192001"/>
              <a:gd name="connsiteY231" fmla="*/ 222213 h 2344739"/>
              <a:gd name="connsiteX232" fmla="*/ 0 w 12192001"/>
              <a:gd name="connsiteY232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312180 w 12192001"/>
              <a:gd name="connsiteY110" fmla="*/ 2132873 h 2344739"/>
              <a:gd name="connsiteX111" fmla="*/ 7310853 w 12192001"/>
              <a:gd name="connsiteY111" fmla="*/ 2131431 h 2344739"/>
              <a:gd name="connsiteX112" fmla="*/ 7218559 w 12192001"/>
              <a:gd name="connsiteY112" fmla="*/ 2156680 h 2344739"/>
              <a:gd name="connsiteX113" fmla="*/ 7201101 w 12192001"/>
              <a:gd name="connsiteY113" fmla="*/ 2161230 h 2344739"/>
              <a:gd name="connsiteX114" fmla="*/ 7197004 w 12192001"/>
              <a:gd name="connsiteY114" fmla="*/ 2166588 h 2344739"/>
              <a:gd name="connsiteX115" fmla="*/ 7170808 w 12192001"/>
              <a:gd name="connsiteY115" fmla="*/ 2171236 h 2344739"/>
              <a:gd name="connsiteX116" fmla="*/ 7096988 w 12192001"/>
              <a:gd name="connsiteY116" fmla="*/ 2183464 h 2344739"/>
              <a:gd name="connsiteX117" fmla="*/ 7018496 w 12192001"/>
              <a:gd name="connsiteY117" fmla="*/ 2183090 h 2344739"/>
              <a:gd name="connsiteX118" fmla="*/ 6904146 w 12192001"/>
              <a:gd name="connsiteY118" fmla="*/ 2212596 h 2344739"/>
              <a:gd name="connsiteX119" fmla="*/ 6708222 w 12192001"/>
              <a:gd name="connsiteY119" fmla="*/ 2240551 h 2344739"/>
              <a:gd name="connsiteX120" fmla="*/ 6549454 w 12192001"/>
              <a:gd name="connsiteY120" fmla="*/ 2269327 h 2344739"/>
              <a:gd name="connsiteX121" fmla="*/ 6317560 w 12192001"/>
              <a:gd name="connsiteY121" fmla="*/ 2316127 h 2344739"/>
              <a:gd name="connsiteX122" fmla="*/ 6168674 w 12192001"/>
              <a:gd name="connsiteY122" fmla="*/ 2318214 h 2344739"/>
              <a:gd name="connsiteX123" fmla="*/ 6073848 w 12192001"/>
              <a:gd name="connsiteY123" fmla="*/ 2338676 h 2344739"/>
              <a:gd name="connsiteX124" fmla="*/ 6068529 w 12192001"/>
              <a:gd name="connsiteY124" fmla="*/ 2337139 h 2344739"/>
              <a:gd name="connsiteX125" fmla="*/ 6048638 w 12192001"/>
              <a:gd name="connsiteY125" fmla="*/ 2337822 h 2344739"/>
              <a:gd name="connsiteX126" fmla="*/ 6041285 w 12192001"/>
              <a:gd name="connsiteY126" fmla="*/ 2329473 h 2344739"/>
              <a:gd name="connsiteX127" fmla="*/ 6010090 w 12192001"/>
              <a:gd name="connsiteY127" fmla="*/ 2324380 h 2344739"/>
              <a:gd name="connsiteX128" fmla="*/ 5957375 w 12192001"/>
              <a:gd name="connsiteY128" fmla="*/ 2328024 h 2344739"/>
              <a:gd name="connsiteX129" fmla="*/ 5758919 w 12192001"/>
              <a:gd name="connsiteY129" fmla="*/ 2343716 h 2344739"/>
              <a:gd name="connsiteX130" fmla="*/ 5626960 w 12192001"/>
              <a:gd name="connsiteY130" fmla="*/ 2344739 h 2344739"/>
              <a:gd name="connsiteX131" fmla="*/ 5470906 w 12192001"/>
              <a:gd name="connsiteY131" fmla="*/ 2330719 h 2344739"/>
              <a:gd name="connsiteX132" fmla="*/ 5432761 w 12192001"/>
              <a:gd name="connsiteY132" fmla="*/ 2319466 h 2344739"/>
              <a:gd name="connsiteX133" fmla="*/ 5381669 w 12192001"/>
              <a:gd name="connsiteY133" fmla="*/ 2301764 h 2344739"/>
              <a:gd name="connsiteX134" fmla="*/ 5261764 w 12192001"/>
              <a:gd name="connsiteY134" fmla="*/ 2281347 h 2344739"/>
              <a:gd name="connsiteX135" fmla="*/ 5222961 w 12192001"/>
              <a:gd name="connsiteY135" fmla="*/ 2270223 h 2344739"/>
              <a:gd name="connsiteX136" fmla="*/ 5174660 w 12192001"/>
              <a:gd name="connsiteY136" fmla="*/ 2267233 h 2344739"/>
              <a:gd name="connsiteX137" fmla="*/ 5156554 w 12192001"/>
              <a:gd name="connsiteY137" fmla="*/ 2260010 h 2344739"/>
              <a:gd name="connsiteX138" fmla="*/ 5142599 w 12192001"/>
              <a:gd name="connsiteY138" fmla="*/ 2256610 h 2344739"/>
              <a:gd name="connsiteX139" fmla="*/ 5139596 w 12192001"/>
              <a:gd name="connsiteY139" fmla="*/ 2254509 h 2344739"/>
              <a:gd name="connsiteX140" fmla="*/ 5121659 w 12192001"/>
              <a:gd name="connsiteY140" fmla="*/ 2243656 h 2344739"/>
              <a:gd name="connsiteX141" fmla="*/ 5065790 w 12192001"/>
              <a:gd name="connsiteY141" fmla="*/ 2250227 h 2344739"/>
              <a:gd name="connsiteX142" fmla="*/ 5011514 w 12192001"/>
              <a:gd name="connsiteY142" fmla="*/ 2233846 h 2344739"/>
              <a:gd name="connsiteX143" fmla="*/ 4840441 w 12192001"/>
              <a:gd name="connsiteY143" fmla="*/ 2209829 h 2344739"/>
              <a:gd name="connsiteX144" fmla="*/ 4762447 w 12192001"/>
              <a:gd name="connsiteY144" fmla="*/ 2182061 h 2344739"/>
              <a:gd name="connsiteX145" fmla="*/ 4723186 w 12192001"/>
              <a:gd name="connsiteY145" fmla="*/ 2173047 h 2344739"/>
              <a:gd name="connsiteX146" fmla="*/ 4721176 w 12192001"/>
              <a:gd name="connsiteY146" fmla="*/ 2172298 h 2344739"/>
              <a:gd name="connsiteX147" fmla="*/ 4722111 w 12192001"/>
              <a:gd name="connsiteY147" fmla="*/ 2172087 h 2344739"/>
              <a:gd name="connsiteX148" fmla="*/ 4717202 w 12192001"/>
              <a:gd name="connsiteY148" fmla="*/ 2170817 h 2344739"/>
              <a:gd name="connsiteX149" fmla="*/ 4721176 w 12192001"/>
              <a:gd name="connsiteY149" fmla="*/ 2172298 h 2344739"/>
              <a:gd name="connsiteX150" fmla="*/ 4715526 w 12192001"/>
              <a:gd name="connsiteY150" fmla="*/ 2173573 h 2344739"/>
              <a:gd name="connsiteX151" fmla="*/ 4515814 w 12192001"/>
              <a:gd name="connsiteY151" fmla="*/ 2163671 h 2344739"/>
              <a:gd name="connsiteX152" fmla="*/ 4428543 w 12192001"/>
              <a:gd name="connsiteY152" fmla="*/ 2153020 h 2344739"/>
              <a:gd name="connsiteX153" fmla="*/ 4362875 w 12192001"/>
              <a:gd name="connsiteY153" fmla="*/ 2151674 h 2344739"/>
              <a:gd name="connsiteX154" fmla="*/ 4316966 w 12192001"/>
              <a:gd name="connsiteY154" fmla="*/ 2158289 h 2344739"/>
              <a:gd name="connsiteX155" fmla="*/ 4315110 w 12192001"/>
              <a:gd name="connsiteY155" fmla="*/ 2156948 h 2344739"/>
              <a:gd name="connsiteX156" fmla="*/ 4295144 w 12192001"/>
              <a:gd name="connsiteY156" fmla="*/ 2155069 h 2344739"/>
              <a:gd name="connsiteX157" fmla="*/ 4290064 w 12192001"/>
              <a:gd name="connsiteY157" fmla="*/ 2157986 h 2344739"/>
              <a:gd name="connsiteX158" fmla="*/ 4276142 w 12192001"/>
              <a:gd name="connsiteY158" fmla="*/ 2157740 h 2344739"/>
              <a:gd name="connsiteX159" fmla="*/ 4248117 w 12192001"/>
              <a:gd name="connsiteY159" fmla="*/ 2160064 h 2344739"/>
              <a:gd name="connsiteX160" fmla="*/ 4202051 w 12192001"/>
              <a:gd name="connsiteY160" fmla="*/ 2157269 h 2344739"/>
              <a:gd name="connsiteX161" fmla="*/ 4201745 w 12192001"/>
              <a:gd name="connsiteY161" fmla="*/ 2156010 h 2344739"/>
              <a:gd name="connsiteX162" fmla="*/ 4191248 w 12192001"/>
              <a:gd name="connsiteY162" fmla="*/ 2150376 h 2344739"/>
              <a:gd name="connsiteX163" fmla="*/ 4142745 w 12192001"/>
              <a:gd name="connsiteY163" fmla="*/ 2134511 h 2344739"/>
              <a:gd name="connsiteX164" fmla="*/ 4083097 w 12192001"/>
              <a:gd name="connsiteY164" fmla="*/ 2107978 h 2344739"/>
              <a:gd name="connsiteX165" fmla="*/ 4074546 w 12192001"/>
              <a:gd name="connsiteY165" fmla="*/ 2107143 h 2344739"/>
              <a:gd name="connsiteX166" fmla="*/ 4074427 w 12192001"/>
              <a:gd name="connsiteY166" fmla="*/ 2106844 h 2344739"/>
              <a:gd name="connsiteX167" fmla="*/ 4065510 w 12192001"/>
              <a:gd name="connsiteY167" fmla="*/ 2105400 h 2344739"/>
              <a:gd name="connsiteX168" fmla="*/ 4058954 w 12192001"/>
              <a:gd name="connsiteY168" fmla="*/ 2105618 h 2344739"/>
              <a:gd name="connsiteX169" fmla="*/ 4042364 w 12192001"/>
              <a:gd name="connsiteY169" fmla="*/ 2103997 h 2344739"/>
              <a:gd name="connsiteX170" fmla="*/ 4036997 w 12192001"/>
              <a:gd name="connsiteY170" fmla="*/ 2101563 h 2344739"/>
              <a:gd name="connsiteX171" fmla="*/ 4035363 w 12192001"/>
              <a:gd name="connsiteY171" fmla="*/ 2097896 h 2344739"/>
              <a:gd name="connsiteX172" fmla="*/ 4033778 w 12192001"/>
              <a:gd name="connsiteY172" fmla="*/ 2098131 h 2344739"/>
              <a:gd name="connsiteX173" fmla="*/ 4004538 w 12192001"/>
              <a:gd name="connsiteY173" fmla="*/ 2085563 h 2344739"/>
              <a:gd name="connsiteX174" fmla="*/ 3936846 w 12192001"/>
              <a:gd name="connsiteY174" fmla="*/ 2068106 h 2344739"/>
              <a:gd name="connsiteX175" fmla="*/ 3897275 w 12192001"/>
              <a:gd name="connsiteY175" fmla="*/ 2062451 h 2344739"/>
              <a:gd name="connsiteX176" fmla="*/ 3789760 w 12192001"/>
              <a:gd name="connsiteY176" fmla="*/ 2042213 h 2344739"/>
              <a:gd name="connsiteX177" fmla="*/ 3682513 w 12192001"/>
              <a:gd name="connsiteY177" fmla="*/ 2018290 h 2344739"/>
              <a:gd name="connsiteX178" fmla="*/ 3610035 w 12192001"/>
              <a:gd name="connsiteY178" fmla="*/ 1986019 h 2344739"/>
              <a:gd name="connsiteX179" fmla="*/ 3603855 w 12192001"/>
              <a:gd name="connsiteY179" fmla="*/ 1987381 h 2344739"/>
              <a:gd name="connsiteX180" fmla="*/ 3594736 w 12192001"/>
              <a:gd name="connsiteY180" fmla="*/ 1987545 h 2344739"/>
              <a:gd name="connsiteX181" fmla="*/ 3594501 w 12192001"/>
              <a:gd name="connsiteY181" fmla="*/ 1987276 h 2344739"/>
              <a:gd name="connsiteX182" fmla="*/ 3585978 w 12192001"/>
              <a:gd name="connsiteY182" fmla="*/ 1987966 h 2344739"/>
              <a:gd name="connsiteX183" fmla="*/ 3536135 w 12192001"/>
              <a:gd name="connsiteY183" fmla="*/ 1978267 h 2344739"/>
              <a:gd name="connsiteX184" fmla="*/ 3473223 w 12192001"/>
              <a:gd name="connsiteY184" fmla="*/ 1974606 h 2344739"/>
              <a:gd name="connsiteX185" fmla="*/ 3400728 w 12192001"/>
              <a:gd name="connsiteY185" fmla="*/ 1962558 h 2344739"/>
              <a:gd name="connsiteX186" fmla="*/ 3363888 w 12192001"/>
              <a:gd name="connsiteY186" fmla="*/ 1979510 h 2344739"/>
              <a:gd name="connsiteX187" fmla="*/ 3344026 w 12192001"/>
              <a:gd name="connsiteY187" fmla="*/ 1981192 h 2344739"/>
              <a:gd name="connsiteX188" fmla="*/ 3341698 w 12192001"/>
              <a:gd name="connsiteY188" fmla="*/ 1980217 h 2344739"/>
              <a:gd name="connsiteX189" fmla="*/ 3262356 w 12192001"/>
              <a:gd name="connsiteY189" fmla="*/ 1986094 h 2344739"/>
              <a:gd name="connsiteX190" fmla="*/ 3142556 w 12192001"/>
              <a:gd name="connsiteY190" fmla="*/ 1993869 h 2344739"/>
              <a:gd name="connsiteX191" fmla="*/ 3030291 w 12192001"/>
              <a:gd name="connsiteY191" fmla="*/ 1996512 h 2344739"/>
              <a:gd name="connsiteX192" fmla="*/ 2781569 w 12192001"/>
              <a:gd name="connsiteY192" fmla="*/ 2018333 h 2344739"/>
              <a:gd name="connsiteX193" fmla="*/ 2646527 w 12192001"/>
              <a:gd name="connsiteY193" fmla="*/ 2028869 h 2344739"/>
              <a:gd name="connsiteX194" fmla="*/ 2568028 w 12192001"/>
              <a:gd name="connsiteY194" fmla="*/ 2002628 h 2344739"/>
              <a:gd name="connsiteX195" fmla="*/ 2443255 w 12192001"/>
              <a:gd name="connsiteY195" fmla="*/ 2016529 h 2344739"/>
              <a:gd name="connsiteX196" fmla="*/ 2315112 w 12192001"/>
              <a:gd name="connsiteY196" fmla="*/ 2024996 h 2344739"/>
              <a:gd name="connsiteX197" fmla="*/ 2208578 w 12192001"/>
              <a:gd name="connsiteY197" fmla="*/ 2019763 h 2344739"/>
              <a:gd name="connsiteX198" fmla="*/ 2094665 w 12192001"/>
              <a:gd name="connsiteY198" fmla="*/ 2003052 h 2344739"/>
              <a:gd name="connsiteX199" fmla="*/ 1997356 w 12192001"/>
              <a:gd name="connsiteY199" fmla="*/ 1995032 h 2344739"/>
              <a:gd name="connsiteX200" fmla="*/ 1928172 w 12192001"/>
              <a:gd name="connsiteY200" fmla="*/ 2016977 h 2344739"/>
              <a:gd name="connsiteX201" fmla="*/ 1921650 w 12192001"/>
              <a:gd name="connsiteY201" fmla="*/ 2012146 h 2344739"/>
              <a:gd name="connsiteX202" fmla="*/ 1873080 w 12192001"/>
              <a:gd name="connsiteY202" fmla="*/ 2013741 h 2344739"/>
              <a:gd name="connsiteX203" fmla="*/ 1786655 w 12192001"/>
              <a:gd name="connsiteY203" fmla="*/ 2041363 h 2344739"/>
              <a:gd name="connsiteX204" fmla="*/ 1738204 w 12192001"/>
              <a:gd name="connsiteY204" fmla="*/ 2036312 h 2344739"/>
              <a:gd name="connsiteX205" fmla="*/ 1675071 w 12192001"/>
              <a:gd name="connsiteY205" fmla="*/ 2019963 h 2344739"/>
              <a:gd name="connsiteX206" fmla="*/ 1608669 w 12192001"/>
              <a:gd name="connsiteY206" fmla="*/ 2013066 h 2344739"/>
              <a:gd name="connsiteX207" fmla="*/ 1496110 w 12192001"/>
              <a:gd name="connsiteY207" fmla="*/ 1987476 h 2344739"/>
              <a:gd name="connsiteX208" fmla="*/ 1149979 w 12192001"/>
              <a:gd name="connsiteY208" fmla="*/ 1938041 h 2344739"/>
              <a:gd name="connsiteX209" fmla="*/ 858269 w 12192001"/>
              <a:gd name="connsiteY209" fmla="*/ 1928608 h 2344739"/>
              <a:gd name="connsiteX210" fmla="*/ 837540 w 12192001"/>
              <a:gd name="connsiteY210" fmla="*/ 1929821 h 2344739"/>
              <a:gd name="connsiteX211" fmla="*/ 816809 w 12192001"/>
              <a:gd name="connsiteY211" fmla="*/ 1927857 h 2344739"/>
              <a:gd name="connsiteX212" fmla="*/ 811506 w 12192001"/>
              <a:gd name="connsiteY212" fmla="*/ 1930751 h 2344739"/>
              <a:gd name="connsiteX213" fmla="*/ 797041 w 12192001"/>
              <a:gd name="connsiteY213" fmla="*/ 1930446 h 2344739"/>
              <a:gd name="connsiteX214" fmla="*/ 767901 w 12192001"/>
              <a:gd name="connsiteY214" fmla="*/ 1932653 h 2344739"/>
              <a:gd name="connsiteX215" fmla="*/ 763053 w 12192001"/>
              <a:gd name="connsiteY215" fmla="*/ 1930432 h 2344739"/>
              <a:gd name="connsiteX216" fmla="*/ 720047 w 12192001"/>
              <a:gd name="connsiteY216" fmla="*/ 1929661 h 2344739"/>
              <a:gd name="connsiteX217" fmla="*/ 719742 w 12192001"/>
              <a:gd name="connsiteY217" fmla="*/ 1928399 h 2344739"/>
              <a:gd name="connsiteX218" fmla="*/ 708875 w 12192001"/>
              <a:gd name="connsiteY218" fmla="*/ 1922722 h 2344739"/>
              <a:gd name="connsiteX219" fmla="*/ 596792 w 12192001"/>
              <a:gd name="connsiteY219" fmla="*/ 1879864 h 2344739"/>
              <a:gd name="connsiteX220" fmla="*/ 578535 w 12192001"/>
              <a:gd name="connsiteY220" fmla="*/ 1877212 h 2344739"/>
              <a:gd name="connsiteX221" fmla="*/ 571717 w 12192001"/>
              <a:gd name="connsiteY221" fmla="*/ 1877401 h 2344739"/>
              <a:gd name="connsiteX222" fmla="*/ 445099 w 12192001"/>
              <a:gd name="connsiteY222" fmla="*/ 1839371 h 2344739"/>
              <a:gd name="connsiteX223" fmla="*/ 404015 w 12192001"/>
              <a:gd name="connsiteY223" fmla="*/ 1833548 h 2344739"/>
              <a:gd name="connsiteX224" fmla="*/ 292435 w 12192001"/>
              <a:gd name="connsiteY224" fmla="*/ 1812852 h 2344739"/>
              <a:gd name="connsiteX225" fmla="*/ 118381 w 12192001"/>
              <a:gd name="connsiteY225" fmla="*/ 1761047 h 2344739"/>
              <a:gd name="connsiteX226" fmla="*/ 15526 w 12192001"/>
              <a:gd name="connsiteY226" fmla="*/ 1758191 h 2344739"/>
              <a:gd name="connsiteX227" fmla="*/ 2 w 12192001"/>
              <a:gd name="connsiteY227" fmla="*/ 1752722 h 2344739"/>
              <a:gd name="connsiteX228" fmla="*/ 1 w 12192001"/>
              <a:gd name="connsiteY228" fmla="*/ 762497 h 2344739"/>
              <a:gd name="connsiteX229" fmla="*/ 0 w 12192001"/>
              <a:gd name="connsiteY229" fmla="*/ 762497 h 2344739"/>
              <a:gd name="connsiteX230" fmla="*/ 0 w 12192001"/>
              <a:gd name="connsiteY230" fmla="*/ 222213 h 2344739"/>
              <a:gd name="connsiteX231" fmla="*/ 0 w 12192001"/>
              <a:gd name="connsiteY231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312180 w 12192001"/>
              <a:gd name="connsiteY110" fmla="*/ 2132873 h 2344739"/>
              <a:gd name="connsiteX111" fmla="*/ 7218559 w 12192001"/>
              <a:gd name="connsiteY111" fmla="*/ 2156680 h 2344739"/>
              <a:gd name="connsiteX112" fmla="*/ 7201101 w 12192001"/>
              <a:gd name="connsiteY112" fmla="*/ 2161230 h 2344739"/>
              <a:gd name="connsiteX113" fmla="*/ 7197004 w 12192001"/>
              <a:gd name="connsiteY113" fmla="*/ 2166588 h 2344739"/>
              <a:gd name="connsiteX114" fmla="*/ 7170808 w 12192001"/>
              <a:gd name="connsiteY114" fmla="*/ 2171236 h 2344739"/>
              <a:gd name="connsiteX115" fmla="*/ 7096988 w 12192001"/>
              <a:gd name="connsiteY115" fmla="*/ 2183464 h 2344739"/>
              <a:gd name="connsiteX116" fmla="*/ 7018496 w 12192001"/>
              <a:gd name="connsiteY116" fmla="*/ 2183090 h 2344739"/>
              <a:gd name="connsiteX117" fmla="*/ 6904146 w 12192001"/>
              <a:gd name="connsiteY117" fmla="*/ 2212596 h 2344739"/>
              <a:gd name="connsiteX118" fmla="*/ 6708222 w 12192001"/>
              <a:gd name="connsiteY118" fmla="*/ 2240551 h 2344739"/>
              <a:gd name="connsiteX119" fmla="*/ 6549454 w 12192001"/>
              <a:gd name="connsiteY119" fmla="*/ 2269327 h 2344739"/>
              <a:gd name="connsiteX120" fmla="*/ 6317560 w 12192001"/>
              <a:gd name="connsiteY120" fmla="*/ 2316127 h 2344739"/>
              <a:gd name="connsiteX121" fmla="*/ 6168674 w 12192001"/>
              <a:gd name="connsiteY121" fmla="*/ 2318214 h 2344739"/>
              <a:gd name="connsiteX122" fmla="*/ 6073848 w 12192001"/>
              <a:gd name="connsiteY122" fmla="*/ 2338676 h 2344739"/>
              <a:gd name="connsiteX123" fmla="*/ 6068529 w 12192001"/>
              <a:gd name="connsiteY123" fmla="*/ 2337139 h 2344739"/>
              <a:gd name="connsiteX124" fmla="*/ 6048638 w 12192001"/>
              <a:gd name="connsiteY124" fmla="*/ 2337822 h 2344739"/>
              <a:gd name="connsiteX125" fmla="*/ 6041285 w 12192001"/>
              <a:gd name="connsiteY125" fmla="*/ 2329473 h 2344739"/>
              <a:gd name="connsiteX126" fmla="*/ 6010090 w 12192001"/>
              <a:gd name="connsiteY126" fmla="*/ 2324380 h 2344739"/>
              <a:gd name="connsiteX127" fmla="*/ 5957375 w 12192001"/>
              <a:gd name="connsiteY127" fmla="*/ 2328024 h 2344739"/>
              <a:gd name="connsiteX128" fmla="*/ 5758919 w 12192001"/>
              <a:gd name="connsiteY128" fmla="*/ 2343716 h 2344739"/>
              <a:gd name="connsiteX129" fmla="*/ 5626960 w 12192001"/>
              <a:gd name="connsiteY129" fmla="*/ 2344739 h 2344739"/>
              <a:gd name="connsiteX130" fmla="*/ 5470906 w 12192001"/>
              <a:gd name="connsiteY130" fmla="*/ 2330719 h 2344739"/>
              <a:gd name="connsiteX131" fmla="*/ 5432761 w 12192001"/>
              <a:gd name="connsiteY131" fmla="*/ 2319466 h 2344739"/>
              <a:gd name="connsiteX132" fmla="*/ 5381669 w 12192001"/>
              <a:gd name="connsiteY132" fmla="*/ 2301764 h 2344739"/>
              <a:gd name="connsiteX133" fmla="*/ 5261764 w 12192001"/>
              <a:gd name="connsiteY133" fmla="*/ 2281347 h 2344739"/>
              <a:gd name="connsiteX134" fmla="*/ 5222961 w 12192001"/>
              <a:gd name="connsiteY134" fmla="*/ 2270223 h 2344739"/>
              <a:gd name="connsiteX135" fmla="*/ 5174660 w 12192001"/>
              <a:gd name="connsiteY135" fmla="*/ 2267233 h 2344739"/>
              <a:gd name="connsiteX136" fmla="*/ 5156554 w 12192001"/>
              <a:gd name="connsiteY136" fmla="*/ 2260010 h 2344739"/>
              <a:gd name="connsiteX137" fmla="*/ 5142599 w 12192001"/>
              <a:gd name="connsiteY137" fmla="*/ 2256610 h 2344739"/>
              <a:gd name="connsiteX138" fmla="*/ 5139596 w 12192001"/>
              <a:gd name="connsiteY138" fmla="*/ 2254509 h 2344739"/>
              <a:gd name="connsiteX139" fmla="*/ 5121659 w 12192001"/>
              <a:gd name="connsiteY139" fmla="*/ 2243656 h 2344739"/>
              <a:gd name="connsiteX140" fmla="*/ 5065790 w 12192001"/>
              <a:gd name="connsiteY140" fmla="*/ 2250227 h 2344739"/>
              <a:gd name="connsiteX141" fmla="*/ 5011514 w 12192001"/>
              <a:gd name="connsiteY141" fmla="*/ 2233846 h 2344739"/>
              <a:gd name="connsiteX142" fmla="*/ 4840441 w 12192001"/>
              <a:gd name="connsiteY142" fmla="*/ 2209829 h 2344739"/>
              <a:gd name="connsiteX143" fmla="*/ 4762447 w 12192001"/>
              <a:gd name="connsiteY143" fmla="*/ 2182061 h 2344739"/>
              <a:gd name="connsiteX144" fmla="*/ 4723186 w 12192001"/>
              <a:gd name="connsiteY144" fmla="*/ 2173047 h 2344739"/>
              <a:gd name="connsiteX145" fmla="*/ 4721176 w 12192001"/>
              <a:gd name="connsiteY145" fmla="*/ 2172298 h 2344739"/>
              <a:gd name="connsiteX146" fmla="*/ 4722111 w 12192001"/>
              <a:gd name="connsiteY146" fmla="*/ 2172087 h 2344739"/>
              <a:gd name="connsiteX147" fmla="*/ 4717202 w 12192001"/>
              <a:gd name="connsiteY147" fmla="*/ 2170817 h 2344739"/>
              <a:gd name="connsiteX148" fmla="*/ 4721176 w 12192001"/>
              <a:gd name="connsiteY148" fmla="*/ 2172298 h 2344739"/>
              <a:gd name="connsiteX149" fmla="*/ 4715526 w 12192001"/>
              <a:gd name="connsiteY149" fmla="*/ 2173573 h 2344739"/>
              <a:gd name="connsiteX150" fmla="*/ 4515814 w 12192001"/>
              <a:gd name="connsiteY150" fmla="*/ 2163671 h 2344739"/>
              <a:gd name="connsiteX151" fmla="*/ 4428543 w 12192001"/>
              <a:gd name="connsiteY151" fmla="*/ 2153020 h 2344739"/>
              <a:gd name="connsiteX152" fmla="*/ 4362875 w 12192001"/>
              <a:gd name="connsiteY152" fmla="*/ 2151674 h 2344739"/>
              <a:gd name="connsiteX153" fmla="*/ 4316966 w 12192001"/>
              <a:gd name="connsiteY153" fmla="*/ 2158289 h 2344739"/>
              <a:gd name="connsiteX154" fmla="*/ 4315110 w 12192001"/>
              <a:gd name="connsiteY154" fmla="*/ 2156948 h 2344739"/>
              <a:gd name="connsiteX155" fmla="*/ 4295144 w 12192001"/>
              <a:gd name="connsiteY155" fmla="*/ 2155069 h 2344739"/>
              <a:gd name="connsiteX156" fmla="*/ 4290064 w 12192001"/>
              <a:gd name="connsiteY156" fmla="*/ 2157986 h 2344739"/>
              <a:gd name="connsiteX157" fmla="*/ 4276142 w 12192001"/>
              <a:gd name="connsiteY157" fmla="*/ 2157740 h 2344739"/>
              <a:gd name="connsiteX158" fmla="*/ 4248117 w 12192001"/>
              <a:gd name="connsiteY158" fmla="*/ 2160064 h 2344739"/>
              <a:gd name="connsiteX159" fmla="*/ 4202051 w 12192001"/>
              <a:gd name="connsiteY159" fmla="*/ 2157269 h 2344739"/>
              <a:gd name="connsiteX160" fmla="*/ 4201745 w 12192001"/>
              <a:gd name="connsiteY160" fmla="*/ 2156010 h 2344739"/>
              <a:gd name="connsiteX161" fmla="*/ 4191248 w 12192001"/>
              <a:gd name="connsiteY161" fmla="*/ 2150376 h 2344739"/>
              <a:gd name="connsiteX162" fmla="*/ 4142745 w 12192001"/>
              <a:gd name="connsiteY162" fmla="*/ 2134511 h 2344739"/>
              <a:gd name="connsiteX163" fmla="*/ 4083097 w 12192001"/>
              <a:gd name="connsiteY163" fmla="*/ 2107978 h 2344739"/>
              <a:gd name="connsiteX164" fmla="*/ 4074546 w 12192001"/>
              <a:gd name="connsiteY164" fmla="*/ 2107143 h 2344739"/>
              <a:gd name="connsiteX165" fmla="*/ 4074427 w 12192001"/>
              <a:gd name="connsiteY165" fmla="*/ 2106844 h 2344739"/>
              <a:gd name="connsiteX166" fmla="*/ 4065510 w 12192001"/>
              <a:gd name="connsiteY166" fmla="*/ 2105400 h 2344739"/>
              <a:gd name="connsiteX167" fmla="*/ 4058954 w 12192001"/>
              <a:gd name="connsiteY167" fmla="*/ 2105618 h 2344739"/>
              <a:gd name="connsiteX168" fmla="*/ 4042364 w 12192001"/>
              <a:gd name="connsiteY168" fmla="*/ 2103997 h 2344739"/>
              <a:gd name="connsiteX169" fmla="*/ 4036997 w 12192001"/>
              <a:gd name="connsiteY169" fmla="*/ 2101563 h 2344739"/>
              <a:gd name="connsiteX170" fmla="*/ 4035363 w 12192001"/>
              <a:gd name="connsiteY170" fmla="*/ 2097896 h 2344739"/>
              <a:gd name="connsiteX171" fmla="*/ 4033778 w 12192001"/>
              <a:gd name="connsiteY171" fmla="*/ 2098131 h 2344739"/>
              <a:gd name="connsiteX172" fmla="*/ 4004538 w 12192001"/>
              <a:gd name="connsiteY172" fmla="*/ 2085563 h 2344739"/>
              <a:gd name="connsiteX173" fmla="*/ 3936846 w 12192001"/>
              <a:gd name="connsiteY173" fmla="*/ 2068106 h 2344739"/>
              <a:gd name="connsiteX174" fmla="*/ 3897275 w 12192001"/>
              <a:gd name="connsiteY174" fmla="*/ 2062451 h 2344739"/>
              <a:gd name="connsiteX175" fmla="*/ 3789760 w 12192001"/>
              <a:gd name="connsiteY175" fmla="*/ 2042213 h 2344739"/>
              <a:gd name="connsiteX176" fmla="*/ 3682513 w 12192001"/>
              <a:gd name="connsiteY176" fmla="*/ 2018290 h 2344739"/>
              <a:gd name="connsiteX177" fmla="*/ 3610035 w 12192001"/>
              <a:gd name="connsiteY177" fmla="*/ 1986019 h 2344739"/>
              <a:gd name="connsiteX178" fmla="*/ 3603855 w 12192001"/>
              <a:gd name="connsiteY178" fmla="*/ 1987381 h 2344739"/>
              <a:gd name="connsiteX179" fmla="*/ 3594736 w 12192001"/>
              <a:gd name="connsiteY179" fmla="*/ 1987545 h 2344739"/>
              <a:gd name="connsiteX180" fmla="*/ 3594501 w 12192001"/>
              <a:gd name="connsiteY180" fmla="*/ 1987276 h 2344739"/>
              <a:gd name="connsiteX181" fmla="*/ 3585978 w 12192001"/>
              <a:gd name="connsiteY181" fmla="*/ 1987966 h 2344739"/>
              <a:gd name="connsiteX182" fmla="*/ 3536135 w 12192001"/>
              <a:gd name="connsiteY182" fmla="*/ 1978267 h 2344739"/>
              <a:gd name="connsiteX183" fmla="*/ 3473223 w 12192001"/>
              <a:gd name="connsiteY183" fmla="*/ 1974606 h 2344739"/>
              <a:gd name="connsiteX184" fmla="*/ 3400728 w 12192001"/>
              <a:gd name="connsiteY184" fmla="*/ 1962558 h 2344739"/>
              <a:gd name="connsiteX185" fmla="*/ 3363888 w 12192001"/>
              <a:gd name="connsiteY185" fmla="*/ 1979510 h 2344739"/>
              <a:gd name="connsiteX186" fmla="*/ 3344026 w 12192001"/>
              <a:gd name="connsiteY186" fmla="*/ 1981192 h 2344739"/>
              <a:gd name="connsiteX187" fmla="*/ 3341698 w 12192001"/>
              <a:gd name="connsiteY187" fmla="*/ 1980217 h 2344739"/>
              <a:gd name="connsiteX188" fmla="*/ 3262356 w 12192001"/>
              <a:gd name="connsiteY188" fmla="*/ 1986094 h 2344739"/>
              <a:gd name="connsiteX189" fmla="*/ 3142556 w 12192001"/>
              <a:gd name="connsiteY189" fmla="*/ 1993869 h 2344739"/>
              <a:gd name="connsiteX190" fmla="*/ 3030291 w 12192001"/>
              <a:gd name="connsiteY190" fmla="*/ 1996512 h 2344739"/>
              <a:gd name="connsiteX191" fmla="*/ 2781569 w 12192001"/>
              <a:gd name="connsiteY191" fmla="*/ 2018333 h 2344739"/>
              <a:gd name="connsiteX192" fmla="*/ 2646527 w 12192001"/>
              <a:gd name="connsiteY192" fmla="*/ 2028869 h 2344739"/>
              <a:gd name="connsiteX193" fmla="*/ 2568028 w 12192001"/>
              <a:gd name="connsiteY193" fmla="*/ 2002628 h 2344739"/>
              <a:gd name="connsiteX194" fmla="*/ 2443255 w 12192001"/>
              <a:gd name="connsiteY194" fmla="*/ 2016529 h 2344739"/>
              <a:gd name="connsiteX195" fmla="*/ 2315112 w 12192001"/>
              <a:gd name="connsiteY195" fmla="*/ 2024996 h 2344739"/>
              <a:gd name="connsiteX196" fmla="*/ 2208578 w 12192001"/>
              <a:gd name="connsiteY196" fmla="*/ 2019763 h 2344739"/>
              <a:gd name="connsiteX197" fmla="*/ 2094665 w 12192001"/>
              <a:gd name="connsiteY197" fmla="*/ 2003052 h 2344739"/>
              <a:gd name="connsiteX198" fmla="*/ 1997356 w 12192001"/>
              <a:gd name="connsiteY198" fmla="*/ 1995032 h 2344739"/>
              <a:gd name="connsiteX199" fmla="*/ 1928172 w 12192001"/>
              <a:gd name="connsiteY199" fmla="*/ 2016977 h 2344739"/>
              <a:gd name="connsiteX200" fmla="*/ 1921650 w 12192001"/>
              <a:gd name="connsiteY200" fmla="*/ 2012146 h 2344739"/>
              <a:gd name="connsiteX201" fmla="*/ 1873080 w 12192001"/>
              <a:gd name="connsiteY201" fmla="*/ 2013741 h 2344739"/>
              <a:gd name="connsiteX202" fmla="*/ 1786655 w 12192001"/>
              <a:gd name="connsiteY202" fmla="*/ 2041363 h 2344739"/>
              <a:gd name="connsiteX203" fmla="*/ 1738204 w 12192001"/>
              <a:gd name="connsiteY203" fmla="*/ 2036312 h 2344739"/>
              <a:gd name="connsiteX204" fmla="*/ 1675071 w 12192001"/>
              <a:gd name="connsiteY204" fmla="*/ 2019963 h 2344739"/>
              <a:gd name="connsiteX205" fmla="*/ 1608669 w 12192001"/>
              <a:gd name="connsiteY205" fmla="*/ 2013066 h 2344739"/>
              <a:gd name="connsiteX206" fmla="*/ 1496110 w 12192001"/>
              <a:gd name="connsiteY206" fmla="*/ 1987476 h 2344739"/>
              <a:gd name="connsiteX207" fmla="*/ 1149979 w 12192001"/>
              <a:gd name="connsiteY207" fmla="*/ 1938041 h 2344739"/>
              <a:gd name="connsiteX208" fmla="*/ 858269 w 12192001"/>
              <a:gd name="connsiteY208" fmla="*/ 1928608 h 2344739"/>
              <a:gd name="connsiteX209" fmla="*/ 837540 w 12192001"/>
              <a:gd name="connsiteY209" fmla="*/ 1929821 h 2344739"/>
              <a:gd name="connsiteX210" fmla="*/ 816809 w 12192001"/>
              <a:gd name="connsiteY210" fmla="*/ 1927857 h 2344739"/>
              <a:gd name="connsiteX211" fmla="*/ 811506 w 12192001"/>
              <a:gd name="connsiteY211" fmla="*/ 1930751 h 2344739"/>
              <a:gd name="connsiteX212" fmla="*/ 797041 w 12192001"/>
              <a:gd name="connsiteY212" fmla="*/ 1930446 h 2344739"/>
              <a:gd name="connsiteX213" fmla="*/ 767901 w 12192001"/>
              <a:gd name="connsiteY213" fmla="*/ 1932653 h 2344739"/>
              <a:gd name="connsiteX214" fmla="*/ 763053 w 12192001"/>
              <a:gd name="connsiteY214" fmla="*/ 1930432 h 2344739"/>
              <a:gd name="connsiteX215" fmla="*/ 720047 w 12192001"/>
              <a:gd name="connsiteY215" fmla="*/ 1929661 h 2344739"/>
              <a:gd name="connsiteX216" fmla="*/ 719742 w 12192001"/>
              <a:gd name="connsiteY216" fmla="*/ 1928399 h 2344739"/>
              <a:gd name="connsiteX217" fmla="*/ 708875 w 12192001"/>
              <a:gd name="connsiteY217" fmla="*/ 1922722 h 2344739"/>
              <a:gd name="connsiteX218" fmla="*/ 596792 w 12192001"/>
              <a:gd name="connsiteY218" fmla="*/ 1879864 h 2344739"/>
              <a:gd name="connsiteX219" fmla="*/ 578535 w 12192001"/>
              <a:gd name="connsiteY219" fmla="*/ 1877212 h 2344739"/>
              <a:gd name="connsiteX220" fmla="*/ 571717 w 12192001"/>
              <a:gd name="connsiteY220" fmla="*/ 1877401 h 2344739"/>
              <a:gd name="connsiteX221" fmla="*/ 445099 w 12192001"/>
              <a:gd name="connsiteY221" fmla="*/ 1839371 h 2344739"/>
              <a:gd name="connsiteX222" fmla="*/ 404015 w 12192001"/>
              <a:gd name="connsiteY222" fmla="*/ 1833548 h 2344739"/>
              <a:gd name="connsiteX223" fmla="*/ 292435 w 12192001"/>
              <a:gd name="connsiteY223" fmla="*/ 1812852 h 2344739"/>
              <a:gd name="connsiteX224" fmla="*/ 118381 w 12192001"/>
              <a:gd name="connsiteY224" fmla="*/ 1761047 h 2344739"/>
              <a:gd name="connsiteX225" fmla="*/ 15526 w 12192001"/>
              <a:gd name="connsiteY225" fmla="*/ 1758191 h 2344739"/>
              <a:gd name="connsiteX226" fmla="*/ 2 w 12192001"/>
              <a:gd name="connsiteY226" fmla="*/ 1752722 h 2344739"/>
              <a:gd name="connsiteX227" fmla="*/ 1 w 12192001"/>
              <a:gd name="connsiteY227" fmla="*/ 762497 h 2344739"/>
              <a:gd name="connsiteX228" fmla="*/ 0 w 12192001"/>
              <a:gd name="connsiteY228" fmla="*/ 762497 h 2344739"/>
              <a:gd name="connsiteX229" fmla="*/ 0 w 12192001"/>
              <a:gd name="connsiteY229" fmla="*/ 222213 h 2344739"/>
              <a:gd name="connsiteX230" fmla="*/ 0 w 12192001"/>
              <a:gd name="connsiteY230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22499 w 12192001"/>
              <a:gd name="connsiteY25" fmla="*/ 999965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97041 w 12192001"/>
              <a:gd name="connsiteY211" fmla="*/ 1930446 h 2344739"/>
              <a:gd name="connsiteX212" fmla="*/ 767901 w 12192001"/>
              <a:gd name="connsiteY212" fmla="*/ 1932653 h 2344739"/>
              <a:gd name="connsiteX213" fmla="*/ 763053 w 12192001"/>
              <a:gd name="connsiteY213" fmla="*/ 1930432 h 2344739"/>
              <a:gd name="connsiteX214" fmla="*/ 720047 w 12192001"/>
              <a:gd name="connsiteY214" fmla="*/ 1929661 h 2344739"/>
              <a:gd name="connsiteX215" fmla="*/ 719742 w 12192001"/>
              <a:gd name="connsiteY215" fmla="*/ 1928399 h 2344739"/>
              <a:gd name="connsiteX216" fmla="*/ 708875 w 12192001"/>
              <a:gd name="connsiteY216" fmla="*/ 1922722 h 2344739"/>
              <a:gd name="connsiteX217" fmla="*/ 596792 w 12192001"/>
              <a:gd name="connsiteY217" fmla="*/ 1879864 h 2344739"/>
              <a:gd name="connsiteX218" fmla="*/ 578535 w 12192001"/>
              <a:gd name="connsiteY218" fmla="*/ 1877212 h 2344739"/>
              <a:gd name="connsiteX219" fmla="*/ 571717 w 12192001"/>
              <a:gd name="connsiteY219" fmla="*/ 1877401 h 2344739"/>
              <a:gd name="connsiteX220" fmla="*/ 445099 w 12192001"/>
              <a:gd name="connsiteY220" fmla="*/ 1839371 h 2344739"/>
              <a:gd name="connsiteX221" fmla="*/ 404015 w 12192001"/>
              <a:gd name="connsiteY221" fmla="*/ 1833548 h 2344739"/>
              <a:gd name="connsiteX222" fmla="*/ 292435 w 12192001"/>
              <a:gd name="connsiteY222" fmla="*/ 1812852 h 2344739"/>
              <a:gd name="connsiteX223" fmla="*/ 118381 w 12192001"/>
              <a:gd name="connsiteY223" fmla="*/ 1761047 h 2344739"/>
              <a:gd name="connsiteX224" fmla="*/ 15526 w 12192001"/>
              <a:gd name="connsiteY224" fmla="*/ 1758191 h 2344739"/>
              <a:gd name="connsiteX225" fmla="*/ 2 w 12192001"/>
              <a:gd name="connsiteY225" fmla="*/ 1752722 h 2344739"/>
              <a:gd name="connsiteX226" fmla="*/ 1 w 12192001"/>
              <a:gd name="connsiteY226" fmla="*/ 762497 h 2344739"/>
              <a:gd name="connsiteX227" fmla="*/ 0 w 12192001"/>
              <a:gd name="connsiteY227" fmla="*/ 762497 h 2344739"/>
              <a:gd name="connsiteX228" fmla="*/ 0 w 12192001"/>
              <a:gd name="connsiteY228" fmla="*/ 222213 h 2344739"/>
              <a:gd name="connsiteX229" fmla="*/ 0 w 12192001"/>
              <a:gd name="connsiteY229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97041 w 12192001"/>
              <a:gd name="connsiteY211" fmla="*/ 1930446 h 2344739"/>
              <a:gd name="connsiteX212" fmla="*/ 767901 w 12192001"/>
              <a:gd name="connsiteY212" fmla="*/ 1932653 h 2344739"/>
              <a:gd name="connsiteX213" fmla="*/ 763053 w 12192001"/>
              <a:gd name="connsiteY213" fmla="*/ 1930432 h 2344739"/>
              <a:gd name="connsiteX214" fmla="*/ 720047 w 12192001"/>
              <a:gd name="connsiteY214" fmla="*/ 1929661 h 2344739"/>
              <a:gd name="connsiteX215" fmla="*/ 719742 w 12192001"/>
              <a:gd name="connsiteY215" fmla="*/ 1928399 h 2344739"/>
              <a:gd name="connsiteX216" fmla="*/ 708875 w 12192001"/>
              <a:gd name="connsiteY216" fmla="*/ 1922722 h 2344739"/>
              <a:gd name="connsiteX217" fmla="*/ 596792 w 12192001"/>
              <a:gd name="connsiteY217" fmla="*/ 1879864 h 2344739"/>
              <a:gd name="connsiteX218" fmla="*/ 578535 w 12192001"/>
              <a:gd name="connsiteY218" fmla="*/ 1877212 h 2344739"/>
              <a:gd name="connsiteX219" fmla="*/ 571717 w 12192001"/>
              <a:gd name="connsiteY219" fmla="*/ 1877401 h 2344739"/>
              <a:gd name="connsiteX220" fmla="*/ 445099 w 12192001"/>
              <a:gd name="connsiteY220" fmla="*/ 1839371 h 2344739"/>
              <a:gd name="connsiteX221" fmla="*/ 404015 w 12192001"/>
              <a:gd name="connsiteY221" fmla="*/ 1833548 h 2344739"/>
              <a:gd name="connsiteX222" fmla="*/ 292435 w 12192001"/>
              <a:gd name="connsiteY222" fmla="*/ 1812852 h 2344739"/>
              <a:gd name="connsiteX223" fmla="*/ 118381 w 12192001"/>
              <a:gd name="connsiteY223" fmla="*/ 1761047 h 2344739"/>
              <a:gd name="connsiteX224" fmla="*/ 15526 w 12192001"/>
              <a:gd name="connsiteY224" fmla="*/ 1758191 h 2344739"/>
              <a:gd name="connsiteX225" fmla="*/ 2 w 12192001"/>
              <a:gd name="connsiteY225" fmla="*/ 1752722 h 2344739"/>
              <a:gd name="connsiteX226" fmla="*/ 1 w 12192001"/>
              <a:gd name="connsiteY226" fmla="*/ 762497 h 2344739"/>
              <a:gd name="connsiteX227" fmla="*/ 0 w 12192001"/>
              <a:gd name="connsiteY227" fmla="*/ 762497 h 2344739"/>
              <a:gd name="connsiteX228" fmla="*/ 0 w 12192001"/>
              <a:gd name="connsiteY228" fmla="*/ 222213 h 2344739"/>
              <a:gd name="connsiteX229" fmla="*/ 0 w 12192001"/>
              <a:gd name="connsiteY229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97041 w 12192001"/>
              <a:gd name="connsiteY211" fmla="*/ 1930446 h 2344739"/>
              <a:gd name="connsiteX212" fmla="*/ 767901 w 12192001"/>
              <a:gd name="connsiteY212" fmla="*/ 1932653 h 2344739"/>
              <a:gd name="connsiteX213" fmla="*/ 763053 w 12192001"/>
              <a:gd name="connsiteY213" fmla="*/ 1930432 h 2344739"/>
              <a:gd name="connsiteX214" fmla="*/ 720047 w 12192001"/>
              <a:gd name="connsiteY214" fmla="*/ 1929661 h 2344739"/>
              <a:gd name="connsiteX215" fmla="*/ 719742 w 12192001"/>
              <a:gd name="connsiteY215" fmla="*/ 1928399 h 2344739"/>
              <a:gd name="connsiteX216" fmla="*/ 708875 w 12192001"/>
              <a:gd name="connsiteY216" fmla="*/ 1922722 h 2344739"/>
              <a:gd name="connsiteX217" fmla="*/ 596792 w 12192001"/>
              <a:gd name="connsiteY217" fmla="*/ 1879864 h 2344739"/>
              <a:gd name="connsiteX218" fmla="*/ 578535 w 12192001"/>
              <a:gd name="connsiteY218" fmla="*/ 1877212 h 2344739"/>
              <a:gd name="connsiteX219" fmla="*/ 571717 w 12192001"/>
              <a:gd name="connsiteY219" fmla="*/ 1877401 h 2344739"/>
              <a:gd name="connsiteX220" fmla="*/ 445099 w 12192001"/>
              <a:gd name="connsiteY220" fmla="*/ 1839371 h 2344739"/>
              <a:gd name="connsiteX221" fmla="*/ 404015 w 12192001"/>
              <a:gd name="connsiteY221" fmla="*/ 1833548 h 2344739"/>
              <a:gd name="connsiteX222" fmla="*/ 292435 w 12192001"/>
              <a:gd name="connsiteY222" fmla="*/ 1812852 h 2344739"/>
              <a:gd name="connsiteX223" fmla="*/ 118381 w 12192001"/>
              <a:gd name="connsiteY223" fmla="*/ 1761047 h 2344739"/>
              <a:gd name="connsiteX224" fmla="*/ 15526 w 12192001"/>
              <a:gd name="connsiteY224" fmla="*/ 1758191 h 2344739"/>
              <a:gd name="connsiteX225" fmla="*/ 2 w 12192001"/>
              <a:gd name="connsiteY225" fmla="*/ 1752722 h 2344739"/>
              <a:gd name="connsiteX226" fmla="*/ 1 w 12192001"/>
              <a:gd name="connsiteY226" fmla="*/ 762497 h 2344739"/>
              <a:gd name="connsiteX227" fmla="*/ 0 w 12192001"/>
              <a:gd name="connsiteY227" fmla="*/ 762497 h 2344739"/>
              <a:gd name="connsiteX228" fmla="*/ 0 w 12192001"/>
              <a:gd name="connsiteY228" fmla="*/ 222213 h 2344739"/>
              <a:gd name="connsiteX229" fmla="*/ 0 w 12192001"/>
              <a:gd name="connsiteY229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97041 w 12192001"/>
              <a:gd name="connsiteY211" fmla="*/ 1930446 h 2344739"/>
              <a:gd name="connsiteX212" fmla="*/ 767901 w 12192001"/>
              <a:gd name="connsiteY212" fmla="*/ 1932653 h 2344739"/>
              <a:gd name="connsiteX213" fmla="*/ 720047 w 12192001"/>
              <a:gd name="connsiteY213" fmla="*/ 1929661 h 2344739"/>
              <a:gd name="connsiteX214" fmla="*/ 719742 w 12192001"/>
              <a:gd name="connsiteY214" fmla="*/ 1928399 h 2344739"/>
              <a:gd name="connsiteX215" fmla="*/ 708875 w 12192001"/>
              <a:gd name="connsiteY215" fmla="*/ 1922722 h 2344739"/>
              <a:gd name="connsiteX216" fmla="*/ 596792 w 12192001"/>
              <a:gd name="connsiteY216" fmla="*/ 1879864 h 2344739"/>
              <a:gd name="connsiteX217" fmla="*/ 578535 w 12192001"/>
              <a:gd name="connsiteY217" fmla="*/ 1877212 h 2344739"/>
              <a:gd name="connsiteX218" fmla="*/ 571717 w 12192001"/>
              <a:gd name="connsiteY218" fmla="*/ 1877401 h 2344739"/>
              <a:gd name="connsiteX219" fmla="*/ 445099 w 12192001"/>
              <a:gd name="connsiteY219" fmla="*/ 1839371 h 2344739"/>
              <a:gd name="connsiteX220" fmla="*/ 404015 w 12192001"/>
              <a:gd name="connsiteY220" fmla="*/ 1833548 h 2344739"/>
              <a:gd name="connsiteX221" fmla="*/ 292435 w 12192001"/>
              <a:gd name="connsiteY221" fmla="*/ 1812852 h 2344739"/>
              <a:gd name="connsiteX222" fmla="*/ 118381 w 12192001"/>
              <a:gd name="connsiteY222" fmla="*/ 1761047 h 2344739"/>
              <a:gd name="connsiteX223" fmla="*/ 15526 w 12192001"/>
              <a:gd name="connsiteY223" fmla="*/ 1758191 h 2344739"/>
              <a:gd name="connsiteX224" fmla="*/ 2 w 12192001"/>
              <a:gd name="connsiteY224" fmla="*/ 1752722 h 2344739"/>
              <a:gd name="connsiteX225" fmla="*/ 1 w 12192001"/>
              <a:gd name="connsiteY225" fmla="*/ 762497 h 2344739"/>
              <a:gd name="connsiteX226" fmla="*/ 0 w 12192001"/>
              <a:gd name="connsiteY226" fmla="*/ 762497 h 2344739"/>
              <a:gd name="connsiteX227" fmla="*/ 0 w 12192001"/>
              <a:gd name="connsiteY227" fmla="*/ 222213 h 2344739"/>
              <a:gd name="connsiteX228" fmla="*/ 0 w 12192001"/>
              <a:gd name="connsiteY228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67901 w 12192001"/>
              <a:gd name="connsiteY211" fmla="*/ 1932653 h 2344739"/>
              <a:gd name="connsiteX212" fmla="*/ 720047 w 12192001"/>
              <a:gd name="connsiteY212" fmla="*/ 1929661 h 2344739"/>
              <a:gd name="connsiteX213" fmla="*/ 719742 w 12192001"/>
              <a:gd name="connsiteY213" fmla="*/ 1928399 h 2344739"/>
              <a:gd name="connsiteX214" fmla="*/ 708875 w 12192001"/>
              <a:gd name="connsiteY214" fmla="*/ 1922722 h 2344739"/>
              <a:gd name="connsiteX215" fmla="*/ 596792 w 12192001"/>
              <a:gd name="connsiteY215" fmla="*/ 1879864 h 2344739"/>
              <a:gd name="connsiteX216" fmla="*/ 578535 w 12192001"/>
              <a:gd name="connsiteY216" fmla="*/ 1877212 h 2344739"/>
              <a:gd name="connsiteX217" fmla="*/ 571717 w 12192001"/>
              <a:gd name="connsiteY217" fmla="*/ 1877401 h 2344739"/>
              <a:gd name="connsiteX218" fmla="*/ 445099 w 12192001"/>
              <a:gd name="connsiteY218" fmla="*/ 1839371 h 2344739"/>
              <a:gd name="connsiteX219" fmla="*/ 404015 w 12192001"/>
              <a:gd name="connsiteY219" fmla="*/ 1833548 h 2344739"/>
              <a:gd name="connsiteX220" fmla="*/ 292435 w 12192001"/>
              <a:gd name="connsiteY220" fmla="*/ 1812852 h 2344739"/>
              <a:gd name="connsiteX221" fmla="*/ 118381 w 12192001"/>
              <a:gd name="connsiteY221" fmla="*/ 1761047 h 2344739"/>
              <a:gd name="connsiteX222" fmla="*/ 15526 w 12192001"/>
              <a:gd name="connsiteY222" fmla="*/ 1758191 h 2344739"/>
              <a:gd name="connsiteX223" fmla="*/ 2 w 12192001"/>
              <a:gd name="connsiteY223" fmla="*/ 1752722 h 2344739"/>
              <a:gd name="connsiteX224" fmla="*/ 1 w 12192001"/>
              <a:gd name="connsiteY224" fmla="*/ 762497 h 2344739"/>
              <a:gd name="connsiteX225" fmla="*/ 0 w 12192001"/>
              <a:gd name="connsiteY225" fmla="*/ 762497 h 2344739"/>
              <a:gd name="connsiteX226" fmla="*/ 0 w 12192001"/>
              <a:gd name="connsiteY226" fmla="*/ 222213 h 2344739"/>
              <a:gd name="connsiteX227" fmla="*/ 0 w 12192001"/>
              <a:gd name="connsiteY227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20047 w 12192001"/>
              <a:gd name="connsiteY211" fmla="*/ 1929661 h 2344739"/>
              <a:gd name="connsiteX212" fmla="*/ 719742 w 12192001"/>
              <a:gd name="connsiteY212" fmla="*/ 1928399 h 2344739"/>
              <a:gd name="connsiteX213" fmla="*/ 708875 w 12192001"/>
              <a:gd name="connsiteY213" fmla="*/ 1922722 h 2344739"/>
              <a:gd name="connsiteX214" fmla="*/ 596792 w 12192001"/>
              <a:gd name="connsiteY214" fmla="*/ 1879864 h 2344739"/>
              <a:gd name="connsiteX215" fmla="*/ 578535 w 12192001"/>
              <a:gd name="connsiteY215" fmla="*/ 1877212 h 2344739"/>
              <a:gd name="connsiteX216" fmla="*/ 571717 w 12192001"/>
              <a:gd name="connsiteY216" fmla="*/ 1877401 h 2344739"/>
              <a:gd name="connsiteX217" fmla="*/ 445099 w 12192001"/>
              <a:gd name="connsiteY217" fmla="*/ 1839371 h 2344739"/>
              <a:gd name="connsiteX218" fmla="*/ 404015 w 12192001"/>
              <a:gd name="connsiteY218" fmla="*/ 1833548 h 2344739"/>
              <a:gd name="connsiteX219" fmla="*/ 292435 w 12192001"/>
              <a:gd name="connsiteY219" fmla="*/ 1812852 h 2344739"/>
              <a:gd name="connsiteX220" fmla="*/ 118381 w 12192001"/>
              <a:gd name="connsiteY220" fmla="*/ 1761047 h 2344739"/>
              <a:gd name="connsiteX221" fmla="*/ 15526 w 12192001"/>
              <a:gd name="connsiteY221" fmla="*/ 1758191 h 2344739"/>
              <a:gd name="connsiteX222" fmla="*/ 2 w 12192001"/>
              <a:gd name="connsiteY222" fmla="*/ 1752722 h 2344739"/>
              <a:gd name="connsiteX223" fmla="*/ 1 w 12192001"/>
              <a:gd name="connsiteY223" fmla="*/ 762497 h 2344739"/>
              <a:gd name="connsiteX224" fmla="*/ 0 w 12192001"/>
              <a:gd name="connsiteY224" fmla="*/ 762497 h 2344739"/>
              <a:gd name="connsiteX225" fmla="*/ 0 w 12192001"/>
              <a:gd name="connsiteY225" fmla="*/ 222213 h 2344739"/>
              <a:gd name="connsiteX226" fmla="*/ 0 w 12192001"/>
              <a:gd name="connsiteY226" fmla="*/ 0 h 2344739"/>
              <a:gd name="connsiteX0" fmla="*/ 0 w 12192001"/>
              <a:gd name="connsiteY0" fmla="*/ 0 h 2344739"/>
              <a:gd name="connsiteX1" fmla="*/ 12192000 w 12192001"/>
              <a:gd name="connsiteY1" fmla="*/ 0 h 2344739"/>
              <a:gd name="connsiteX2" fmla="*/ 12192000 w 12192001"/>
              <a:gd name="connsiteY2" fmla="*/ 222213 h 2344739"/>
              <a:gd name="connsiteX3" fmla="*/ 12192000 w 12192001"/>
              <a:gd name="connsiteY3" fmla="*/ 389190 h 2344739"/>
              <a:gd name="connsiteX4" fmla="*/ 12192001 w 12192001"/>
              <a:gd name="connsiteY4" fmla="*/ 579739 h 2344739"/>
              <a:gd name="connsiteX5" fmla="*/ 12184838 w 12192001"/>
              <a:gd name="connsiteY5" fmla="*/ 584189 h 2344739"/>
              <a:gd name="connsiteX6" fmla="*/ 12155215 w 12192001"/>
              <a:gd name="connsiteY6" fmla="*/ 597366 h 2344739"/>
              <a:gd name="connsiteX7" fmla="*/ 12138067 w 12192001"/>
              <a:gd name="connsiteY7" fmla="*/ 623179 h 2344739"/>
              <a:gd name="connsiteX8" fmla="*/ 12125179 w 12192001"/>
              <a:gd name="connsiteY8" fmla="*/ 624690 h 2344739"/>
              <a:gd name="connsiteX9" fmla="*/ 12122859 w 12192001"/>
              <a:gd name="connsiteY9" fmla="*/ 624794 h 2344739"/>
              <a:gd name="connsiteX10" fmla="*/ 12115706 w 12192001"/>
              <a:gd name="connsiteY10" fmla="*/ 628608 h 2344739"/>
              <a:gd name="connsiteX11" fmla="*/ 12098349 w 12192001"/>
              <a:gd name="connsiteY11" fmla="*/ 628139 h 2344739"/>
              <a:gd name="connsiteX12" fmla="*/ 12085925 w 12192001"/>
              <a:gd name="connsiteY12" fmla="*/ 636341 h 2344739"/>
              <a:gd name="connsiteX13" fmla="*/ 12029925 w 12192001"/>
              <a:gd name="connsiteY13" fmla="*/ 680009 h 2344739"/>
              <a:gd name="connsiteX14" fmla="*/ 11994685 w 12192001"/>
              <a:gd name="connsiteY14" fmla="*/ 703458 h 2344739"/>
              <a:gd name="connsiteX15" fmla="*/ 11978569 w 12192001"/>
              <a:gd name="connsiteY15" fmla="*/ 708161 h 2344739"/>
              <a:gd name="connsiteX16" fmla="*/ 11957898 w 12192001"/>
              <a:gd name="connsiteY16" fmla="*/ 717558 h 2344739"/>
              <a:gd name="connsiteX17" fmla="*/ 11919306 w 12192001"/>
              <a:gd name="connsiteY17" fmla="*/ 730883 h 2344739"/>
              <a:gd name="connsiteX18" fmla="*/ 11902508 w 12192001"/>
              <a:gd name="connsiteY18" fmla="*/ 742426 h 2344739"/>
              <a:gd name="connsiteX19" fmla="*/ 11893900 w 12192001"/>
              <a:gd name="connsiteY19" fmla="*/ 744791 h 2344739"/>
              <a:gd name="connsiteX20" fmla="*/ 11890820 w 12192001"/>
              <a:gd name="connsiteY20" fmla="*/ 755729 h 2344739"/>
              <a:gd name="connsiteX21" fmla="*/ 11869628 w 12192001"/>
              <a:gd name="connsiteY21" fmla="*/ 777816 h 2344739"/>
              <a:gd name="connsiteX22" fmla="*/ 11812228 w 12192001"/>
              <a:gd name="connsiteY22" fmla="*/ 797659 h 2344739"/>
              <a:gd name="connsiteX23" fmla="*/ 11748619 w 12192001"/>
              <a:gd name="connsiteY23" fmla="*/ 872002 h 2344739"/>
              <a:gd name="connsiteX24" fmla="*/ 11589545 w 12192001"/>
              <a:gd name="connsiteY24" fmla="*/ 963777 h 2344739"/>
              <a:gd name="connsiteX25" fmla="*/ 11505669 w 12192001"/>
              <a:gd name="connsiteY25" fmla="*/ 1033623 h 2344739"/>
              <a:gd name="connsiteX26" fmla="*/ 11279184 w 12192001"/>
              <a:gd name="connsiteY26" fmla="*/ 1223571 h 2344739"/>
              <a:gd name="connsiteX27" fmla="*/ 11227161 w 12192001"/>
              <a:gd name="connsiteY27" fmla="*/ 1276236 h 2344739"/>
              <a:gd name="connsiteX28" fmla="*/ 11216939 w 12192001"/>
              <a:gd name="connsiteY28" fmla="*/ 1275961 h 2344739"/>
              <a:gd name="connsiteX29" fmla="*/ 11216036 w 12192001"/>
              <a:gd name="connsiteY29" fmla="*/ 1275018 h 2344739"/>
              <a:gd name="connsiteX30" fmla="*/ 11187737 w 12192001"/>
              <a:gd name="connsiteY30" fmla="*/ 1292383 h 2344739"/>
              <a:gd name="connsiteX31" fmla="*/ 11183353 w 12192001"/>
              <a:gd name="connsiteY31" fmla="*/ 1292525 h 2344739"/>
              <a:gd name="connsiteX32" fmla="*/ 11165706 w 12192001"/>
              <a:gd name="connsiteY32" fmla="*/ 1306612 h 2344739"/>
              <a:gd name="connsiteX33" fmla="*/ 11156163 w 12192001"/>
              <a:gd name="connsiteY33" fmla="*/ 1312414 h 2344739"/>
              <a:gd name="connsiteX34" fmla="*/ 11154348 w 12192001"/>
              <a:gd name="connsiteY34" fmla="*/ 1317097 h 2344739"/>
              <a:gd name="connsiteX35" fmla="*/ 11139813 w 12192001"/>
              <a:gd name="connsiteY35" fmla="*/ 1324115 h 2344739"/>
              <a:gd name="connsiteX36" fmla="*/ 11137813 w 12192001"/>
              <a:gd name="connsiteY36" fmla="*/ 1323772 h 2344739"/>
              <a:gd name="connsiteX37" fmla="*/ 11127060 w 12192001"/>
              <a:gd name="connsiteY37" fmla="*/ 1333832 h 2344739"/>
              <a:gd name="connsiteX38" fmla="*/ 11119543 w 12192001"/>
              <a:gd name="connsiteY38" fmla="*/ 1347424 h 2344739"/>
              <a:gd name="connsiteX39" fmla="*/ 10893535 w 12192001"/>
              <a:gd name="connsiteY39" fmla="*/ 1473399 h 2344739"/>
              <a:gd name="connsiteX40" fmla="*/ 10772152 w 12192001"/>
              <a:gd name="connsiteY40" fmla="*/ 1523191 h 2344739"/>
              <a:gd name="connsiteX41" fmla="*/ 10626520 w 12192001"/>
              <a:gd name="connsiteY41" fmla="*/ 1559229 h 2344739"/>
              <a:gd name="connsiteX42" fmla="*/ 10580747 w 12192001"/>
              <a:gd name="connsiteY42" fmla="*/ 1568689 h 2344739"/>
              <a:gd name="connsiteX43" fmla="*/ 10546642 w 12192001"/>
              <a:gd name="connsiteY43" fmla="*/ 1598423 h 2344739"/>
              <a:gd name="connsiteX44" fmla="*/ 10528495 w 12192001"/>
              <a:gd name="connsiteY44" fmla="*/ 1596907 h 2344739"/>
              <a:gd name="connsiteX45" fmla="*/ 10525298 w 12192001"/>
              <a:gd name="connsiteY45" fmla="*/ 1596411 h 2344739"/>
              <a:gd name="connsiteX46" fmla="*/ 10513981 w 12192001"/>
              <a:gd name="connsiteY46" fmla="*/ 1599537 h 2344739"/>
              <a:gd name="connsiteX47" fmla="*/ 10490587 w 12192001"/>
              <a:gd name="connsiteY47" fmla="*/ 1594156 h 2344739"/>
              <a:gd name="connsiteX48" fmla="*/ 10470270 w 12192001"/>
              <a:gd name="connsiteY48" fmla="*/ 1601693 h 2344739"/>
              <a:gd name="connsiteX49" fmla="*/ 10375894 w 12192001"/>
              <a:gd name="connsiteY49" fmla="*/ 1644598 h 2344739"/>
              <a:gd name="connsiteX50" fmla="*/ 10318190 w 12192001"/>
              <a:gd name="connsiteY50" fmla="*/ 1666221 h 2344739"/>
              <a:gd name="connsiteX51" fmla="*/ 10294319 w 12192001"/>
              <a:gd name="connsiteY51" fmla="*/ 1668079 h 2344739"/>
              <a:gd name="connsiteX52" fmla="*/ 10262295 w 12192001"/>
              <a:gd name="connsiteY52" fmla="*/ 1674948 h 2344739"/>
              <a:gd name="connsiteX53" fmla="*/ 10204270 w 12192001"/>
              <a:gd name="connsiteY53" fmla="*/ 1682149 h 2344739"/>
              <a:gd name="connsiteX54" fmla="*/ 10176611 w 12192001"/>
              <a:gd name="connsiteY54" fmla="*/ 1692943 h 2344739"/>
              <a:gd name="connsiteX55" fmla="*/ 10163922 w 12192001"/>
              <a:gd name="connsiteY55" fmla="*/ 1693739 h 2344739"/>
              <a:gd name="connsiteX56" fmla="*/ 10155160 w 12192001"/>
              <a:gd name="connsiteY56" fmla="*/ 1707487 h 2344739"/>
              <a:gd name="connsiteX57" fmla="*/ 10117119 w 12192001"/>
              <a:gd name="connsiteY57" fmla="*/ 1731142 h 2344739"/>
              <a:gd name="connsiteX58" fmla="*/ 10100445 w 12192001"/>
              <a:gd name="connsiteY58" fmla="*/ 1742432 h 2344739"/>
              <a:gd name="connsiteX59" fmla="*/ 10082169 w 12192001"/>
              <a:gd name="connsiteY59" fmla="*/ 1743296 h 2344739"/>
              <a:gd name="connsiteX60" fmla="*/ 10039240 w 12192001"/>
              <a:gd name="connsiteY60" fmla="*/ 1741632 h 2344739"/>
              <a:gd name="connsiteX61" fmla="*/ 9960019 w 12192001"/>
              <a:gd name="connsiteY61" fmla="*/ 1757147 h 2344739"/>
              <a:gd name="connsiteX62" fmla="*/ 9847792 w 12192001"/>
              <a:gd name="connsiteY62" fmla="*/ 1763915 h 2344739"/>
              <a:gd name="connsiteX63" fmla="*/ 9728309 w 12192001"/>
              <a:gd name="connsiteY63" fmla="*/ 1784122 h 2344739"/>
              <a:gd name="connsiteX64" fmla="*/ 9584507 w 12192001"/>
              <a:gd name="connsiteY64" fmla="*/ 1795542 h 2344739"/>
              <a:gd name="connsiteX65" fmla="*/ 9343052 w 12192001"/>
              <a:gd name="connsiteY65" fmla="*/ 1841244 h 2344739"/>
              <a:gd name="connsiteX66" fmla="*/ 9231370 w 12192001"/>
              <a:gd name="connsiteY66" fmla="*/ 1893149 h 2344739"/>
              <a:gd name="connsiteX67" fmla="*/ 9194810 w 12192001"/>
              <a:gd name="connsiteY67" fmla="*/ 1903228 h 2344739"/>
              <a:gd name="connsiteX68" fmla="*/ 9189246 w 12192001"/>
              <a:gd name="connsiteY68" fmla="*/ 1912467 h 2344739"/>
              <a:gd name="connsiteX69" fmla="*/ 9113812 w 12192001"/>
              <a:gd name="connsiteY69" fmla="*/ 1919069 h 2344739"/>
              <a:gd name="connsiteX70" fmla="*/ 9053453 w 12192001"/>
              <a:gd name="connsiteY70" fmla="*/ 1910755 h 2344739"/>
              <a:gd name="connsiteX71" fmla="*/ 9005486 w 12192001"/>
              <a:gd name="connsiteY71" fmla="*/ 1914040 h 2344739"/>
              <a:gd name="connsiteX72" fmla="*/ 9005201 w 12192001"/>
              <a:gd name="connsiteY72" fmla="*/ 1913800 h 2344739"/>
              <a:gd name="connsiteX73" fmla="*/ 8996232 w 12192001"/>
              <a:gd name="connsiteY73" fmla="*/ 1915011 h 2344739"/>
              <a:gd name="connsiteX74" fmla="*/ 8990394 w 12192001"/>
              <a:gd name="connsiteY74" fmla="*/ 1917072 h 2344739"/>
              <a:gd name="connsiteX75" fmla="*/ 8974337 w 12192001"/>
              <a:gd name="connsiteY75" fmla="*/ 1920298 h 2344739"/>
              <a:gd name="connsiteX76" fmla="*/ 8968011 w 12192001"/>
              <a:gd name="connsiteY76" fmla="*/ 1919598 h 2344739"/>
              <a:gd name="connsiteX77" fmla="*/ 8963048 w 12192001"/>
              <a:gd name="connsiteY77" fmla="*/ 1917373 h 2344739"/>
              <a:gd name="connsiteX78" fmla="*/ 8928988 w 12192001"/>
              <a:gd name="connsiteY78" fmla="*/ 1914185 h 2344739"/>
              <a:gd name="connsiteX79" fmla="*/ 8752444 w 12192001"/>
              <a:gd name="connsiteY79" fmla="*/ 1933417 h 2344739"/>
              <a:gd name="connsiteX80" fmla="*/ 8707847 w 12192001"/>
              <a:gd name="connsiteY80" fmla="*/ 1935518 h 2344739"/>
              <a:gd name="connsiteX81" fmla="*/ 8596071 w 12192001"/>
              <a:gd name="connsiteY81" fmla="*/ 1944090 h 2344739"/>
              <a:gd name="connsiteX82" fmla="*/ 8525230 w 12192001"/>
              <a:gd name="connsiteY82" fmla="*/ 1929248 h 2344739"/>
              <a:gd name="connsiteX83" fmla="*/ 8510983 w 12192001"/>
              <a:gd name="connsiteY83" fmla="*/ 1935163 h 2344739"/>
              <a:gd name="connsiteX84" fmla="*/ 8506167 w 12192001"/>
              <a:gd name="connsiteY84" fmla="*/ 1938164 h 2344739"/>
              <a:gd name="connsiteX85" fmla="*/ 8497968 w 12192001"/>
              <a:gd name="connsiteY85" fmla="*/ 1940902 h 2344739"/>
              <a:gd name="connsiteX86" fmla="*/ 8497594 w 12192001"/>
              <a:gd name="connsiteY86" fmla="*/ 1940723 h 2344739"/>
              <a:gd name="connsiteX87" fmla="*/ 8490249 w 12192001"/>
              <a:gd name="connsiteY87" fmla="*/ 1943773 h 2344739"/>
              <a:gd name="connsiteX88" fmla="*/ 8367182 w 12192001"/>
              <a:gd name="connsiteY88" fmla="*/ 1957815 h 2344739"/>
              <a:gd name="connsiteX89" fmla="*/ 8353799 w 12192001"/>
              <a:gd name="connsiteY89" fmla="*/ 1958009 h 2344739"/>
              <a:gd name="connsiteX90" fmla="*/ 8352373 w 12192001"/>
              <a:gd name="connsiteY90" fmla="*/ 1957169 h 2344739"/>
              <a:gd name="connsiteX91" fmla="*/ 8320104 w 12192001"/>
              <a:gd name="connsiteY91" fmla="*/ 1974587 h 2344739"/>
              <a:gd name="connsiteX92" fmla="*/ 8314433 w 12192001"/>
              <a:gd name="connsiteY92" fmla="*/ 1974913 h 2344739"/>
              <a:gd name="connsiteX93" fmla="*/ 8295174 w 12192001"/>
              <a:gd name="connsiteY93" fmla="*/ 1988808 h 2344739"/>
              <a:gd name="connsiteX94" fmla="*/ 8284276 w 12192001"/>
              <a:gd name="connsiteY94" fmla="*/ 1994631 h 2344739"/>
              <a:gd name="connsiteX95" fmla="*/ 8283150 w 12192001"/>
              <a:gd name="connsiteY95" fmla="*/ 1999074 h 2344739"/>
              <a:gd name="connsiteX96" fmla="*/ 8266076 w 12192001"/>
              <a:gd name="connsiteY96" fmla="*/ 2006249 h 2344739"/>
              <a:gd name="connsiteX97" fmla="*/ 8263377 w 12192001"/>
              <a:gd name="connsiteY97" fmla="*/ 2006019 h 2344739"/>
              <a:gd name="connsiteX98" fmla="*/ 8252033 w 12192001"/>
              <a:gd name="connsiteY98" fmla="*/ 2015862 h 2344739"/>
              <a:gd name="connsiteX99" fmla="*/ 8245834 w 12192001"/>
              <a:gd name="connsiteY99" fmla="*/ 2028854 h 2344739"/>
              <a:gd name="connsiteX100" fmla="*/ 8090272 w 12192001"/>
              <a:gd name="connsiteY100" fmla="*/ 2075015 h 2344739"/>
              <a:gd name="connsiteX101" fmla="*/ 7905407 w 12192001"/>
              <a:gd name="connsiteY101" fmla="*/ 2116988 h 2344739"/>
              <a:gd name="connsiteX102" fmla="*/ 7718745 w 12192001"/>
              <a:gd name="connsiteY102" fmla="*/ 2142703 h 2344739"/>
              <a:gd name="connsiteX103" fmla="*/ 7614347 w 12192001"/>
              <a:gd name="connsiteY103" fmla="*/ 2139232 h 2344739"/>
              <a:gd name="connsiteX104" fmla="*/ 7527543 w 12192001"/>
              <a:gd name="connsiteY104" fmla="*/ 2145060 h 2344739"/>
              <a:gd name="connsiteX105" fmla="*/ 7519571 w 12192001"/>
              <a:gd name="connsiteY105" fmla="*/ 2147613 h 2344739"/>
              <a:gd name="connsiteX106" fmla="*/ 7507411 w 12192001"/>
              <a:gd name="connsiteY106" fmla="*/ 2148948 h 2344739"/>
              <a:gd name="connsiteX107" fmla="*/ 7507040 w 12192001"/>
              <a:gd name="connsiteY107" fmla="*/ 2148621 h 2344739"/>
              <a:gd name="connsiteX108" fmla="*/ 7495795 w 12192001"/>
              <a:gd name="connsiteY108" fmla="*/ 2150573 h 2344739"/>
              <a:gd name="connsiteX109" fmla="*/ 7405391 w 12192001"/>
              <a:gd name="connsiteY109" fmla="*/ 2142468 h 2344739"/>
              <a:gd name="connsiteX110" fmla="*/ 7218559 w 12192001"/>
              <a:gd name="connsiteY110" fmla="*/ 2156680 h 2344739"/>
              <a:gd name="connsiteX111" fmla="*/ 7201101 w 12192001"/>
              <a:gd name="connsiteY111" fmla="*/ 2161230 h 2344739"/>
              <a:gd name="connsiteX112" fmla="*/ 7197004 w 12192001"/>
              <a:gd name="connsiteY112" fmla="*/ 2166588 h 2344739"/>
              <a:gd name="connsiteX113" fmla="*/ 7170808 w 12192001"/>
              <a:gd name="connsiteY113" fmla="*/ 2171236 h 2344739"/>
              <a:gd name="connsiteX114" fmla="*/ 7096988 w 12192001"/>
              <a:gd name="connsiteY114" fmla="*/ 2183464 h 2344739"/>
              <a:gd name="connsiteX115" fmla="*/ 7018496 w 12192001"/>
              <a:gd name="connsiteY115" fmla="*/ 2183090 h 2344739"/>
              <a:gd name="connsiteX116" fmla="*/ 6904146 w 12192001"/>
              <a:gd name="connsiteY116" fmla="*/ 2212596 h 2344739"/>
              <a:gd name="connsiteX117" fmla="*/ 6708222 w 12192001"/>
              <a:gd name="connsiteY117" fmla="*/ 2240551 h 2344739"/>
              <a:gd name="connsiteX118" fmla="*/ 6549454 w 12192001"/>
              <a:gd name="connsiteY118" fmla="*/ 2269327 h 2344739"/>
              <a:gd name="connsiteX119" fmla="*/ 6317560 w 12192001"/>
              <a:gd name="connsiteY119" fmla="*/ 2316127 h 2344739"/>
              <a:gd name="connsiteX120" fmla="*/ 6168674 w 12192001"/>
              <a:gd name="connsiteY120" fmla="*/ 2318214 h 2344739"/>
              <a:gd name="connsiteX121" fmla="*/ 6073848 w 12192001"/>
              <a:gd name="connsiteY121" fmla="*/ 2338676 h 2344739"/>
              <a:gd name="connsiteX122" fmla="*/ 6068529 w 12192001"/>
              <a:gd name="connsiteY122" fmla="*/ 2337139 h 2344739"/>
              <a:gd name="connsiteX123" fmla="*/ 6048638 w 12192001"/>
              <a:gd name="connsiteY123" fmla="*/ 2337822 h 2344739"/>
              <a:gd name="connsiteX124" fmla="*/ 6041285 w 12192001"/>
              <a:gd name="connsiteY124" fmla="*/ 2329473 h 2344739"/>
              <a:gd name="connsiteX125" fmla="*/ 6010090 w 12192001"/>
              <a:gd name="connsiteY125" fmla="*/ 2324380 h 2344739"/>
              <a:gd name="connsiteX126" fmla="*/ 5957375 w 12192001"/>
              <a:gd name="connsiteY126" fmla="*/ 2328024 h 2344739"/>
              <a:gd name="connsiteX127" fmla="*/ 5758919 w 12192001"/>
              <a:gd name="connsiteY127" fmla="*/ 2343716 h 2344739"/>
              <a:gd name="connsiteX128" fmla="*/ 5626960 w 12192001"/>
              <a:gd name="connsiteY128" fmla="*/ 2344739 h 2344739"/>
              <a:gd name="connsiteX129" fmla="*/ 5470906 w 12192001"/>
              <a:gd name="connsiteY129" fmla="*/ 2330719 h 2344739"/>
              <a:gd name="connsiteX130" fmla="*/ 5432761 w 12192001"/>
              <a:gd name="connsiteY130" fmla="*/ 2319466 h 2344739"/>
              <a:gd name="connsiteX131" fmla="*/ 5381669 w 12192001"/>
              <a:gd name="connsiteY131" fmla="*/ 2301764 h 2344739"/>
              <a:gd name="connsiteX132" fmla="*/ 5261764 w 12192001"/>
              <a:gd name="connsiteY132" fmla="*/ 2281347 h 2344739"/>
              <a:gd name="connsiteX133" fmla="*/ 5222961 w 12192001"/>
              <a:gd name="connsiteY133" fmla="*/ 2270223 h 2344739"/>
              <a:gd name="connsiteX134" fmla="*/ 5174660 w 12192001"/>
              <a:gd name="connsiteY134" fmla="*/ 2267233 h 2344739"/>
              <a:gd name="connsiteX135" fmla="*/ 5156554 w 12192001"/>
              <a:gd name="connsiteY135" fmla="*/ 2260010 h 2344739"/>
              <a:gd name="connsiteX136" fmla="*/ 5142599 w 12192001"/>
              <a:gd name="connsiteY136" fmla="*/ 2256610 h 2344739"/>
              <a:gd name="connsiteX137" fmla="*/ 5139596 w 12192001"/>
              <a:gd name="connsiteY137" fmla="*/ 2254509 h 2344739"/>
              <a:gd name="connsiteX138" fmla="*/ 5121659 w 12192001"/>
              <a:gd name="connsiteY138" fmla="*/ 2243656 h 2344739"/>
              <a:gd name="connsiteX139" fmla="*/ 5065790 w 12192001"/>
              <a:gd name="connsiteY139" fmla="*/ 2250227 h 2344739"/>
              <a:gd name="connsiteX140" fmla="*/ 5011514 w 12192001"/>
              <a:gd name="connsiteY140" fmla="*/ 2233846 h 2344739"/>
              <a:gd name="connsiteX141" fmla="*/ 4840441 w 12192001"/>
              <a:gd name="connsiteY141" fmla="*/ 2209829 h 2344739"/>
              <a:gd name="connsiteX142" fmla="*/ 4762447 w 12192001"/>
              <a:gd name="connsiteY142" fmla="*/ 2182061 h 2344739"/>
              <a:gd name="connsiteX143" fmla="*/ 4723186 w 12192001"/>
              <a:gd name="connsiteY143" fmla="*/ 2173047 h 2344739"/>
              <a:gd name="connsiteX144" fmla="*/ 4721176 w 12192001"/>
              <a:gd name="connsiteY144" fmla="*/ 2172298 h 2344739"/>
              <a:gd name="connsiteX145" fmla="*/ 4722111 w 12192001"/>
              <a:gd name="connsiteY145" fmla="*/ 2172087 h 2344739"/>
              <a:gd name="connsiteX146" fmla="*/ 4717202 w 12192001"/>
              <a:gd name="connsiteY146" fmla="*/ 2170817 h 2344739"/>
              <a:gd name="connsiteX147" fmla="*/ 4721176 w 12192001"/>
              <a:gd name="connsiteY147" fmla="*/ 2172298 h 2344739"/>
              <a:gd name="connsiteX148" fmla="*/ 4715526 w 12192001"/>
              <a:gd name="connsiteY148" fmla="*/ 2173573 h 2344739"/>
              <a:gd name="connsiteX149" fmla="*/ 4515814 w 12192001"/>
              <a:gd name="connsiteY149" fmla="*/ 2163671 h 2344739"/>
              <a:gd name="connsiteX150" fmla="*/ 4428543 w 12192001"/>
              <a:gd name="connsiteY150" fmla="*/ 2153020 h 2344739"/>
              <a:gd name="connsiteX151" fmla="*/ 4362875 w 12192001"/>
              <a:gd name="connsiteY151" fmla="*/ 2151674 h 2344739"/>
              <a:gd name="connsiteX152" fmla="*/ 4316966 w 12192001"/>
              <a:gd name="connsiteY152" fmla="*/ 2158289 h 2344739"/>
              <a:gd name="connsiteX153" fmla="*/ 4315110 w 12192001"/>
              <a:gd name="connsiteY153" fmla="*/ 2156948 h 2344739"/>
              <a:gd name="connsiteX154" fmla="*/ 4295144 w 12192001"/>
              <a:gd name="connsiteY154" fmla="*/ 2155069 h 2344739"/>
              <a:gd name="connsiteX155" fmla="*/ 4290064 w 12192001"/>
              <a:gd name="connsiteY155" fmla="*/ 2157986 h 2344739"/>
              <a:gd name="connsiteX156" fmla="*/ 4276142 w 12192001"/>
              <a:gd name="connsiteY156" fmla="*/ 2157740 h 2344739"/>
              <a:gd name="connsiteX157" fmla="*/ 4248117 w 12192001"/>
              <a:gd name="connsiteY157" fmla="*/ 2160064 h 2344739"/>
              <a:gd name="connsiteX158" fmla="*/ 4202051 w 12192001"/>
              <a:gd name="connsiteY158" fmla="*/ 2157269 h 2344739"/>
              <a:gd name="connsiteX159" fmla="*/ 4201745 w 12192001"/>
              <a:gd name="connsiteY159" fmla="*/ 2156010 h 2344739"/>
              <a:gd name="connsiteX160" fmla="*/ 4191248 w 12192001"/>
              <a:gd name="connsiteY160" fmla="*/ 2150376 h 2344739"/>
              <a:gd name="connsiteX161" fmla="*/ 4142745 w 12192001"/>
              <a:gd name="connsiteY161" fmla="*/ 2134511 h 2344739"/>
              <a:gd name="connsiteX162" fmla="*/ 4083097 w 12192001"/>
              <a:gd name="connsiteY162" fmla="*/ 2107978 h 2344739"/>
              <a:gd name="connsiteX163" fmla="*/ 4074546 w 12192001"/>
              <a:gd name="connsiteY163" fmla="*/ 2107143 h 2344739"/>
              <a:gd name="connsiteX164" fmla="*/ 4074427 w 12192001"/>
              <a:gd name="connsiteY164" fmla="*/ 2106844 h 2344739"/>
              <a:gd name="connsiteX165" fmla="*/ 4065510 w 12192001"/>
              <a:gd name="connsiteY165" fmla="*/ 2105400 h 2344739"/>
              <a:gd name="connsiteX166" fmla="*/ 4058954 w 12192001"/>
              <a:gd name="connsiteY166" fmla="*/ 2105618 h 2344739"/>
              <a:gd name="connsiteX167" fmla="*/ 4042364 w 12192001"/>
              <a:gd name="connsiteY167" fmla="*/ 2103997 h 2344739"/>
              <a:gd name="connsiteX168" fmla="*/ 4036997 w 12192001"/>
              <a:gd name="connsiteY168" fmla="*/ 2101563 h 2344739"/>
              <a:gd name="connsiteX169" fmla="*/ 4035363 w 12192001"/>
              <a:gd name="connsiteY169" fmla="*/ 2097896 h 2344739"/>
              <a:gd name="connsiteX170" fmla="*/ 4033778 w 12192001"/>
              <a:gd name="connsiteY170" fmla="*/ 2098131 h 2344739"/>
              <a:gd name="connsiteX171" fmla="*/ 4004538 w 12192001"/>
              <a:gd name="connsiteY171" fmla="*/ 2085563 h 2344739"/>
              <a:gd name="connsiteX172" fmla="*/ 3936846 w 12192001"/>
              <a:gd name="connsiteY172" fmla="*/ 2068106 h 2344739"/>
              <a:gd name="connsiteX173" fmla="*/ 3897275 w 12192001"/>
              <a:gd name="connsiteY173" fmla="*/ 2062451 h 2344739"/>
              <a:gd name="connsiteX174" fmla="*/ 3789760 w 12192001"/>
              <a:gd name="connsiteY174" fmla="*/ 2042213 h 2344739"/>
              <a:gd name="connsiteX175" fmla="*/ 3682513 w 12192001"/>
              <a:gd name="connsiteY175" fmla="*/ 2018290 h 2344739"/>
              <a:gd name="connsiteX176" fmla="*/ 3610035 w 12192001"/>
              <a:gd name="connsiteY176" fmla="*/ 1986019 h 2344739"/>
              <a:gd name="connsiteX177" fmla="*/ 3603855 w 12192001"/>
              <a:gd name="connsiteY177" fmla="*/ 1987381 h 2344739"/>
              <a:gd name="connsiteX178" fmla="*/ 3594736 w 12192001"/>
              <a:gd name="connsiteY178" fmla="*/ 1987545 h 2344739"/>
              <a:gd name="connsiteX179" fmla="*/ 3594501 w 12192001"/>
              <a:gd name="connsiteY179" fmla="*/ 1987276 h 2344739"/>
              <a:gd name="connsiteX180" fmla="*/ 3585978 w 12192001"/>
              <a:gd name="connsiteY180" fmla="*/ 1987966 h 2344739"/>
              <a:gd name="connsiteX181" fmla="*/ 3536135 w 12192001"/>
              <a:gd name="connsiteY181" fmla="*/ 1978267 h 2344739"/>
              <a:gd name="connsiteX182" fmla="*/ 3473223 w 12192001"/>
              <a:gd name="connsiteY182" fmla="*/ 1974606 h 2344739"/>
              <a:gd name="connsiteX183" fmla="*/ 3400728 w 12192001"/>
              <a:gd name="connsiteY183" fmla="*/ 1962558 h 2344739"/>
              <a:gd name="connsiteX184" fmla="*/ 3363888 w 12192001"/>
              <a:gd name="connsiteY184" fmla="*/ 1979510 h 2344739"/>
              <a:gd name="connsiteX185" fmla="*/ 3344026 w 12192001"/>
              <a:gd name="connsiteY185" fmla="*/ 1981192 h 2344739"/>
              <a:gd name="connsiteX186" fmla="*/ 3341698 w 12192001"/>
              <a:gd name="connsiteY186" fmla="*/ 1980217 h 2344739"/>
              <a:gd name="connsiteX187" fmla="*/ 3262356 w 12192001"/>
              <a:gd name="connsiteY187" fmla="*/ 1986094 h 2344739"/>
              <a:gd name="connsiteX188" fmla="*/ 3142556 w 12192001"/>
              <a:gd name="connsiteY188" fmla="*/ 1993869 h 2344739"/>
              <a:gd name="connsiteX189" fmla="*/ 3030291 w 12192001"/>
              <a:gd name="connsiteY189" fmla="*/ 1996512 h 2344739"/>
              <a:gd name="connsiteX190" fmla="*/ 2781569 w 12192001"/>
              <a:gd name="connsiteY190" fmla="*/ 2018333 h 2344739"/>
              <a:gd name="connsiteX191" fmla="*/ 2646527 w 12192001"/>
              <a:gd name="connsiteY191" fmla="*/ 2028869 h 2344739"/>
              <a:gd name="connsiteX192" fmla="*/ 2568028 w 12192001"/>
              <a:gd name="connsiteY192" fmla="*/ 2002628 h 2344739"/>
              <a:gd name="connsiteX193" fmla="*/ 2443255 w 12192001"/>
              <a:gd name="connsiteY193" fmla="*/ 2016529 h 2344739"/>
              <a:gd name="connsiteX194" fmla="*/ 2315112 w 12192001"/>
              <a:gd name="connsiteY194" fmla="*/ 2024996 h 2344739"/>
              <a:gd name="connsiteX195" fmla="*/ 2208578 w 12192001"/>
              <a:gd name="connsiteY195" fmla="*/ 2019763 h 2344739"/>
              <a:gd name="connsiteX196" fmla="*/ 2094665 w 12192001"/>
              <a:gd name="connsiteY196" fmla="*/ 2003052 h 2344739"/>
              <a:gd name="connsiteX197" fmla="*/ 1997356 w 12192001"/>
              <a:gd name="connsiteY197" fmla="*/ 1995032 h 2344739"/>
              <a:gd name="connsiteX198" fmla="*/ 1928172 w 12192001"/>
              <a:gd name="connsiteY198" fmla="*/ 2016977 h 2344739"/>
              <a:gd name="connsiteX199" fmla="*/ 1921650 w 12192001"/>
              <a:gd name="connsiteY199" fmla="*/ 2012146 h 2344739"/>
              <a:gd name="connsiteX200" fmla="*/ 1873080 w 12192001"/>
              <a:gd name="connsiteY200" fmla="*/ 2013741 h 2344739"/>
              <a:gd name="connsiteX201" fmla="*/ 1786655 w 12192001"/>
              <a:gd name="connsiteY201" fmla="*/ 2041363 h 2344739"/>
              <a:gd name="connsiteX202" fmla="*/ 1738204 w 12192001"/>
              <a:gd name="connsiteY202" fmla="*/ 2036312 h 2344739"/>
              <a:gd name="connsiteX203" fmla="*/ 1675071 w 12192001"/>
              <a:gd name="connsiteY203" fmla="*/ 2019963 h 2344739"/>
              <a:gd name="connsiteX204" fmla="*/ 1608669 w 12192001"/>
              <a:gd name="connsiteY204" fmla="*/ 2013066 h 2344739"/>
              <a:gd name="connsiteX205" fmla="*/ 1496110 w 12192001"/>
              <a:gd name="connsiteY205" fmla="*/ 1987476 h 2344739"/>
              <a:gd name="connsiteX206" fmla="*/ 1149979 w 12192001"/>
              <a:gd name="connsiteY206" fmla="*/ 1938041 h 2344739"/>
              <a:gd name="connsiteX207" fmla="*/ 858269 w 12192001"/>
              <a:gd name="connsiteY207" fmla="*/ 1928608 h 2344739"/>
              <a:gd name="connsiteX208" fmla="*/ 837540 w 12192001"/>
              <a:gd name="connsiteY208" fmla="*/ 1929821 h 2344739"/>
              <a:gd name="connsiteX209" fmla="*/ 816809 w 12192001"/>
              <a:gd name="connsiteY209" fmla="*/ 1927857 h 2344739"/>
              <a:gd name="connsiteX210" fmla="*/ 811506 w 12192001"/>
              <a:gd name="connsiteY210" fmla="*/ 1930751 h 2344739"/>
              <a:gd name="connsiteX211" fmla="*/ 720047 w 12192001"/>
              <a:gd name="connsiteY211" fmla="*/ 1929661 h 2344739"/>
              <a:gd name="connsiteX212" fmla="*/ 719742 w 12192001"/>
              <a:gd name="connsiteY212" fmla="*/ 1928399 h 2344739"/>
              <a:gd name="connsiteX213" fmla="*/ 708875 w 12192001"/>
              <a:gd name="connsiteY213" fmla="*/ 1922722 h 2344739"/>
              <a:gd name="connsiteX214" fmla="*/ 596792 w 12192001"/>
              <a:gd name="connsiteY214" fmla="*/ 1879864 h 2344739"/>
              <a:gd name="connsiteX215" fmla="*/ 578535 w 12192001"/>
              <a:gd name="connsiteY215" fmla="*/ 1877212 h 2344739"/>
              <a:gd name="connsiteX216" fmla="*/ 571717 w 12192001"/>
              <a:gd name="connsiteY216" fmla="*/ 1877401 h 2344739"/>
              <a:gd name="connsiteX217" fmla="*/ 445099 w 12192001"/>
              <a:gd name="connsiteY217" fmla="*/ 1839371 h 2344739"/>
              <a:gd name="connsiteX218" fmla="*/ 404015 w 12192001"/>
              <a:gd name="connsiteY218" fmla="*/ 1833548 h 2344739"/>
              <a:gd name="connsiteX219" fmla="*/ 292435 w 12192001"/>
              <a:gd name="connsiteY219" fmla="*/ 1812852 h 2344739"/>
              <a:gd name="connsiteX220" fmla="*/ 118381 w 12192001"/>
              <a:gd name="connsiteY220" fmla="*/ 1761047 h 2344739"/>
              <a:gd name="connsiteX221" fmla="*/ 15526 w 12192001"/>
              <a:gd name="connsiteY221" fmla="*/ 1758191 h 2344739"/>
              <a:gd name="connsiteX222" fmla="*/ 2 w 12192001"/>
              <a:gd name="connsiteY222" fmla="*/ 1752722 h 2344739"/>
              <a:gd name="connsiteX223" fmla="*/ 1 w 12192001"/>
              <a:gd name="connsiteY223" fmla="*/ 762497 h 2344739"/>
              <a:gd name="connsiteX224" fmla="*/ 0 w 12192001"/>
              <a:gd name="connsiteY224" fmla="*/ 222213 h 2344739"/>
              <a:gd name="connsiteX225" fmla="*/ 0 w 12192001"/>
              <a:gd name="connsiteY225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44200 w 12193149"/>
              <a:gd name="connsiteY65" fmla="*/ 1841244 h 2344739"/>
              <a:gd name="connsiteX66" fmla="*/ 9232518 w 12193149"/>
              <a:gd name="connsiteY66" fmla="*/ 1893149 h 2344739"/>
              <a:gd name="connsiteX67" fmla="*/ 9195958 w 12193149"/>
              <a:gd name="connsiteY67" fmla="*/ 1903228 h 2344739"/>
              <a:gd name="connsiteX68" fmla="*/ 9190394 w 12193149"/>
              <a:gd name="connsiteY68" fmla="*/ 1912467 h 2344739"/>
              <a:gd name="connsiteX69" fmla="*/ 9114960 w 12193149"/>
              <a:gd name="connsiteY69" fmla="*/ 1919069 h 2344739"/>
              <a:gd name="connsiteX70" fmla="*/ 9054601 w 12193149"/>
              <a:gd name="connsiteY70" fmla="*/ 1910755 h 2344739"/>
              <a:gd name="connsiteX71" fmla="*/ 9006634 w 12193149"/>
              <a:gd name="connsiteY71" fmla="*/ 1914040 h 2344739"/>
              <a:gd name="connsiteX72" fmla="*/ 9006349 w 12193149"/>
              <a:gd name="connsiteY72" fmla="*/ 1913800 h 2344739"/>
              <a:gd name="connsiteX73" fmla="*/ 8997380 w 12193149"/>
              <a:gd name="connsiteY73" fmla="*/ 1915011 h 2344739"/>
              <a:gd name="connsiteX74" fmla="*/ 8991542 w 12193149"/>
              <a:gd name="connsiteY74" fmla="*/ 1917072 h 2344739"/>
              <a:gd name="connsiteX75" fmla="*/ 8975485 w 12193149"/>
              <a:gd name="connsiteY75" fmla="*/ 1920298 h 2344739"/>
              <a:gd name="connsiteX76" fmla="*/ 8969159 w 12193149"/>
              <a:gd name="connsiteY76" fmla="*/ 1919598 h 2344739"/>
              <a:gd name="connsiteX77" fmla="*/ 8964196 w 12193149"/>
              <a:gd name="connsiteY77" fmla="*/ 1917373 h 2344739"/>
              <a:gd name="connsiteX78" fmla="*/ 8930136 w 12193149"/>
              <a:gd name="connsiteY78" fmla="*/ 1914185 h 2344739"/>
              <a:gd name="connsiteX79" fmla="*/ 8753592 w 12193149"/>
              <a:gd name="connsiteY79" fmla="*/ 1933417 h 2344739"/>
              <a:gd name="connsiteX80" fmla="*/ 8708995 w 12193149"/>
              <a:gd name="connsiteY80" fmla="*/ 1935518 h 2344739"/>
              <a:gd name="connsiteX81" fmla="*/ 8597219 w 12193149"/>
              <a:gd name="connsiteY81" fmla="*/ 1944090 h 2344739"/>
              <a:gd name="connsiteX82" fmla="*/ 8526378 w 12193149"/>
              <a:gd name="connsiteY82" fmla="*/ 1929248 h 2344739"/>
              <a:gd name="connsiteX83" fmla="*/ 8512131 w 12193149"/>
              <a:gd name="connsiteY83" fmla="*/ 1935163 h 2344739"/>
              <a:gd name="connsiteX84" fmla="*/ 8507315 w 12193149"/>
              <a:gd name="connsiteY84" fmla="*/ 1938164 h 2344739"/>
              <a:gd name="connsiteX85" fmla="*/ 8499116 w 12193149"/>
              <a:gd name="connsiteY85" fmla="*/ 1940902 h 2344739"/>
              <a:gd name="connsiteX86" fmla="*/ 8498742 w 12193149"/>
              <a:gd name="connsiteY86" fmla="*/ 1940723 h 2344739"/>
              <a:gd name="connsiteX87" fmla="*/ 8491397 w 12193149"/>
              <a:gd name="connsiteY87" fmla="*/ 1943773 h 2344739"/>
              <a:gd name="connsiteX88" fmla="*/ 8368330 w 12193149"/>
              <a:gd name="connsiteY88" fmla="*/ 1957815 h 2344739"/>
              <a:gd name="connsiteX89" fmla="*/ 8354947 w 12193149"/>
              <a:gd name="connsiteY89" fmla="*/ 1958009 h 2344739"/>
              <a:gd name="connsiteX90" fmla="*/ 8353521 w 12193149"/>
              <a:gd name="connsiteY90" fmla="*/ 1957169 h 2344739"/>
              <a:gd name="connsiteX91" fmla="*/ 8321252 w 12193149"/>
              <a:gd name="connsiteY91" fmla="*/ 1974587 h 2344739"/>
              <a:gd name="connsiteX92" fmla="*/ 8315581 w 12193149"/>
              <a:gd name="connsiteY92" fmla="*/ 1974913 h 2344739"/>
              <a:gd name="connsiteX93" fmla="*/ 8296322 w 12193149"/>
              <a:gd name="connsiteY93" fmla="*/ 1988808 h 2344739"/>
              <a:gd name="connsiteX94" fmla="*/ 8285424 w 12193149"/>
              <a:gd name="connsiteY94" fmla="*/ 1994631 h 2344739"/>
              <a:gd name="connsiteX95" fmla="*/ 8284298 w 12193149"/>
              <a:gd name="connsiteY95" fmla="*/ 1999074 h 2344739"/>
              <a:gd name="connsiteX96" fmla="*/ 8267224 w 12193149"/>
              <a:gd name="connsiteY96" fmla="*/ 2006249 h 2344739"/>
              <a:gd name="connsiteX97" fmla="*/ 8264525 w 12193149"/>
              <a:gd name="connsiteY97" fmla="*/ 2006019 h 2344739"/>
              <a:gd name="connsiteX98" fmla="*/ 8253181 w 12193149"/>
              <a:gd name="connsiteY98" fmla="*/ 2015862 h 2344739"/>
              <a:gd name="connsiteX99" fmla="*/ 8246982 w 12193149"/>
              <a:gd name="connsiteY99" fmla="*/ 2028854 h 2344739"/>
              <a:gd name="connsiteX100" fmla="*/ 8091420 w 12193149"/>
              <a:gd name="connsiteY100" fmla="*/ 2075015 h 2344739"/>
              <a:gd name="connsiteX101" fmla="*/ 7906555 w 12193149"/>
              <a:gd name="connsiteY101" fmla="*/ 2116988 h 2344739"/>
              <a:gd name="connsiteX102" fmla="*/ 7719893 w 12193149"/>
              <a:gd name="connsiteY102" fmla="*/ 2142703 h 2344739"/>
              <a:gd name="connsiteX103" fmla="*/ 7615495 w 12193149"/>
              <a:gd name="connsiteY103" fmla="*/ 2139232 h 2344739"/>
              <a:gd name="connsiteX104" fmla="*/ 7528691 w 12193149"/>
              <a:gd name="connsiteY104" fmla="*/ 2145060 h 2344739"/>
              <a:gd name="connsiteX105" fmla="*/ 7520719 w 12193149"/>
              <a:gd name="connsiteY105" fmla="*/ 2147613 h 2344739"/>
              <a:gd name="connsiteX106" fmla="*/ 7508559 w 12193149"/>
              <a:gd name="connsiteY106" fmla="*/ 2148948 h 2344739"/>
              <a:gd name="connsiteX107" fmla="*/ 7508188 w 12193149"/>
              <a:gd name="connsiteY107" fmla="*/ 2148621 h 2344739"/>
              <a:gd name="connsiteX108" fmla="*/ 7496943 w 12193149"/>
              <a:gd name="connsiteY108" fmla="*/ 2150573 h 2344739"/>
              <a:gd name="connsiteX109" fmla="*/ 7406539 w 12193149"/>
              <a:gd name="connsiteY109" fmla="*/ 2142468 h 2344739"/>
              <a:gd name="connsiteX110" fmla="*/ 7219707 w 12193149"/>
              <a:gd name="connsiteY110" fmla="*/ 2156680 h 2344739"/>
              <a:gd name="connsiteX111" fmla="*/ 7202249 w 12193149"/>
              <a:gd name="connsiteY111" fmla="*/ 2161230 h 2344739"/>
              <a:gd name="connsiteX112" fmla="*/ 7198152 w 12193149"/>
              <a:gd name="connsiteY112" fmla="*/ 2166588 h 2344739"/>
              <a:gd name="connsiteX113" fmla="*/ 7171956 w 12193149"/>
              <a:gd name="connsiteY113" fmla="*/ 2171236 h 2344739"/>
              <a:gd name="connsiteX114" fmla="*/ 7098136 w 12193149"/>
              <a:gd name="connsiteY114" fmla="*/ 2183464 h 2344739"/>
              <a:gd name="connsiteX115" fmla="*/ 7019644 w 12193149"/>
              <a:gd name="connsiteY115" fmla="*/ 2183090 h 2344739"/>
              <a:gd name="connsiteX116" fmla="*/ 6905294 w 12193149"/>
              <a:gd name="connsiteY116" fmla="*/ 2212596 h 2344739"/>
              <a:gd name="connsiteX117" fmla="*/ 6709370 w 12193149"/>
              <a:gd name="connsiteY117" fmla="*/ 2240551 h 2344739"/>
              <a:gd name="connsiteX118" fmla="*/ 6550602 w 12193149"/>
              <a:gd name="connsiteY118" fmla="*/ 2269327 h 2344739"/>
              <a:gd name="connsiteX119" fmla="*/ 6318708 w 12193149"/>
              <a:gd name="connsiteY119" fmla="*/ 2316127 h 2344739"/>
              <a:gd name="connsiteX120" fmla="*/ 6169822 w 12193149"/>
              <a:gd name="connsiteY120" fmla="*/ 2318214 h 2344739"/>
              <a:gd name="connsiteX121" fmla="*/ 6074996 w 12193149"/>
              <a:gd name="connsiteY121" fmla="*/ 2338676 h 2344739"/>
              <a:gd name="connsiteX122" fmla="*/ 6069677 w 12193149"/>
              <a:gd name="connsiteY122" fmla="*/ 2337139 h 2344739"/>
              <a:gd name="connsiteX123" fmla="*/ 6049786 w 12193149"/>
              <a:gd name="connsiteY123" fmla="*/ 2337822 h 2344739"/>
              <a:gd name="connsiteX124" fmla="*/ 6042433 w 12193149"/>
              <a:gd name="connsiteY124" fmla="*/ 2329473 h 2344739"/>
              <a:gd name="connsiteX125" fmla="*/ 6011238 w 12193149"/>
              <a:gd name="connsiteY125" fmla="*/ 2324380 h 2344739"/>
              <a:gd name="connsiteX126" fmla="*/ 5958523 w 12193149"/>
              <a:gd name="connsiteY126" fmla="*/ 2328024 h 2344739"/>
              <a:gd name="connsiteX127" fmla="*/ 5760067 w 12193149"/>
              <a:gd name="connsiteY127" fmla="*/ 2343716 h 2344739"/>
              <a:gd name="connsiteX128" fmla="*/ 5628108 w 12193149"/>
              <a:gd name="connsiteY128" fmla="*/ 2344739 h 2344739"/>
              <a:gd name="connsiteX129" fmla="*/ 5472054 w 12193149"/>
              <a:gd name="connsiteY129" fmla="*/ 2330719 h 2344739"/>
              <a:gd name="connsiteX130" fmla="*/ 5433909 w 12193149"/>
              <a:gd name="connsiteY130" fmla="*/ 2319466 h 2344739"/>
              <a:gd name="connsiteX131" fmla="*/ 5382817 w 12193149"/>
              <a:gd name="connsiteY131" fmla="*/ 2301764 h 2344739"/>
              <a:gd name="connsiteX132" fmla="*/ 5262912 w 12193149"/>
              <a:gd name="connsiteY132" fmla="*/ 2281347 h 2344739"/>
              <a:gd name="connsiteX133" fmla="*/ 5224109 w 12193149"/>
              <a:gd name="connsiteY133" fmla="*/ 2270223 h 2344739"/>
              <a:gd name="connsiteX134" fmla="*/ 5175808 w 12193149"/>
              <a:gd name="connsiteY134" fmla="*/ 2267233 h 2344739"/>
              <a:gd name="connsiteX135" fmla="*/ 5157702 w 12193149"/>
              <a:gd name="connsiteY135" fmla="*/ 2260010 h 2344739"/>
              <a:gd name="connsiteX136" fmla="*/ 5143747 w 12193149"/>
              <a:gd name="connsiteY136" fmla="*/ 2256610 h 2344739"/>
              <a:gd name="connsiteX137" fmla="*/ 5140744 w 12193149"/>
              <a:gd name="connsiteY137" fmla="*/ 2254509 h 2344739"/>
              <a:gd name="connsiteX138" fmla="*/ 5122807 w 12193149"/>
              <a:gd name="connsiteY138" fmla="*/ 2243656 h 2344739"/>
              <a:gd name="connsiteX139" fmla="*/ 5066938 w 12193149"/>
              <a:gd name="connsiteY139" fmla="*/ 2250227 h 2344739"/>
              <a:gd name="connsiteX140" fmla="*/ 5012662 w 12193149"/>
              <a:gd name="connsiteY140" fmla="*/ 2233846 h 2344739"/>
              <a:gd name="connsiteX141" fmla="*/ 4841589 w 12193149"/>
              <a:gd name="connsiteY141" fmla="*/ 2209829 h 2344739"/>
              <a:gd name="connsiteX142" fmla="*/ 4763595 w 12193149"/>
              <a:gd name="connsiteY142" fmla="*/ 2182061 h 2344739"/>
              <a:gd name="connsiteX143" fmla="*/ 4724334 w 12193149"/>
              <a:gd name="connsiteY143" fmla="*/ 2173047 h 2344739"/>
              <a:gd name="connsiteX144" fmla="*/ 4722324 w 12193149"/>
              <a:gd name="connsiteY144" fmla="*/ 2172298 h 2344739"/>
              <a:gd name="connsiteX145" fmla="*/ 4723259 w 12193149"/>
              <a:gd name="connsiteY145" fmla="*/ 2172087 h 2344739"/>
              <a:gd name="connsiteX146" fmla="*/ 4718350 w 12193149"/>
              <a:gd name="connsiteY146" fmla="*/ 2170817 h 2344739"/>
              <a:gd name="connsiteX147" fmla="*/ 4722324 w 12193149"/>
              <a:gd name="connsiteY147" fmla="*/ 2172298 h 2344739"/>
              <a:gd name="connsiteX148" fmla="*/ 4716674 w 12193149"/>
              <a:gd name="connsiteY148" fmla="*/ 2173573 h 2344739"/>
              <a:gd name="connsiteX149" fmla="*/ 4516962 w 12193149"/>
              <a:gd name="connsiteY149" fmla="*/ 2163671 h 2344739"/>
              <a:gd name="connsiteX150" fmla="*/ 4429691 w 12193149"/>
              <a:gd name="connsiteY150" fmla="*/ 2153020 h 2344739"/>
              <a:gd name="connsiteX151" fmla="*/ 4364023 w 12193149"/>
              <a:gd name="connsiteY151" fmla="*/ 2151674 h 2344739"/>
              <a:gd name="connsiteX152" fmla="*/ 4318114 w 12193149"/>
              <a:gd name="connsiteY152" fmla="*/ 2158289 h 2344739"/>
              <a:gd name="connsiteX153" fmla="*/ 4316258 w 12193149"/>
              <a:gd name="connsiteY153" fmla="*/ 2156948 h 2344739"/>
              <a:gd name="connsiteX154" fmla="*/ 4296292 w 12193149"/>
              <a:gd name="connsiteY154" fmla="*/ 2155069 h 2344739"/>
              <a:gd name="connsiteX155" fmla="*/ 4291212 w 12193149"/>
              <a:gd name="connsiteY155" fmla="*/ 2157986 h 2344739"/>
              <a:gd name="connsiteX156" fmla="*/ 4277290 w 12193149"/>
              <a:gd name="connsiteY156" fmla="*/ 2157740 h 2344739"/>
              <a:gd name="connsiteX157" fmla="*/ 4249265 w 12193149"/>
              <a:gd name="connsiteY157" fmla="*/ 2160064 h 2344739"/>
              <a:gd name="connsiteX158" fmla="*/ 4203199 w 12193149"/>
              <a:gd name="connsiteY158" fmla="*/ 2157269 h 2344739"/>
              <a:gd name="connsiteX159" fmla="*/ 4202893 w 12193149"/>
              <a:gd name="connsiteY159" fmla="*/ 2156010 h 2344739"/>
              <a:gd name="connsiteX160" fmla="*/ 4192396 w 12193149"/>
              <a:gd name="connsiteY160" fmla="*/ 2150376 h 2344739"/>
              <a:gd name="connsiteX161" fmla="*/ 4143893 w 12193149"/>
              <a:gd name="connsiteY161" fmla="*/ 2134511 h 2344739"/>
              <a:gd name="connsiteX162" fmla="*/ 4084245 w 12193149"/>
              <a:gd name="connsiteY162" fmla="*/ 2107978 h 2344739"/>
              <a:gd name="connsiteX163" fmla="*/ 4075694 w 12193149"/>
              <a:gd name="connsiteY163" fmla="*/ 2107143 h 2344739"/>
              <a:gd name="connsiteX164" fmla="*/ 4075575 w 12193149"/>
              <a:gd name="connsiteY164" fmla="*/ 2106844 h 2344739"/>
              <a:gd name="connsiteX165" fmla="*/ 4066658 w 12193149"/>
              <a:gd name="connsiteY165" fmla="*/ 2105400 h 2344739"/>
              <a:gd name="connsiteX166" fmla="*/ 4060102 w 12193149"/>
              <a:gd name="connsiteY166" fmla="*/ 2105618 h 2344739"/>
              <a:gd name="connsiteX167" fmla="*/ 4043512 w 12193149"/>
              <a:gd name="connsiteY167" fmla="*/ 2103997 h 2344739"/>
              <a:gd name="connsiteX168" fmla="*/ 4038145 w 12193149"/>
              <a:gd name="connsiteY168" fmla="*/ 2101563 h 2344739"/>
              <a:gd name="connsiteX169" fmla="*/ 4036511 w 12193149"/>
              <a:gd name="connsiteY169" fmla="*/ 2097896 h 2344739"/>
              <a:gd name="connsiteX170" fmla="*/ 4034926 w 12193149"/>
              <a:gd name="connsiteY170" fmla="*/ 2098131 h 2344739"/>
              <a:gd name="connsiteX171" fmla="*/ 4005686 w 12193149"/>
              <a:gd name="connsiteY171" fmla="*/ 2085563 h 2344739"/>
              <a:gd name="connsiteX172" fmla="*/ 3937994 w 12193149"/>
              <a:gd name="connsiteY172" fmla="*/ 2068106 h 2344739"/>
              <a:gd name="connsiteX173" fmla="*/ 3898423 w 12193149"/>
              <a:gd name="connsiteY173" fmla="*/ 2062451 h 2344739"/>
              <a:gd name="connsiteX174" fmla="*/ 3790908 w 12193149"/>
              <a:gd name="connsiteY174" fmla="*/ 2042213 h 2344739"/>
              <a:gd name="connsiteX175" fmla="*/ 3683661 w 12193149"/>
              <a:gd name="connsiteY175" fmla="*/ 2018290 h 2344739"/>
              <a:gd name="connsiteX176" fmla="*/ 3611183 w 12193149"/>
              <a:gd name="connsiteY176" fmla="*/ 1986019 h 2344739"/>
              <a:gd name="connsiteX177" fmla="*/ 3605003 w 12193149"/>
              <a:gd name="connsiteY177" fmla="*/ 1987381 h 2344739"/>
              <a:gd name="connsiteX178" fmla="*/ 3595884 w 12193149"/>
              <a:gd name="connsiteY178" fmla="*/ 1987545 h 2344739"/>
              <a:gd name="connsiteX179" fmla="*/ 3595649 w 12193149"/>
              <a:gd name="connsiteY179" fmla="*/ 1987276 h 2344739"/>
              <a:gd name="connsiteX180" fmla="*/ 3587126 w 12193149"/>
              <a:gd name="connsiteY180" fmla="*/ 1987966 h 2344739"/>
              <a:gd name="connsiteX181" fmla="*/ 3537283 w 12193149"/>
              <a:gd name="connsiteY181" fmla="*/ 1978267 h 2344739"/>
              <a:gd name="connsiteX182" fmla="*/ 3474371 w 12193149"/>
              <a:gd name="connsiteY182" fmla="*/ 1974606 h 2344739"/>
              <a:gd name="connsiteX183" fmla="*/ 3401876 w 12193149"/>
              <a:gd name="connsiteY183" fmla="*/ 1962558 h 2344739"/>
              <a:gd name="connsiteX184" fmla="*/ 3365036 w 12193149"/>
              <a:gd name="connsiteY184" fmla="*/ 1979510 h 2344739"/>
              <a:gd name="connsiteX185" fmla="*/ 3345174 w 12193149"/>
              <a:gd name="connsiteY185" fmla="*/ 1981192 h 2344739"/>
              <a:gd name="connsiteX186" fmla="*/ 3342846 w 12193149"/>
              <a:gd name="connsiteY186" fmla="*/ 1980217 h 2344739"/>
              <a:gd name="connsiteX187" fmla="*/ 3263504 w 12193149"/>
              <a:gd name="connsiteY187" fmla="*/ 1986094 h 2344739"/>
              <a:gd name="connsiteX188" fmla="*/ 3143704 w 12193149"/>
              <a:gd name="connsiteY188" fmla="*/ 1993869 h 2344739"/>
              <a:gd name="connsiteX189" fmla="*/ 3031439 w 12193149"/>
              <a:gd name="connsiteY189" fmla="*/ 1996512 h 2344739"/>
              <a:gd name="connsiteX190" fmla="*/ 2782717 w 12193149"/>
              <a:gd name="connsiteY190" fmla="*/ 2018333 h 2344739"/>
              <a:gd name="connsiteX191" fmla="*/ 2647675 w 12193149"/>
              <a:gd name="connsiteY191" fmla="*/ 2028869 h 2344739"/>
              <a:gd name="connsiteX192" fmla="*/ 2569176 w 12193149"/>
              <a:gd name="connsiteY192" fmla="*/ 2002628 h 2344739"/>
              <a:gd name="connsiteX193" fmla="*/ 2444403 w 12193149"/>
              <a:gd name="connsiteY193" fmla="*/ 2016529 h 2344739"/>
              <a:gd name="connsiteX194" fmla="*/ 2316260 w 12193149"/>
              <a:gd name="connsiteY194" fmla="*/ 2024996 h 2344739"/>
              <a:gd name="connsiteX195" fmla="*/ 2209726 w 12193149"/>
              <a:gd name="connsiteY195" fmla="*/ 2019763 h 2344739"/>
              <a:gd name="connsiteX196" fmla="*/ 2095813 w 12193149"/>
              <a:gd name="connsiteY196" fmla="*/ 2003052 h 2344739"/>
              <a:gd name="connsiteX197" fmla="*/ 1998504 w 12193149"/>
              <a:gd name="connsiteY197" fmla="*/ 1995032 h 2344739"/>
              <a:gd name="connsiteX198" fmla="*/ 1929320 w 12193149"/>
              <a:gd name="connsiteY198" fmla="*/ 2016977 h 2344739"/>
              <a:gd name="connsiteX199" fmla="*/ 1922798 w 12193149"/>
              <a:gd name="connsiteY199" fmla="*/ 2012146 h 2344739"/>
              <a:gd name="connsiteX200" fmla="*/ 1874228 w 12193149"/>
              <a:gd name="connsiteY200" fmla="*/ 2013741 h 2344739"/>
              <a:gd name="connsiteX201" fmla="*/ 1787803 w 12193149"/>
              <a:gd name="connsiteY201" fmla="*/ 2041363 h 2344739"/>
              <a:gd name="connsiteX202" fmla="*/ 1739352 w 12193149"/>
              <a:gd name="connsiteY202" fmla="*/ 2036312 h 2344739"/>
              <a:gd name="connsiteX203" fmla="*/ 1676219 w 12193149"/>
              <a:gd name="connsiteY203" fmla="*/ 2019963 h 2344739"/>
              <a:gd name="connsiteX204" fmla="*/ 1609817 w 12193149"/>
              <a:gd name="connsiteY204" fmla="*/ 2013066 h 2344739"/>
              <a:gd name="connsiteX205" fmla="*/ 1497258 w 12193149"/>
              <a:gd name="connsiteY205" fmla="*/ 1987476 h 2344739"/>
              <a:gd name="connsiteX206" fmla="*/ 1151127 w 12193149"/>
              <a:gd name="connsiteY206" fmla="*/ 1938041 h 2344739"/>
              <a:gd name="connsiteX207" fmla="*/ 859417 w 12193149"/>
              <a:gd name="connsiteY207" fmla="*/ 1928608 h 2344739"/>
              <a:gd name="connsiteX208" fmla="*/ 838688 w 12193149"/>
              <a:gd name="connsiteY208" fmla="*/ 1929821 h 2344739"/>
              <a:gd name="connsiteX209" fmla="*/ 817957 w 12193149"/>
              <a:gd name="connsiteY209" fmla="*/ 1927857 h 2344739"/>
              <a:gd name="connsiteX210" fmla="*/ 812654 w 12193149"/>
              <a:gd name="connsiteY210" fmla="*/ 1930751 h 2344739"/>
              <a:gd name="connsiteX211" fmla="*/ 721195 w 12193149"/>
              <a:gd name="connsiteY211" fmla="*/ 1929661 h 2344739"/>
              <a:gd name="connsiteX212" fmla="*/ 720890 w 12193149"/>
              <a:gd name="connsiteY212" fmla="*/ 1928399 h 2344739"/>
              <a:gd name="connsiteX213" fmla="*/ 710023 w 12193149"/>
              <a:gd name="connsiteY213" fmla="*/ 1922722 h 2344739"/>
              <a:gd name="connsiteX214" fmla="*/ 597940 w 12193149"/>
              <a:gd name="connsiteY214" fmla="*/ 1879864 h 2344739"/>
              <a:gd name="connsiteX215" fmla="*/ 579683 w 12193149"/>
              <a:gd name="connsiteY215" fmla="*/ 1877212 h 2344739"/>
              <a:gd name="connsiteX216" fmla="*/ 572865 w 12193149"/>
              <a:gd name="connsiteY216" fmla="*/ 1877401 h 2344739"/>
              <a:gd name="connsiteX217" fmla="*/ 446247 w 12193149"/>
              <a:gd name="connsiteY217" fmla="*/ 1839371 h 2344739"/>
              <a:gd name="connsiteX218" fmla="*/ 405163 w 12193149"/>
              <a:gd name="connsiteY218" fmla="*/ 1833548 h 2344739"/>
              <a:gd name="connsiteX219" fmla="*/ 293583 w 12193149"/>
              <a:gd name="connsiteY219" fmla="*/ 1812852 h 2344739"/>
              <a:gd name="connsiteX220" fmla="*/ 119529 w 12193149"/>
              <a:gd name="connsiteY220" fmla="*/ 1761047 h 2344739"/>
              <a:gd name="connsiteX221" fmla="*/ 16674 w 12193149"/>
              <a:gd name="connsiteY221" fmla="*/ 1758191 h 2344739"/>
              <a:gd name="connsiteX222" fmla="*/ 1150 w 12193149"/>
              <a:gd name="connsiteY222" fmla="*/ 1752722 h 2344739"/>
              <a:gd name="connsiteX223" fmla="*/ 1148 w 12193149"/>
              <a:gd name="connsiteY223" fmla="*/ 222213 h 2344739"/>
              <a:gd name="connsiteX224" fmla="*/ 1148 w 12193149"/>
              <a:gd name="connsiteY224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44200 w 12193149"/>
              <a:gd name="connsiteY65" fmla="*/ 1841244 h 2344739"/>
              <a:gd name="connsiteX66" fmla="*/ 9232518 w 12193149"/>
              <a:gd name="connsiteY66" fmla="*/ 1893149 h 2344739"/>
              <a:gd name="connsiteX67" fmla="*/ 9195958 w 12193149"/>
              <a:gd name="connsiteY67" fmla="*/ 1903228 h 2344739"/>
              <a:gd name="connsiteX68" fmla="*/ 9190394 w 12193149"/>
              <a:gd name="connsiteY68" fmla="*/ 1912467 h 2344739"/>
              <a:gd name="connsiteX69" fmla="*/ 9114960 w 12193149"/>
              <a:gd name="connsiteY69" fmla="*/ 1919069 h 2344739"/>
              <a:gd name="connsiteX70" fmla="*/ 9054601 w 12193149"/>
              <a:gd name="connsiteY70" fmla="*/ 1910755 h 2344739"/>
              <a:gd name="connsiteX71" fmla="*/ 9006634 w 12193149"/>
              <a:gd name="connsiteY71" fmla="*/ 1914040 h 2344739"/>
              <a:gd name="connsiteX72" fmla="*/ 9006349 w 12193149"/>
              <a:gd name="connsiteY72" fmla="*/ 1913800 h 2344739"/>
              <a:gd name="connsiteX73" fmla="*/ 8997380 w 12193149"/>
              <a:gd name="connsiteY73" fmla="*/ 1915011 h 2344739"/>
              <a:gd name="connsiteX74" fmla="*/ 8991542 w 12193149"/>
              <a:gd name="connsiteY74" fmla="*/ 1917072 h 2344739"/>
              <a:gd name="connsiteX75" fmla="*/ 8975485 w 12193149"/>
              <a:gd name="connsiteY75" fmla="*/ 1920298 h 2344739"/>
              <a:gd name="connsiteX76" fmla="*/ 8969159 w 12193149"/>
              <a:gd name="connsiteY76" fmla="*/ 1919598 h 2344739"/>
              <a:gd name="connsiteX77" fmla="*/ 8964196 w 12193149"/>
              <a:gd name="connsiteY77" fmla="*/ 1917373 h 2344739"/>
              <a:gd name="connsiteX78" fmla="*/ 8930136 w 12193149"/>
              <a:gd name="connsiteY78" fmla="*/ 1914185 h 2344739"/>
              <a:gd name="connsiteX79" fmla="*/ 8753592 w 12193149"/>
              <a:gd name="connsiteY79" fmla="*/ 1933417 h 2344739"/>
              <a:gd name="connsiteX80" fmla="*/ 8708995 w 12193149"/>
              <a:gd name="connsiteY80" fmla="*/ 1935518 h 2344739"/>
              <a:gd name="connsiteX81" fmla="*/ 8597219 w 12193149"/>
              <a:gd name="connsiteY81" fmla="*/ 1944090 h 2344739"/>
              <a:gd name="connsiteX82" fmla="*/ 8526378 w 12193149"/>
              <a:gd name="connsiteY82" fmla="*/ 1929248 h 2344739"/>
              <a:gd name="connsiteX83" fmla="*/ 8512131 w 12193149"/>
              <a:gd name="connsiteY83" fmla="*/ 1935163 h 2344739"/>
              <a:gd name="connsiteX84" fmla="*/ 8507315 w 12193149"/>
              <a:gd name="connsiteY84" fmla="*/ 1938164 h 2344739"/>
              <a:gd name="connsiteX85" fmla="*/ 8499116 w 12193149"/>
              <a:gd name="connsiteY85" fmla="*/ 1940902 h 2344739"/>
              <a:gd name="connsiteX86" fmla="*/ 8498742 w 12193149"/>
              <a:gd name="connsiteY86" fmla="*/ 1940723 h 2344739"/>
              <a:gd name="connsiteX87" fmla="*/ 8491397 w 12193149"/>
              <a:gd name="connsiteY87" fmla="*/ 1943773 h 2344739"/>
              <a:gd name="connsiteX88" fmla="*/ 8368330 w 12193149"/>
              <a:gd name="connsiteY88" fmla="*/ 1957815 h 2344739"/>
              <a:gd name="connsiteX89" fmla="*/ 8354947 w 12193149"/>
              <a:gd name="connsiteY89" fmla="*/ 1958009 h 2344739"/>
              <a:gd name="connsiteX90" fmla="*/ 8321252 w 12193149"/>
              <a:gd name="connsiteY90" fmla="*/ 1974587 h 2344739"/>
              <a:gd name="connsiteX91" fmla="*/ 8315581 w 12193149"/>
              <a:gd name="connsiteY91" fmla="*/ 1974913 h 2344739"/>
              <a:gd name="connsiteX92" fmla="*/ 8296322 w 12193149"/>
              <a:gd name="connsiteY92" fmla="*/ 1988808 h 2344739"/>
              <a:gd name="connsiteX93" fmla="*/ 8285424 w 12193149"/>
              <a:gd name="connsiteY93" fmla="*/ 1994631 h 2344739"/>
              <a:gd name="connsiteX94" fmla="*/ 8284298 w 12193149"/>
              <a:gd name="connsiteY94" fmla="*/ 1999074 h 2344739"/>
              <a:gd name="connsiteX95" fmla="*/ 8267224 w 12193149"/>
              <a:gd name="connsiteY95" fmla="*/ 2006249 h 2344739"/>
              <a:gd name="connsiteX96" fmla="*/ 8264525 w 12193149"/>
              <a:gd name="connsiteY96" fmla="*/ 2006019 h 2344739"/>
              <a:gd name="connsiteX97" fmla="*/ 8253181 w 12193149"/>
              <a:gd name="connsiteY97" fmla="*/ 2015862 h 2344739"/>
              <a:gd name="connsiteX98" fmla="*/ 8246982 w 12193149"/>
              <a:gd name="connsiteY98" fmla="*/ 2028854 h 2344739"/>
              <a:gd name="connsiteX99" fmla="*/ 8091420 w 12193149"/>
              <a:gd name="connsiteY99" fmla="*/ 2075015 h 2344739"/>
              <a:gd name="connsiteX100" fmla="*/ 7906555 w 12193149"/>
              <a:gd name="connsiteY100" fmla="*/ 2116988 h 2344739"/>
              <a:gd name="connsiteX101" fmla="*/ 7719893 w 12193149"/>
              <a:gd name="connsiteY101" fmla="*/ 2142703 h 2344739"/>
              <a:gd name="connsiteX102" fmla="*/ 7615495 w 12193149"/>
              <a:gd name="connsiteY102" fmla="*/ 2139232 h 2344739"/>
              <a:gd name="connsiteX103" fmla="*/ 7528691 w 12193149"/>
              <a:gd name="connsiteY103" fmla="*/ 2145060 h 2344739"/>
              <a:gd name="connsiteX104" fmla="*/ 7520719 w 12193149"/>
              <a:gd name="connsiteY104" fmla="*/ 2147613 h 2344739"/>
              <a:gd name="connsiteX105" fmla="*/ 7508559 w 12193149"/>
              <a:gd name="connsiteY105" fmla="*/ 2148948 h 2344739"/>
              <a:gd name="connsiteX106" fmla="*/ 7508188 w 12193149"/>
              <a:gd name="connsiteY106" fmla="*/ 2148621 h 2344739"/>
              <a:gd name="connsiteX107" fmla="*/ 7496943 w 12193149"/>
              <a:gd name="connsiteY107" fmla="*/ 2150573 h 2344739"/>
              <a:gd name="connsiteX108" fmla="*/ 7406539 w 12193149"/>
              <a:gd name="connsiteY108" fmla="*/ 2142468 h 2344739"/>
              <a:gd name="connsiteX109" fmla="*/ 7219707 w 12193149"/>
              <a:gd name="connsiteY109" fmla="*/ 2156680 h 2344739"/>
              <a:gd name="connsiteX110" fmla="*/ 7202249 w 12193149"/>
              <a:gd name="connsiteY110" fmla="*/ 2161230 h 2344739"/>
              <a:gd name="connsiteX111" fmla="*/ 7198152 w 12193149"/>
              <a:gd name="connsiteY111" fmla="*/ 2166588 h 2344739"/>
              <a:gd name="connsiteX112" fmla="*/ 7171956 w 12193149"/>
              <a:gd name="connsiteY112" fmla="*/ 2171236 h 2344739"/>
              <a:gd name="connsiteX113" fmla="*/ 7098136 w 12193149"/>
              <a:gd name="connsiteY113" fmla="*/ 2183464 h 2344739"/>
              <a:gd name="connsiteX114" fmla="*/ 7019644 w 12193149"/>
              <a:gd name="connsiteY114" fmla="*/ 2183090 h 2344739"/>
              <a:gd name="connsiteX115" fmla="*/ 6905294 w 12193149"/>
              <a:gd name="connsiteY115" fmla="*/ 2212596 h 2344739"/>
              <a:gd name="connsiteX116" fmla="*/ 6709370 w 12193149"/>
              <a:gd name="connsiteY116" fmla="*/ 2240551 h 2344739"/>
              <a:gd name="connsiteX117" fmla="*/ 6550602 w 12193149"/>
              <a:gd name="connsiteY117" fmla="*/ 2269327 h 2344739"/>
              <a:gd name="connsiteX118" fmla="*/ 6318708 w 12193149"/>
              <a:gd name="connsiteY118" fmla="*/ 2316127 h 2344739"/>
              <a:gd name="connsiteX119" fmla="*/ 6169822 w 12193149"/>
              <a:gd name="connsiteY119" fmla="*/ 2318214 h 2344739"/>
              <a:gd name="connsiteX120" fmla="*/ 6074996 w 12193149"/>
              <a:gd name="connsiteY120" fmla="*/ 2338676 h 2344739"/>
              <a:gd name="connsiteX121" fmla="*/ 6069677 w 12193149"/>
              <a:gd name="connsiteY121" fmla="*/ 2337139 h 2344739"/>
              <a:gd name="connsiteX122" fmla="*/ 6049786 w 12193149"/>
              <a:gd name="connsiteY122" fmla="*/ 2337822 h 2344739"/>
              <a:gd name="connsiteX123" fmla="*/ 6042433 w 12193149"/>
              <a:gd name="connsiteY123" fmla="*/ 2329473 h 2344739"/>
              <a:gd name="connsiteX124" fmla="*/ 6011238 w 12193149"/>
              <a:gd name="connsiteY124" fmla="*/ 2324380 h 2344739"/>
              <a:gd name="connsiteX125" fmla="*/ 5958523 w 12193149"/>
              <a:gd name="connsiteY125" fmla="*/ 2328024 h 2344739"/>
              <a:gd name="connsiteX126" fmla="*/ 5760067 w 12193149"/>
              <a:gd name="connsiteY126" fmla="*/ 2343716 h 2344739"/>
              <a:gd name="connsiteX127" fmla="*/ 5628108 w 12193149"/>
              <a:gd name="connsiteY127" fmla="*/ 2344739 h 2344739"/>
              <a:gd name="connsiteX128" fmla="*/ 5472054 w 12193149"/>
              <a:gd name="connsiteY128" fmla="*/ 2330719 h 2344739"/>
              <a:gd name="connsiteX129" fmla="*/ 5433909 w 12193149"/>
              <a:gd name="connsiteY129" fmla="*/ 2319466 h 2344739"/>
              <a:gd name="connsiteX130" fmla="*/ 5382817 w 12193149"/>
              <a:gd name="connsiteY130" fmla="*/ 2301764 h 2344739"/>
              <a:gd name="connsiteX131" fmla="*/ 5262912 w 12193149"/>
              <a:gd name="connsiteY131" fmla="*/ 2281347 h 2344739"/>
              <a:gd name="connsiteX132" fmla="*/ 5224109 w 12193149"/>
              <a:gd name="connsiteY132" fmla="*/ 2270223 h 2344739"/>
              <a:gd name="connsiteX133" fmla="*/ 5175808 w 12193149"/>
              <a:gd name="connsiteY133" fmla="*/ 2267233 h 2344739"/>
              <a:gd name="connsiteX134" fmla="*/ 5157702 w 12193149"/>
              <a:gd name="connsiteY134" fmla="*/ 2260010 h 2344739"/>
              <a:gd name="connsiteX135" fmla="*/ 5143747 w 12193149"/>
              <a:gd name="connsiteY135" fmla="*/ 2256610 h 2344739"/>
              <a:gd name="connsiteX136" fmla="*/ 5140744 w 12193149"/>
              <a:gd name="connsiteY136" fmla="*/ 2254509 h 2344739"/>
              <a:gd name="connsiteX137" fmla="*/ 5122807 w 12193149"/>
              <a:gd name="connsiteY137" fmla="*/ 2243656 h 2344739"/>
              <a:gd name="connsiteX138" fmla="*/ 5066938 w 12193149"/>
              <a:gd name="connsiteY138" fmla="*/ 2250227 h 2344739"/>
              <a:gd name="connsiteX139" fmla="*/ 5012662 w 12193149"/>
              <a:gd name="connsiteY139" fmla="*/ 2233846 h 2344739"/>
              <a:gd name="connsiteX140" fmla="*/ 4841589 w 12193149"/>
              <a:gd name="connsiteY140" fmla="*/ 2209829 h 2344739"/>
              <a:gd name="connsiteX141" fmla="*/ 4763595 w 12193149"/>
              <a:gd name="connsiteY141" fmla="*/ 2182061 h 2344739"/>
              <a:gd name="connsiteX142" fmla="*/ 4724334 w 12193149"/>
              <a:gd name="connsiteY142" fmla="*/ 2173047 h 2344739"/>
              <a:gd name="connsiteX143" fmla="*/ 4722324 w 12193149"/>
              <a:gd name="connsiteY143" fmla="*/ 2172298 h 2344739"/>
              <a:gd name="connsiteX144" fmla="*/ 4723259 w 12193149"/>
              <a:gd name="connsiteY144" fmla="*/ 2172087 h 2344739"/>
              <a:gd name="connsiteX145" fmla="*/ 4718350 w 12193149"/>
              <a:gd name="connsiteY145" fmla="*/ 2170817 h 2344739"/>
              <a:gd name="connsiteX146" fmla="*/ 4722324 w 12193149"/>
              <a:gd name="connsiteY146" fmla="*/ 2172298 h 2344739"/>
              <a:gd name="connsiteX147" fmla="*/ 4716674 w 12193149"/>
              <a:gd name="connsiteY147" fmla="*/ 2173573 h 2344739"/>
              <a:gd name="connsiteX148" fmla="*/ 4516962 w 12193149"/>
              <a:gd name="connsiteY148" fmla="*/ 2163671 h 2344739"/>
              <a:gd name="connsiteX149" fmla="*/ 4429691 w 12193149"/>
              <a:gd name="connsiteY149" fmla="*/ 2153020 h 2344739"/>
              <a:gd name="connsiteX150" fmla="*/ 4364023 w 12193149"/>
              <a:gd name="connsiteY150" fmla="*/ 2151674 h 2344739"/>
              <a:gd name="connsiteX151" fmla="*/ 4318114 w 12193149"/>
              <a:gd name="connsiteY151" fmla="*/ 2158289 h 2344739"/>
              <a:gd name="connsiteX152" fmla="*/ 4316258 w 12193149"/>
              <a:gd name="connsiteY152" fmla="*/ 2156948 h 2344739"/>
              <a:gd name="connsiteX153" fmla="*/ 4296292 w 12193149"/>
              <a:gd name="connsiteY153" fmla="*/ 2155069 h 2344739"/>
              <a:gd name="connsiteX154" fmla="*/ 4291212 w 12193149"/>
              <a:gd name="connsiteY154" fmla="*/ 2157986 h 2344739"/>
              <a:gd name="connsiteX155" fmla="*/ 4277290 w 12193149"/>
              <a:gd name="connsiteY155" fmla="*/ 2157740 h 2344739"/>
              <a:gd name="connsiteX156" fmla="*/ 4249265 w 12193149"/>
              <a:gd name="connsiteY156" fmla="*/ 2160064 h 2344739"/>
              <a:gd name="connsiteX157" fmla="*/ 4203199 w 12193149"/>
              <a:gd name="connsiteY157" fmla="*/ 2157269 h 2344739"/>
              <a:gd name="connsiteX158" fmla="*/ 4202893 w 12193149"/>
              <a:gd name="connsiteY158" fmla="*/ 2156010 h 2344739"/>
              <a:gd name="connsiteX159" fmla="*/ 4192396 w 12193149"/>
              <a:gd name="connsiteY159" fmla="*/ 2150376 h 2344739"/>
              <a:gd name="connsiteX160" fmla="*/ 4143893 w 12193149"/>
              <a:gd name="connsiteY160" fmla="*/ 2134511 h 2344739"/>
              <a:gd name="connsiteX161" fmla="*/ 4084245 w 12193149"/>
              <a:gd name="connsiteY161" fmla="*/ 2107978 h 2344739"/>
              <a:gd name="connsiteX162" fmla="*/ 4075694 w 12193149"/>
              <a:gd name="connsiteY162" fmla="*/ 2107143 h 2344739"/>
              <a:gd name="connsiteX163" fmla="*/ 4075575 w 12193149"/>
              <a:gd name="connsiteY163" fmla="*/ 2106844 h 2344739"/>
              <a:gd name="connsiteX164" fmla="*/ 4066658 w 12193149"/>
              <a:gd name="connsiteY164" fmla="*/ 2105400 h 2344739"/>
              <a:gd name="connsiteX165" fmla="*/ 4060102 w 12193149"/>
              <a:gd name="connsiteY165" fmla="*/ 2105618 h 2344739"/>
              <a:gd name="connsiteX166" fmla="*/ 4043512 w 12193149"/>
              <a:gd name="connsiteY166" fmla="*/ 2103997 h 2344739"/>
              <a:gd name="connsiteX167" fmla="*/ 4038145 w 12193149"/>
              <a:gd name="connsiteY167" fmla="*/ 2101563 h 2344739"/>
              <a:gd name="connsiteX168" fmla="*/ 4036511 w 12193149"/>
              <a:gd name="connsiteY168" fmla="*/ 2097896 h 2344739"/>
              <a:gd name="connsiteX169" fmla="*/ 4034926 w 12193149"/>
              <a:gd name="connsiteY169" fmla="*/ 2098131 h 2344739"/>
              <a:gd name="connsiteX170" fmla="*/ 4005686 w 12193149"/>
              <a:gd name="connsiteY170" fmla="*/ 2085563 h 2344739"/>
              <a:gd name="connsiteX171" fmla="*/ 3937994 w 12193149"/>
              <a:gd name="connsiteY171" fmla="*/ 2068106 h 2344739"/>
              <a:gd name="connsiteX172" fmla="*/ 3898423 w 12193149"/>
              <a:gd name="connsiteY172" fmla="*/ 2062451 h 2344739"/>
              <a:gd name="connsiteX173" fmla="*/ 3790908 w 12193149"/>
              <a:gd name="connsiteY173" fmla="*/ 2042213 h 2344739"/>
              <a:gd name="connsiteX174" fmla="*/ 3683661 w 12193149"/>
              <a:gd name="connsiteY174" fmla="*/ 2018290 h 2344739"/>
              <a:gd name="connsiteX175" fmla="*/ 3611183 w 12193149"/>
              <a:gd name="connsiteY175" fmla="*/ 1986019 h 2344739"/>
              <a:gd name="connsiteX176" fmla="*/ 3605003 w 12193149"/>
              <a:gd name="connsiteY176" fmla="*/ 1987381 h 2344739"/>
              <a:gd name="connsiteX177" fmla="*/ 3595884 w 12193149"/>
              <a:gd name="connsiteY177" fmla="*/ 1987545 h 2344739"/>
              <a:gd name="connsiteX178" fmla="*/ 3595649 w 12193149"/>
              <a:gd name="connsiteY178" fmla="*/ 1987276 h 2344739"/>
              <a:gd name="connsiteX179" fmla="*/ 3587126 w 12193149"/>
              <a:gd name="connsiteY179" fmla="*/ 1987966 h 2344739"/>
              <a:gd name="connsiteX180" fmla="*/ 3537283 w 12193149"/>
              <a:gd name="connsiteY180" fmla="*/ 1978267 h 2344739"/>
              <a:gd name="connsiteX181" fmla="*/ 3474371 w 12193149"/>
              <a:gd name="connsiteY181" fmla="*/ 1974606 h 2344739"/>
              <a:gd name="connsiteX182" fmla="*/ 3401876 w 12193149"/>
              <a:gd name="connsiteY182" fmla="*/ 1962558 h 2344739"/>
              <a:gd name="connsiteX183" fmla="*/ 3365036 w 12193149"/>
              <a:gd name="connsiteY183" fmla="*/ 1979510 h 2344739"/>
              <a:gd name="connsiteX184" fmla="*/ 3345174 w 12193149"/>
              <a:gd name="connsiteY184" fmla="*/ 1981192 h 2344739"/>
              <a:gd name="connsiteX185" fmla="*/ 3342846 w 12193149"/>
              <a:gd name="connsiteY185" fmla="*/ 1980217 h 2344739"/>
              <a:gd name="connsiteX186" fmla="*/ 3263504 w 12193149"/>
              <a:gd name="connsiteY186" fmla="*/ 1986094 h 2344739"/>
              <a:gd name="connsiteX187" fmla="*/ 3143704 w 12193149"/>
              <a:gd name="connsiteY187" fmla="*/ 1993869 h 2344739"/>
              <a:gd name="connsiteX188" fmla="*/ 3031439 w 12193149"/>
              <a:gd name="connsiteY188" fmla="*/ 1996512 h 2344739"/>
              <a:gd name="connsiteX189" fmla="*/ 2782717 w 12193149"/>
              <a:gd name="connsiteY189" fmla="*/ 2018333 h 2344739"/>
              <a:gd name="connsiteX190" fmla="*/ 2647675 w 12193149"/>
              <a:gd name="connsiteY190" fmla="*/ 2028869 h 2344739"/>
              <a:gd name="connsiteX191" fmla="*/ 2569176 w 12193149"/>
              <a:gd name="connsiteY191" fmla="*/ 2002628 h 2344739"/>
              <a:gd name="connsiteX192" fmla="*/ 2444403 w 12193149"/>
              <a:gd name="connsiteY192" fmla="*/ 2016529 h 2344739"/>
              <a:gd name="connsiteX193" fmla="*/ 2316260 w 12193149"/>
              <a:gd name="connsiteY193" fmla="*/ 2024996 h 2344739"/>
              <a:gd name="connsiteX194" fmla="*/ 2209726 w 12193149"/>
              <a:gd name="connsiteY194" fmla="*/ 2019763 h 2344739"/>
              <a:gd name="connsiteX195" fmla="*/ 2095813 w 12193149"/>
              <a:gd name="connsiteY195" fmla="*/ 2003052 h 2344739"/>
              <a:gd name="connsiteX196" fmla="*/ 1998504 w 12193149"/>
              <a:gd name="connsiteY196" fmla="*/ 1995032 h 2344739"/>
              <a:gd name="connsiteX197" fmla="*/ 1929320 w 12193149"/>
              <a:gd name="connsiteY197" fmla="*/ 2016977 h 2344739"/>
              <a:gd name="connsiteX198" fmla="*/ 1922798 w 12193149"/>
              <a:gd name="connsiteY198" fmla="*/ 2012146 h 2344739"/>
              <a:gd name="connsiteX199" fmla="*/ 1874228 w 12193149"/>
              <a:gd name="connsiteY199" fmla="*/ 2013741 h 2344739"/>
              <a:gd name="connsiteX200" fmla="*/ 1787803 w 12193149"/>
              <a:gd name="connsiteY200" fmla="*/ 2041363 h 2344739"/>
              <a:gd name="connsiteX201" fmla="*/ 1739352 w 12193149"/>
              <a:gd name="connsiteY201" fmla="*/ 2036312 h 2344739"/>
              <a:gd name="connsiteX202" fmla="*/ 1676219 w 12193149"/>
              <a:gd name="connsiteY202" fmla="*/ 2019963 h 2344739"/>
              <a:gd name="connsiteX203" fmla="*/ 1609817 w 12193149"/>
              <a:gd name="connsiteY203" fmla="*/ 2013066 h 2344739"/>
              <a:gd name="connsiteX204" fmla="*/ 1497258 w 12193149"/>
              <a:gd name="connsiteY204" fmla="*/ 1987476 h 2344739"/>
              <a:gd name="connsiteX205" fmla="*/ 1151127 w 12193149"/>
              <a:gd name="connsiteY205" fmla="*/ 1938041 h 2344739"/>
              <a:gd name="connsiteX206" fmla="*/ 859417 w 12193149"/>
              <a:gd name="connsiteY206" fmla="*/ 1928608 h 2344739"/>
              <a:gd name="connsiteX207" fmla="*/ 838688 w 12193149"/>
              <a:gd name="connsiteY207" fmla="*/ 1929821 h 2344739"/>
              <a:gd name="connsiteX208" fmla="*/ 817957 w 12193149"/>
              <a:gd name="connsiteY208" fmla="*/ 1927857 h 2344739"/>
              <a:gd name="connsiteX209" fmla="*/ 812654 w 12193149"/>
              <a:gd name="connsiteY209" fmla="*/ 1930751 h 2344739"/>
              <a:gd name="connsiteX210" fmla="*/ 721195 w 12193149"/>
              <a:gd name="connsiteY210" fmla="*/ 1929661 h 2344739"/>
              <a:gd name="connsiteX211" fmla="*/ 720890 w 12193149"/>
              <a:gd name="connsiteY211" fmla="*/ 1928399 h 2344739"/>
              <a:gd name="connsiteX212" fmla="*/ 710023 w 12193149"/>
              <a:gd name="connsiteY212" fmla="*/ 1922722 h 2344739"/>
              <a:gd name="connsiteX213" fmla="*/ 597940 w 12193149"/>
              <a:gd name="connsiteY213" fmla="*/ 1879864 h 2344739"/>
              <a:gd name="connsiteX214" fmla="*/ 579683 w 12193149"/>
              <a:gd name="connsiteY214" fmla="*/ 1877212 h 2344739"/>
              <a:gd name="connsiteX215" fmla="*/ 572865 w 12193149"/>
              <a:gd name="connsiteY215" fmla="*/ 1877401 h 2344739"/>
              <a:gd name="connsiteX216" fmla="*/ 446247 w 12193149"/>
              <a:gd name="connsiteY216" fmla="*/ 1839371 h 2344739"/>
              <a:gd name="connsiteX217" fmla="*/ 405163 w 12193149"/>
              <a:gd name="connsiteY217" fmla="*/ 1833548 h 2344739"/>
              <a:gd name="connsiteX218" fmla="*/ 293583 w 12193149"/>
              <a:gd name="connsiteY218" fmla="*/ 1812852 h 2344739"/>
              <a:gd name="connsiteX219" fmla="*/ 119529 w 12193149"/>
              <a:gd name="connsiteY219" fmla="*/ 1761047 h 2344739"/>
              <a:gd name="connsiteX220" fmla="*/ 16674 w 12193149"/>
              <a:gd name="connsiteY220" fmla="*/ 1758191 h 2344739"/>
              <a:gd name="connsiteX221" fmla="*/ 1150 w 12193149"/>
              <a:gd name="connsiteY221" fmla="*/ 1752722 h 2344739"/>
              <a:gd name="connsiteX222" fmla="*/ 1148 w 12193149"/>
              <a:gd name="connsiteY222" fmla="*/ 222213 h 2344739"/>
              <a:gd name="connsiteX223" fmla="*/ 1148 w 12193149"/>
              <a:gd name="connsiteY223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44200 w 12193149"/>
              <a:gd name="connsiteY65" fmla="*/ 1841244 h 2344739"/>
              <a:gd name="connsiteX66" fmla="*/ 9232518 w 12193149"/>
              <a:gd name="connsiteY66" fmla="*/ 1893149 h 2344739"/>
              <a:gd name="connsiteX67" fmla="*/ 9195958 w 12193149"/>
              <a:gd name="connsiteY67" fmla="*/ 1903228 h 2344739"/>
              <a:gd name="connsiteX68" fmla="*/ 9114960 w 12193149"/>
              <a:gd name="connsiteY68" fmla="*/ 1919069 h 2344739"/>
              <a:gd name="connsiteX69" fmla="*/ 9054601 w 12193149"/>
              <a:gd name="connsiteY69" fmla="*/ 1910755 h 2344739"/>
              <a:gd name="connsiteX70" fmla="*/ 9006634 w 12193149"/>
              <a:gd name="connsiteY70" fmla="*/ 1914040 h 2344739"/>
              <a:gd name="connsiteX71" fmla="*/ 9006349 w 12193149"/>
              <a:gd name="connsiteY71" fmla="*/ 1913800 h 2344739"/>
              <a:gd name="connsiteX72" fmla="*/ 8997380 w 12193149"/>
              <a:gd name="connsiteY72" fmla="*/ 1915011 h 2344739"/>
              <a:gd name="connsiteX73" fmla="*/ 8991542 w 12193149"/>
              <a:gd name="connsiteY73" fmla="*/ 1917072 h 2344739"/>
              <a:gd name="connsiteX74" fmla="*/ 8975485 w 12193149"/>
              <a:gd name="connsiteY74" fmla="*/ 1920298 h 2344739"/>
              <a:gd name="connsiteX75" fmla="*/ 8969159 w 12193149"/>
              <a:gd name="connsiteY75" fmla="*/ 1919598 h 2344739"/>
              <a:gd name="connsiteX76" fmla="*/ 8964196 w 12193149"/>
              <a:gd name="connsiteY76" fmla="*/ 1917373 h 2344739"/>
              <a:gd name="connsiteX77" fmla="*/ 8930136 w 12193149"/>
              <a:gd name="connsiteY77" fmla="*/ 1914185 h 2344739"/>
              <a:gd name="connsiteX78" fmla="*/ 8753592 w 12193149"/>
              <a:gd name="connsiteY78" fmla="*/ 1933417 h 2344739"/>
              <a:gd name="connsiteX79" fmla="*/ 8708995 w 12193149"/>
              <a:gd name="connsiteY79" fmla="*/ 1935518 h 2344739"/>
              <a:gd name="connsiteX80" fmla="*/ 8597219 w 12193149"/>
              <a:gd name="connsiteY80" fmla="*/ 1944090 h 2344739"/>
              <a:gd name="connsiteX81" fmla="*/ 8526378 w 12193149"/>
              <a:gd name="connsiteY81" fmla="*/ 1929248 h 2344739"/>
              <a:gd name="connsiteX82" fmla="*/ 8512131 w 12193149"/>
              <a:gd name="connsiteY82" fmla="*/ 1935163 h 2344739"/>
              <a:gd name="connsiteX83" fmla="*/ 8507315 w 12193149"/>
              <a:gd name="connsiteY83" fmla="*/ 1938164 h 2344739"/>
              <a:gd name="connsiteX84" fmla="*/ 8499116 w 12193149"/>
              <a:gd name="connsiteY84" fmla="*/ 1940902 h 2344739"/>
              <a:gd name="connsiteX85" fmla="*/ 8498742 w 12193149"/>
              <a:gd name="connsiteY85" fmla="*/ 1940723 h 2344739"/>
              <a:gd name="connsiteX86" fmla="*/ 8491397 w 12193149"/>
              <a:gd name="connsiteY86" fmla="*/ 1943773 h 2344739"/>
              <a:gd name="connsiteX87" fmla="*/ 8368330 w 12193149"/>
              <a:gd name="connsiteY87" fmla="*/ 1957815 h 2344739"/>
              <a:gd name="connsiteX88" fmla="*/ 8354947 w 12193149"/>
              <a:gd name="connsiteY88" fmla="*/ 1958009 h 2344739"/>
              <a:gd name="connsiteX89" fmla="*/ 8321252 w 12193149"/>
              <a:gd name="connsiteY89" fmla="*/ 1974587 h 2344739"/>
              <a:gd name="connsiteX90" fmla="*/ 8315581 w 12193149"/>
              <a:gd name="connsiteY90" fmla="*/ 1974913 h 2344739"/>
              <a:gd name="connsiteX91" fmla="*/ 8296322 w 12193149"/>
              <a:gd name="connsiteY91" fmla="*/ 1988808 h 2344739"/>
              <a:gd name="connsiteX92" fmla="*/ 8285424 w 12193149"/>
              <a:gd name="connsiteY92" fmla="*/ 1994631 h 2344739"/>
              <a:gd name="connsiteX93" fmla="*/ 8284298 w 12193149"/>
              <a:gd name="connsiteY93" fmla="*/ 1999074 h 2344739"/>
              <a:gd name="connsiteX94" fmla="*/ 8267224 w 12193149"/>
              <a:gd name="connsiteY94" fmla="*/ 2006249 h 2344739"/>
              <a:gd name="connsiteX95" fmla="*/ 8264525 w 12193149"/>
              <a:gd name="connsiteY95" fmla="*/ 2006019 h 2344739"/>
              <a:gd name="connsiteX96" fmla="*/ 8253181 w 12193149"/>
              <a:gd name="connsiteY96" fmla="*/ 2015862 h 2344739"/>
              <a:gd name="connsiteX97" fmla="*/ 8246982 w 12193149"/>
              <a:gd name="connsiteY97" fmla="*/ 2028854 h 2344739"/>
              <a:gd name="connsiteX98" fmla="*/ 8091420 w 12193149"/>
              <a:gd name="connsiteY98" fmla="*/ 2075015 h 2344739"/>
              <a:gd name="connsiteX99" fmla="*/ 7906555 w 12193149"/>
              <a:gd name="connsiteY99" fmla="*/ 2116988 h 2344739"/>
              <a:gd name="connsiteX100" fmla="*/ 7719893 w 12193149"/>
              <a:gd name="connsiteY100" fmla="*/ 2142703 h 2344739"/>
              <a:gd name="connsiteX101" fmla="*/ 7615495 w 12193149"/>
              <a:gd name="connsiteY101" fmla="*/ 2139232 h 2344739"/>
              <a:gd name="connsiteX102" fmla="*/ 7528691 w 12193149"/>
              <a:gd name="connsiteY102" fmla="*/ 2145060 h 2344739"/>
              <a:gd name="connsiteX103" fmla="*/ 7520719 w 12193149"/>
              <a:gd name="connsiteY103" fmla="*/ 2147613 h 2344739"/>
              <a:gd name="connsiteX104" fmla="*/ 7508559 w 12193149"/>
              <a:gd name="connsiteY104" fmla="*/ 2148948 h 2344739"/>
              <a:gd name="connsiteX105" fmla="*/ 7508188 w 12193149"/>
              <a:gd name="connsiteY105" fmla="*/ 2148621 h 2344739"/>
              <a:gd name="connsiteX106" fmla="*/ 7496943 w 12193149"/>
              <a:gd name="connsiteY106" fmla="*/ 2150573 h 2344739"/>
              <a:gd name="connsiteX107" fmla="*/ 7406539 w 12193149"/>
              <a:gd name="connsiteY107" fmla="*/ 2142468 h 2344739"/>
              <a:gd name="connsiteX108" fmla="*/ 7219707 w 12193149"/>
              <a:gd name="connsiteY108" fmla="*/ 2156680 h 2344739"/>
              <a:gd name="connsiteX109" fmla="*/ 7202249 w 12193149"/>
              <a:gd name="connsiteY109" fmla="*/ 2161230 h 2344739"/>
              <a:gd name="connsiteX110" fmla="*/ 7198152 w 12193149"/>
              <a:gd name="connsiteY110" fmla="*/ 2166588 h 2344739"/>
              <a:gd name="connsiteX111" fmla="*/ 7171956 w 12193149"/>
              <a:gd name="connsiteY111" fmla="*/ 2171236 h 2344739"/>
              <a:gd name="connsiteX112" fmla="*/ 7098136 w 12193149"/>
              <a:gd name="connsiteY112" fmla="*/ 2183464 h 2344739"/>
              <a:gd name="connsiteX113" fmla="*/ 7019644 w 12193149"/>
              <a:gd name="connsiteY113" fmla="*/ 2183090 h 2344739"/>
              <a:gd name="connsiteX114" fmla="*/ 6905294 w 12193149"/>
              <a:gd name="connsiteY114" fmla="*/ 2212596 h 2344739"/>
              <a:gd name="connsiteX115" fmla="*/ 6709370 w 12193149"/>
              <a:gd name="connsiteY115" fmla="*/ 2240551 h 2344739"/>
              <a:gd name="connsiteX116" fmla="*/ 6550602 w 12193149"/>
              <a:gd name="connsiteY116" fmla="*/ 2269327 h 2344739"/>
              <a:gd name="connsiteX117" fmla="*/ 6318708 w 12193149"/>
              <a:gd name="connsiteY117" fmla="*/ 2316127 h 2344739"/>
              <a:gd name="connsiteX118" fmla="*/ 6169822 w 12193149"/>
              <a:gd name="connsiteY118" fmla="*/ 2318214 h 2344739"/>
              <a:gd name="connsiteX119" fmla="*/ 6074996 w 12193149"/>
              <a:gd name="connsiteY119" fmla="*/ 2338676 h 2344739"/>
              <a:gd name="connsiteX120" fmla="*/ 6069677 w 12193149"/>
              <a:gd name="connsiteY120" fmla="*/ 2337139 h 2344739"/>
              <a:gd name="connsiteX121" fmla="*/ 6049786 w 12193149"/>
              <a:gd name="connsiteY121" fmla="*/ 2337822 h 2344739"/>
              <a:gd name="connsiteX122" fmla="*/ 6042433 w 12193149"/>
              <a:gd name="connsiteY122" fmla="*/ 2329473 h 2344739"/>
              <a:gd name="connsiteX123" fmla="*/ 6011238 w 12193149"/>
              <a:gd name="connsiteY123" fmla="*/ 2324380 h 2344739"/>
              <a:gd name="connsiteX124" fmla="*/ 5958523 w 12193149"/>
              <a:gd name="connsiteY124" fmla="*/ 2328024 h 2344739"/>
              <a:gd name="connsiteX125" fmla="*/ 5760067 w 12193149"/>
              <a:gd name="connsiteY125" fmla="*/ 2343716 h 2344739"/>
              <a:gd name="connsiteX126" fmla="*/ 5628108 w 12193149"/>
              <a:gd name="connsiteY126" fmla="*/ 2344739 h 2344739"/>
              <a:gd name="connsiteX127" fmla="*/ 5472054 w 12193149"/>
              <a:gd name="connsiteY127" fmla="*/ 2330719 h 2344739"/>
              <a:gd name="connsiteX128" fmla="*/ 5433909 w 12193149"/>
              <a:gd name="connsiteY128" fmla="*/ 2319466 h 2344739"/>
              <a:gd name="connsiteX129" fmla="*/ 5382817 w 12193149"/>
              <a:gd name="connsiteY129" fmla="*/ 2301764 h 2344739"/>
              <a:gd name="connsiteX130" fmla="*/ 5262912 w 12193149"/>
              <a:gd name="connsiteY130" fmla="*/ 2281347 h 2344739"/>
              <a:gd name="connsiteX131" fmla="*/ 5224109 w 12193149"/>
              <a:gd name="connsiteY131" fmla="*/ 2270223 h 2344739"/>
              <a:gd name="connsiteX132" fmla="*/ 5175808 w 12193149"/>
              <a:gd name="connsiteY132" fmla="*/ 2267233 h 2344739"/>
              <a:gd name="connsiteX133" fmla="*/ 5157702 w 12193149"/>
              <a:gd name="connsiteY133" fmla="*/ 2260010 h 2344739"/>
              <a:gd name="connsiteX134" fmla="*/ 5143747 w 12193149"/>
              <a:gd name="connsiteY134" fmla="*/ 2256610 h 2344739"/>
              <a:gd name="connsiteX135" fmla="*/ 5140744 w 12193149"/>
              <a:gd name="connsiteY135" fmla="*/ 2254509 h 2344739"/>
              <a:gd name="connsiteX136" fmla="*/ 5122807 w 12193149"/>
              <a:gd name="connsiteY136" fmla="*/ 2243656 h 2344739"/>
              <a:gd name="connsiteX137" fmla="*/ 5066938 w 12193149"/>
              <a:gd name="connsiteY137" fmla="*/ 2250227 h 2344739"/>
              <a:gd name="connsiteX138" fmla="*/ 5012662 w 12193149"/>
              <a:gd name="connsiteY138" fmla="*/ 2233846 h 2344739"/>
              <a:gd name="connsiteX139" fmla="*/ 4841589 w 12193149"/>
              <a:gd name="connsiteY139" fmla="*/ 2209829 h 2344739"/>
              <a:gd name="connsiteX140" fmla="*/ 4763595 w 12193149"/>
              <a:gd name="connsiteY140" fmla="*/ 2182061 h 2344739"/>
              <a:gd name="connsiteX141" fmla="*/ 4724334 w 12193149"/>
              <a:gd name="connsiteY141" fmla="*/ 2173047 h 2344739"/>
              <a:gd name="connsiteX142" fmla="*/ 4722324 w 12193149"/>
              <a:gd name="connsiteY142" fmla="*/ 2172298 h 2344739"/>
              <a:gd name="connsiteX143" fmla="*/ 4723259 w 12193149"/>
              <a:gd name="connsiteY143" fmla="*/ 2172087 h 2344739"/>
              <a:gd name="connsiteX144" fmla="*/ 4718350 w 12193149"/>
              <a:gd name="connsiteY144" fmla="*/ 2170817 h 2344739"/>
              <a:gd name="connsiteX145" fmla="*/ 4722324 w 12193149"/>
              <a:gd name="connsiteY145" fmla="*/ 2172298 h 2344739"/>
              <a:gd name="connsiteX146" fmla="*/ 4716674 w 12193149"/>
              <a:gd name="connsiteY146" fmla="*/ 2173573 h 2344739"/>
              <a:gd name="connsiteX147" fmla="*/ 4516962 w 12193149"/>
              <a:gd name="connsiteY147" fmla="*/ 2163671 h 2344739"/>
              <a:gd name="connsiteX148" fmla="*/ 4429691 w 12193149"/>
              <a:gd name="connsiteY148" fmla="*/ 2153020 h 2344739"/>
              <a:gd name="connsiteX149" fmla="*/ 4364023 w 12193149"/>
              <a:gd name="connsiteY149" fmla="*/ 2151674 h 2344739"/>
              <a:gd name="connsiteX150" fmla="*/ 4318114 w 12193149"/>
              <a:gd name="connsiteY150" fmla="*/ 2158289 h 2344739"/>
              <a:gd name="connsiteX151" fmla="*/ 4316258 w 12193149"/>
              <a:gd name="connsiteY151" fmla="*/ 2156948 h 2344739"/>
              <a:gd name="connsiteX152" fmla="*/ 4296292 w 12193149"/>
              <a:gd name="connsiteY152" fmla="*/ 2155069 h 2344739"/>
              <a:gd name="connsiteX153" fmla="*/ 4291212 w 12193149"/>
              <a:gd name="connsiteY153" fmla="*/ 2157986 h 2344739"/>
              <a:gd name="connsiteX154" fmla="*/ 4277290 w 12193149"/>
              <a:gd name="connsiteY154" fmla="*/ 2157740 h 2344739"/>
              <a:gd name="connsiteX155" fmla="*/ 4249265 w 12193149"/>
              <a:gd name="connsiteY155" fmla="*/ 2160064 h 2344739"/>
              <a:gd name="connsiteX156" fmla="*/ 4203199 w 12193149"/>
              <a:gd name="connsiteY156" fmla="*/ 2157269 h 2344739"/>
              <a:gd name="connsiteX157" fmla="*/ 4202893 w 12193149"/>
              <a:gd name="connsiteY157" fmla="*/ 2156010 h 2344739"/>
              <a:gd name="connsiteX158" fmla="*/ 4192396 w 12193149"/>
              <a:gd name="connsiteY158" fmla="*/ 2150376 h 2344739"/>
              <a:gd name="connsiteX159" fmla="*/ 4143893 w 12193149"/>
              <a:gd name="connsiteY159" fmla="*/ 2134511 h 2344739"/>
              <a:gd name="connsiteX160" fmla="*/ 4084245 w 12193149"/>
              <a:gd name="connsiteY160" fmla="*/ 2107978 h 2344739"/>
              <a:gd name="connsiteX161" fmla="*/ 4075694 w 12193149"/>
              <a:gd name="connsiteY161" fmla="*/ 2107143 h 2344739"/>
              <a:gd name="connsiteX162" fmla="*/ 4075575 w 12193149"/>
              <a:gd name="connsiteY162" fmla="*/ 2106844 h 2344739"/>
              <a:gd name="connsiteX163" fmla="*/ 4066658 w 12193149"/>
              <a:gd name="connsiteY163" fmla="*/ 2105400 h 2344739"/>
              <a:gd name="connsiteX164" fmla="*/ 4060102 w 12193149"/>
              <a:gd name="connsiteY164" fmla="*/ 2105618 h 2344739"/>
              <a:gd name="connsiteX165" fmla="*/ 4043512 w 12193149"/>
              <a:gd name="connsiteY165" fmla="*/ 2103997 h 2344739"/>
              <a:gd name="connsiteX166" fmla="*/ 4038145 w 12193149"/>
              <a:gd name="connsiteY166" fmla="*/ 2101563 h 2344739"/>
              <a:gd name="connsiteX167" fmla="*/ 4036511 w 12193149"/>
              <a:gd name="connsiteY167" fmla="*/ 2097896 h 2344739"/>
              <a:gd name="connsiteX168" fmla="*/ 4034926 w 12193149"/>
              <a:gd name="connsiteY168" fmla="*/ 2098131 h 2344739"/>
              <a:gd name="connsiteX169" fmla="*/ 4005686 w 12193149"/>
              <a:gd name="connsiteY169" fmla="*/ 2085563 h 2344739"/>
              <a:gd name="connsiteX170" fmla="*/ 3937994 w 12193149"/>
              <a:gd name="connsiteY170" fmla="*/ 2068106 h 2344739"/>
              <a:gd name="connsiteX171" fmla="*/ 3898423 w 12193149"/>
              <a:gd name="connsiteY171" fmla="*/ 2062451 h 2344739"/>
              <a:gd name="connsiteX172" fmla="*/ 3790908 w 12193149"/>
              <a:gd name="connsiteY172" fmla="*/ 2042213 h 2344739"/>
              <a:gd name="connsiteX173" fmla="*/ 3683661 w 12193149"/>
              <a:gd name="connsiteY173" fmla="*/ 2018290 h 2344739"/>
              <a:gd name="connsiteX174" fmla="*/ 3611183 w 12193149"/>
              <a:gd name="connsiteY174" fmla="*/ 1986019 h 2344739"/>
              <a:gd name="connsiteX175" fmla="*/ 3605003 w 12193149"/>
              <a:gd name="connsiteY175" fmla="*/ 1987381 h 2344739"/>
              <a:gd name="connsiteX176" fmla="*/ 3595884 w 12193149"/>
              <a:gd name="connsiteY176" fmla="*/ 1987545 h 2344739"/>
              <a:gd name="connsiteX177" fmla="*/ 3595649 w 12193149"/>
              <a:gd name="connsiteY177" fmla="*/ 1987276 h 2344739"/>
              <a:gd name="connsiteX178" fmla="*/ 3587126 w 12193149"/>
              <a:gd name="connsiteY178" fmla="*/ 1987966 h 2344739"/>
              <a:gd name="connsiteX179" fmla="*/ 3537283 w 12193149"/>
              <a:gd name="connsiteY179" fmla="*/ 1978267 h 2344739"/>
              <a:gd name="connsiteX180" fmla="*/ 3474371 w 12193149"/>
              <a:gd name="connsiteY180" fmla="*/ 1974606 h 2344739"/>
              <a:gd name="connsiteX181" fmla="*/ 3401876 w 12193149"/>
              <a:gd name="connsiteY181" fmla="*/ 1962558 h 2344739"/>
              <a:gd name="connsiteX182" fmla="*/ 3365036 w 12193149"/>
              <a:gd name="connsiteY182" fmla="*/ 1979510 h 2344739"/>
              <a:gd name="connsiteX183" fmla="*/ 3345174 w 12193149"/>
              <a:gd name="connsiteY183" fmla="*/ 1981192 h 2344739"/>
              <a:gd name="connsiteX184" fmla="*/ 3342846 w 12193149"/>
              <a:gd name="connsiteY184" fmla="*/ 1980217 h 2344739"/>
              <a:gd name="connsiteX185" fmla="*/ 3263504 w 12193149"/>
              <a:gd name="connsiteY185" fmla="*/ 1986094 h 2344739"/>
              <a:gd name="connsiteX186" fmla="*/ 3143704 w 12193149"/>
              <a:gd name="connsiteY186" fmla="*/ 1993869 h 2344739"/>
              <a:gd name="connsiteX187" fmla="*/ 3031439 w 12193149"/>
              <a:gd name="connsiteY187" fmla="*/ 1996512 h 2344739"/>
              <a:gd name="connsiteX188" fmla="*/ 2782717 w 12193149"/>
              <a:gd name="connsiteY188" fmla="*/ 2018333 h 2344739"/>
              <a:gd name="connsiteX189" fmla="*/ 2647675 w 12193149"/>
              <a:gd name="connsiteY189" fmla="*/ 2028869 h 2344739"/>
              <a:gd name="connsiteX190" fmla="*/ 2569176 w 12193149"/>
              <a:gd name="connsiteY190" fmla="*/ 2002628 h 2344739"/>
              <a:gd name="connsiteX191" fmla="*/ 2444403 w 12193149"/>
              <a:gd name="connsiteY191" fmla="*/ 2016529 h 2344739"/>
              <a:gd name="connsiteX192" fmla="*/ 2316260 w 12193149"/>
              <a:gd name="connsiteY192" fmla="*/ 2024996 h 2344739"/>
              <a:gd name="connsiteX193" fmla="*/ 2209726 w 12193149"/>
              <a:gd name="connsiteY193" fmla="*/ 2019763 h 2344739"/>
              <a:gd name="connsiteX194" fmla="*/ 2095813 w 12193149"/>
              <a:gd name="connsiteY194" fmla="*/ 2003052 h 2344739"/>
              <a:gd name="connsiteX195" fmla="*/ 1998504 w 12193149"/>
              <a:gd name="connsiteY195" fmla="*/ 1995032 h 2344739"/>
              <a:gd name="connsiteX196" fmla="*/ 1929320 w 12193149"/>
              <a:gd name="connsiteY196" fmla="*/ 2016977 h 2344739"/>
              <a:gd name="connsiteX197" fmla="*/ 1922798 w 12193149"/>
              <a:gd name="connsiteY197" fmla="*/ 2012146 h 2344739"/>
              <a:gd name="connsiteX198" fmla="*/ 1874228 w 12193149"/>
              <a:gd name="connsiteY198" fmla="*/ 2013741 h 2344739"/>
              <a:gd name="connsiteX199" fmla="*/ 1787803 w 12193149"/>
              <a:gd name="connsiteY199" fmla="*/ 2041363 h 2344739"/>
              <a:gd name="connsiteX200" fmla="*/ 1739352 w 12193149"/>
              <a:gd name="connsiteY200" fmla="*/ 2036312 h 2344739"/>
              <a:gd name="connsiteX201" fmla="*/ 1676219 w 12193149"/>
              <a:gd name="connsiteY201" fmla="*/ 2019963 h 2344739"/>
              <a:gd name="connsiteX202" fmla="*/ 1609817 w 12193149"/>
              <a:gd name="connsiteY202" fmla="*/ 2013066 h 2344739"/>
              <a:gd name="connsiteX203" fmla="*/ 1497258 w 12193149"/>
              <a:gd name="connsiteY203" fmla="*/ 1987476 h 2344739"/>
              <a:gd name="connsiteX204" fmla="*/ 1151127 w 12193149"/>
              <a:gd name="connsiteY204" fmla="*/ 1938041 h 2344739"/>
              <a:gd name="connsiteX205" fmla="*/ 859417 w 12193149"/>
              <a:gd name="connsiteY205" fmla="*/ 1928608 h 2344739"/>
              <a:gd name="connsiteX206" fmla="*/ 838688 w 12193149"/>
              <a:gd name="connsiteY206" fmla="*/ 1929821 h 2344739"/>
              <a:gd name="connsiteX207" fmla="*/ 817957 w 12193149"/>
              <a:gd name="connsiteY207" fmla="*/ 1927857 h 2344739"/>
              <a:gd name="connsiteX208" fmla="*/ 812654 w 12193149"/>
              <a:gd name="connsiteY208" fmla="*/ 1930751 h 2344739"/>
              <a:gd name="connsiteX209" fmla="*/ 721195 w 12193149"/>
              <a:gd name="connsiteY209" fmla="*/ 1929661 h 2344739"/>
              <a:gd name="connsiteX210" fmla="*/ 720890 w 12193149"/>
              <a:gd name="connsiteY210" fmla="*/ 1928399 h 2344739"/>
              <a:gd name="connsiteX211" fmla="*/ 710023 w 12193149"/>
              <a:gd name="connsiteY211" fmla="*/ 1922722 h 2344739"/>
              <a:gd name="connsiteX212" fmla="*/ 597940 w 12193149"/>
              <a:gd name="connsiteY212" fmla="*/ 1879864 h 2344739"/>
              <a:gd name="connsiteX213" fmla="*/ 579683 w 12193149"/>
              <a:gd name="connsiteY213" fmla="*/ 1877212 h 2344739"/>
              <a:gd name="connsiteX214" fmla="*/ 572865 w 12193149"/>
              <a:gd name="connsiteY214" fmla="*/ 1877401 h 2344739"/>
              <a:gd name="connsiteX215" fmla="*/ 446247 w 12193149"/>
              <a:gd name="connsiteY215" fmla="*/ 1839371 h 2344739"/>
              <a:gd name="connsiteX216" fmla="*/ 405163 w 12193149"/>
              <a:gd name="connsiteY216" fmla="*/ 1833548 h 2344739"/>
              <a:gd name="connsiteX217" fmla="*/ 293583 w 12193149"/>
              <a:gd name="connsiteY217" fmla="*/ 1812852 h 2344739"/>
              <a:gd name="connsiteX218" fmla="*/ 119529 w 12193149"/>
              <a:gd name="connsiteY218" fmla="*/ 1761047 h 2344739"/>
              <a:gd name="connsiteX219" fmla="*/ 16674 w 12193149"/>
              <a:gd name="connsiteY219" fmla="*/ 1758191 h 2344739"/>
              <a:gd name="connsiteX220" fmla="*/ 1150 w 12193149"/>
              <a:gd name="connsiteY220" fmla="*/ 1752722 h 2344739"/>
              <a:gd name="connsiteX221" fmla="*/ 1148 w 12193149"/>
              <a:gd name="connsiteY221" fmla="*/ 222213 h 2344739"/>
              <a:gd name="connsiteX222" fmla="*/ 1148 w 12193149"/>
              <a:gd name="connsiteY222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44200 w 12193149"/>
              <a:gd name="connsiteY65" fmla="*/ 1841244 h 2344739"/>
              <a:gd name="connsiteX66" fmla="*/ 9232518 w 12193149"/>
              <a:gd name="connsiteY66" fmla="*/ 1893149 h 2344739"/>
              <a:gd name="connsiteX67" fmla="*/ 9195958 w 12193149"/>
              <a:gd name="connsiteY67" fmla="*/ 1903228 h 2344739"/>
              <a:gd name="connsiteX68" fmla="*/ 9054601 w 12193149"/>
              <a:gd name="connsiteY68" fmla="*/ 1910755 h 2344739"/>
              <a:gd name="connsiteX69" fmla="*/ 9006634 w 12193149"/>
              <a:gd name="connsiteY69" fmla="*/ 1914040 h 2344739"/>
              <a:gd name="connsiteX70" fmla="*/ 9006349 w 12193149"/>
              <a:gd name="connsiteY70" fmla="*/ 1913800 h 2344739"/>
              <a:gd name="connsiteX71" fmla="*/ 8997380 w 12193149"/>
              <a:gd name="connsiteY71" fmla="*/ 1915011 h 2344739"/>
              <a:gd name="connsiteX72" fmla="*/ 8991542 w 12193149"/>
              <a:gd name="connsiteY72" fmla="*/ 1917072 h 2344739"/>
              <a:gd name="connsiteX73" fmla="*/ 8975485 w 12193149"/>
              <a:gd name="connsiteY73" fmla="*/ 1920298 h 2344739"/>
              <a:gd name="connsiteX74" fmla="*/ 8969159 w 12193149"/>
              <a:gd name="connsiteY74" fmla="*/ 1919598 h 2344739"/>
              <a:gd name="connsiteX75" fmla="*/ 8964196 w 12193149"/>
              <a:gd name="connsiteY75" fmla="*/ 1917373 h 2344739"/>
              <a:gd name="connsiteX76" fmla="*/ 8930136 w 12193149"/>
              <a:gd name="connsiteY76" fmla="*/ 1914185 h 2344739"/>
              <a:gd name="connsiteX77" fmla="*/ 8753592 w 12193149"/>
              <a:gd name="connsiteY77" fmla="*/ 1933417 h 2344739"/>
              <a:gd name="connsiteX78" fmla="*/ 8708995 w 12193149"/>
              <a:gd name="connsiteY78" fmla="*/ 1935518 h 2344739"/>
              <a:gd name="connsiteX79" fmla="*/ 8597219 w 12193149"/>
              <a:gd name="connsiteY79" fmla="*/ 1944090 h 2344739"/>
              <a:gd name="connsiteX80" fmla="*/ 8526378 w 12193149"/>
              <a:gd name="connsiteY80" fmla="*/ 1929248 h 2344739"/>
              <a:gd name="connsiteX81" fmla="*/ 8512131 w 12193149"/>
              <a:gd name="connsiteY81" fmla="*/ 1935163 h 2344739"/>
              <a:gd name="connsiteX82" fmla="*/ 8507315 w 12193149"/>
              <a:gd name="connsiteY82" fmla="*/ 1938164 h 2344739"/>
              <a:gd name="connsiteX83" fmla="*/ 8499116 w 12193149"/>
              <a:gd name="connsiteY83" fmla="*/ 1940902 h 2344739"/>
              <a:gd name="connsiteX84" fmla="*/ 8498742 w 12193149"/>
              <a:gd name="connsiteY84" fmla="*/ 1940723 h 2344739"/>
              <a:gd name="connsiteX85" fmla="*/ 8491397 w 12193149"/>
              <a:gd name="connsiteY85" fmla="*/ 1943773 h 2344739"/>
              <a:gd name="connsiteX86" fmla="*/ 8368330 w 12193149"/>
              <a:gd name="connsiteY86" fmla="*/ 1957815 h 2344739"/>
              <a:gd name="connsiteX87" fmla="*/ 8354947 w 12193149"/>
              <a:gd name="connsiteY87" fmla="*/ 1958009 h 2344739"/>
              <a:gd name="connsiteX88" fmla="*/ 8321252 w 12193149"/>
              <a:gd name="connsiteY88" fmla="*/ 1974587 h 2344739"/>
              <a:gd name="connsiteX89" fmla="*/ 8315581 w 12193149"/>
              <a:gd name="connsiteY89" fmla="*/ 1974913 h 2344739"/>
              <a:gd name="connsiteX90" fmla="*/ 8296322 w 12193149"/>
              <a:gd name="connsiteY90" fmla="*/ 1988808 h 2344739"/>
              <a:gd name="connsiteX91" fmla="*/ 8285424 w 12193149"/>
              <a:gd name="connsiteY91" fmla="*/ 1994631 h 2344739"/>
              <a:gd name="connsiteX92" fmla="*/ 8284298 w 12193149"/>
              <a:gd name="connsiteY92" fmla="*/ 1999074 h 2344739"/>
              <a:gd name="connsiteX93" fmla="*/ 8267224 w 12193149"/>
              <a:gd name="connsiteY93" fmla="*/ 2006249 h 2344739"/>
              <a:gd name="connsiteX94" fmla="*/ 8264525 w 12193149"/>
              <a:gd name="connsiteY94" fmla="*/ 2006019 h 2344739"/>
              <a:gd name="connsiteX95" fmla="*/ 8253181 w 12193149"/>
              <a:gd name="connsiteY95" fmla="*/ 2015862 h 2344739"/>
              <a:gd name="connsiteX96" fmla="*/ 8246982 w 12193149"/>
              <a:gd name="connsiteY96" fmla="*/ 2028854 h 2344739"/>
              <a:gd name="connsiteX97" fmla="*/ 8091420 w 12193149"/>
              <a:gd name="connsiteY97" fmla="*/ 2075015 h 2344739"/>
              <a:gd name="connsiteX98" fmla="*/ 7906555 w 12193149"/>
              <a:gd name="connsiteY98" fmla="*/ 2116988 h 2344739"/>
              <a:gd name="connsiteX99" fmla="*/ 7719893 w 12193149"/>
              <a:gd name="connsiteY99" fmla="*/ 2142703 h 2344739"/>
              <a:gd name="connsiteX100" fmla="*/ 7615495 w 12193149"/>
              <a:gd name="connsiteY100" fmla="*/ 2139232 h 2344739"/>
              <a:gd name="connsiteX101" fmla="*/ 7528691 w 12193149"/>
              <a:gd name="connsiteY101" fmla="*/ 2145060 h 2344739"/>
              <a:gd name="connsiteX102" fmla="*/ 7520719 w 12193149"/>
              <a:gd name="connsiteY102" fmla="*/ 2147613 h 2344739"/>
              <a:gd name="connsiteX103" fmla="*/ 7508559 w 12193149"/>
              <a:gd name="connsiteY103" fmla="*/ 2148948 h 2344739"/>
              <a:gd name="connsiteX104" fmla="*/ 7508188 w 12193149"/>
              <a:gd name="connsiteY104" fmla="*/ 2148621 h 2344739"/>
              <a:gd name="connsiteX105" fmla="*/ 7496943 w 12193149"/>
              <a:gd name="connsiteY105" fmla="*/ 2150573 h 2344739"/>
              <a:gd name="connsiteX106" fmla="*/ 7406539 w 12193149"/>
              <a:gd name="connsiteY106" fmla="*/ 2142468 h 2344739"/>
              <a:gd name="connsiteX107" fmla="*/ 7219707 w 12193149"/>
              <a:gd name="connsiteY107" fmla="*/ 2156680 h 2344739"/>
              <a:gd name="connsiteX108" fmla="*/ 7202249 w 12193149"/>
              <a:gd name="connsiteY108" fmla="*/ 2161230 h 2344739"/>
              <a:gd name="connsiteX109" fmla="*/ 7198152 w 12193149"/>
              <a:gd name="connsiteY109" fmla="*/ 2166588 h 2344739"/>
              <a:gd name="connsiteX110" fmla="*/ 7171956 w 12193149"/>
              <a:gd name="connsiteY110" fmla="*/ 2171236 h 2344739"/>
              <a:gd name="connsiteX111" fmla="*/ 7098136 w 12193149"/>
              <a:gd name="connsiteY111" fmla="*/ 2183464 h 2344739"/>
              <a:gd name="connsiteX112" fmla="*/ 7019644 w 12193149"/>
              <a:gd name="connsiteY112" fmla="*/ 2183090 h 2344739"/>
              <a:gd name="connsiteX113" fmla="*/ 6905294 w 12193149"/>
              <a:gd name="connsiteY113" fmla="*/ 2212596 h 2344739"/>
              <a:gd name="connsiteX114" fmla="*/ 6709370 w 12193149"/>
              <a:gd name="connsiteY114" fmla="*/ 2240551 h 2344739"/>
              <a:gd name="connsiteX115" fmla="*/ 6550602 w 12193149"/>
              <a:gd name="connsiteY115" fmla="*/ 2269327 h 2344739"/>
              <a:gd name="connsiteX116" fmla="*/ 6318708 w 12193149"/>
              <a:gd name="connsiteY116" fmla="*/ 2316127 h 2344739"/>
              <a:gd name="connsiteX117" fmla="*/ 6169822 w 12193149"/>
              <a:gd name="connsiteY117" fmla="*/ 2318214 h 2344739"/>
              <a:gd name="connsiteX118" fmla="*/ 6074996 w 12193149"/>
              <a:gd name="connsiteY118" fmla="*/ 2338676 h 2344739"/>
              <a:gd name="connsiteX119" fmla="*/ 6069677 w 12193149"/>
              <a:gd name="connsiteY119" fmla="*/ 2337139 h 2344739"/>
              <a:gd name="connsiteX120" fmla="*/ 6049786 w 12193149"/>
              <a:gd name="connsiteY120" fmla="*/ 2337822 h 2344739"/>
              <a:gd name="connsiteX121" fmla="*/ 6042433 w 12193149"/>
              <a:gd name="connsiteY121" fmla="*/ 2329473 h 2344739"/>
              <a:gd name="connsiteX122" fmla="*/ 6011238 w 12193149"/>
              <a:gd name="connsiteY122" fmla="*/ 2324380 h 2344739"/>
              <a:gd name="connsiteX123" fmla="*/ 5958523 w 12193149"/>
              <a:gd name="connsiteY123" fmla="*/ 2328024 h 2344739"/>
              <a:gd name="connsiteX124" fmla="*/ 5760067 w 12193149"/>
              <a:gd name="connsiteY124" fmla="*/ 2343716 h 2344739"/>
              <a:gd name="connsiteX125" fmla="*/ 5628108 w 12193149"/>
              <a:gd name="connsiteY125" fmla="*/ 2344739 h 2344739"/>
              <a:gd name="connsiteX126" fmla="*/ 5472054 w 12193149"/>
              <a:gd name="connsiteY126" fmla="*/ 2330719 h 2344739"/>
              <a:gd name="connsiteX127" fmla="*/ 5433909 w 12193149"/>
              <a:gd name="connsiteY127" fmla="*/ 2319466 h 2344739"/>
              <a:gd name="connsiteX128" fmla="*/ 5382817 w 12193149"/>
              <a:gd name="connsiteY128" fmla="*/ 2301764 h 2344739"/>
              <a:gd name="connsiteX129" fmla="*/ 5262912 w 12193149"/>
              <a:gd name="connsiteY129" fmla="*/ 2281347 h 2344739"/>
              <a:gd name="connsiteX130" fmla="*/ 5224109 w 12193149"/>
              <a:gd name="connsiteY130" fmla="*/ 2270223 h 2344739"/>
              <a:gd name="connsiteX131" fmla="*/ 5175808 w 12193149"/>
              <a:gd name="connsiteY131" fmla="*/ 2267233 h 2344739"/>
              <a:gd name="connsiteX132" fmla="*/ 5157702 w 12193149"/>
              <a:gd name="connsiteY132" fmla="*/ 2260010 h 2344739"/>
              <a:gd name="connsiteX133" fmla="*/ 5143747 w 12193149"/>
              <a:gd name="connsiteY133" fmla="*/ 2256610 h 2344739"/>
              <a:gd name="connsiteX134" fmla="*/ 5140744 w 12193149"/>
              <a:gd name="connsiteY134" fmla="*/ 2254509 h 2344739"/>
              <a:gd name="connsiteX135" fmla="*/ 5122807 w 12193149"/>
              <a:gd name="connsiteY135" fmla="*/ 2243656 h 2344739"/>
              <a:gd name="connsiteX136" fmla="*/ 5066938 w 12193149"/>
              <a:gd name="connsiteY136" fmla="*/ 2250227 h 2344739"/>
              <a:gd name="connsiteX137" fmla="*/ 5012662 w 12193149"/>
              <a:gd name="connsiteY137" fmla="*/ 2233846 h 2344739"/>
              <a:gd name="connsiteX138" fmla="*/ 4841589 w 12193149"/>
              <a:gd name="connsiteY138" fmla="*/ 2209829 h 2344739"/>
              <a:gd name="connsiteX139" fmla="*/ 4763595 w 12193149"/>
              <a:gd name="connsiteY139" fmla="*/ 2182061 h 2344739"/>
              <a:gd name="connsiteX140" fmla="*/ 4724334 w 12193149"/>
              <a:gd name="connsiteY140" fmla="*/ 2173047 h 2344739"/>
              <a:gd name="connsiteX141" fmla="*/ 4722324 w 12193149"/>
              <a:gd name="connsiteY141" fmla="*/ 2172298 h 2344739"/>
              <a:gd name="connsiteX142" fmla="*/ 4723259 w 12193149"/>
              <a:gd name="connsiteY142" fmla="*/ 2172087 h 2344739"/>
              <a:gd name="connsiteX143" fmla="*/ 4718350 w 12193149"/>
              <a:gd name="connsiteY143" fmla="*/ 2170817 h 2344739"/>
              <a:gd name="connsiteX144" fmla="*/ 4722324 w 12193149"/>
              <a:gd name="connsiteY144" fmla="*/ 2172298 h 2344739"/>
              <a:gd name="connsiteX145" fmla="*/ 4716674 w 12193149"/>
              <a:gd name="connsiteY145" fmla="*/ 2173573 h 2344739"/>
              <a:gd name="connsiteX146" fmla="*/ 4516962 w 12193149"/>
              <a:gd name="connsiteY146" fmla="*/ 2163671 h 2344739"/>
              <a:gd name="connsiteX147" fmla="*/ 4429691 w 12193149"/>
              <a:gd name="connsiteY147" fmla="*/ 2153020 h 2344739"/>
              <a:gd name="connsiteX148" fmla="*/ 4364023 w 12193149"/>
              <a:gd name="connsiteY148" fmla="*/ 2151674 h 2344739"/>
              <a:gd name="connsiteX149" fmla="*/ 4318114 w 12193149"/>
              <a:gd name="connsiteY149" fmla="*/ 2158289 h 2344739"/>
              <a:gd name="connsiteX150" fmla="*/ 4316258 w 12193149"/>
              <a:gd name="connsiteY150" fmla="*/ 2156948 h 2344739"/>
              <a:gd name="connsiteX151" fmla="*/ 4296292 w 12193149"/>
              <a:gd name="connsiteY151" fmla="*/ 2155069 h 2344739"/>
              <a:gd name="connsiteX152" fmla="*/ 4291212 w 12193149"/>
              <a:gd name="connsiteY152" fmla="*/ 2157986 h 2344739"/>
              <a:gd name="connsiteX153" fmla="*/ 4277290 w 12193149"/>
              <a:gd name="connsiteY153" fmla="*/ 2157740 h 2344739"/>
              <a:gd name="connsiteX154" fmla="*/ 4249265 w 12193149"/>
              <a:gd name="connsiteY154" fmla="*/ 2160064 h 2344739"/>
              <a:gd name="connsiteX155" fmla="*/ 4203199 w 12193149"/>
              <a:gd name="connsiteY155" fmla="*/ 2157269 h 2344739"/>
              <a:gd name="connsiteX156" fmla="*/ 4202893 w 12193149"/>
              <a:gd name="connsiteY156" fmla="*/ 2156010 h 2344739"/>
              <a:gd name="connsiteX157" fmla="*/ 4192396 w 12193149"/>
              <a:gd name="connsiteY157" fmla="*/ 2150376 h 2344739"/>
              <a:gd name="connsiteX158" fmla="*/ 4143893 w 12193149"/>
              <a:gd name="connsiteY158" fmla="*/ 2134511 h 2344739"/>
              <a:gd name="connsiteX159" fmla="*/ 4084245 w 12193149"/>
              <a:gd name="connsiteY159" fmla="*/ 2107978 h 2344739"/>
              <a:gd name="connsiteX160" fmla="*/ 4075694 w 12193149"/>
              <a:gd name="connsiteY160" fmla="*/ 2107143 h 2344739"/>
              <a:gd name="connsiteX161" fmla="*/ 4075575 w 12193149"/>
              <a:gd name="connsiteY161" fmla="*/ 2106844 h 2344739"/>
              <a:gd name="connsiteX162" fmla="*/ 4066658 w 12193149"/>
              <a:gd name="connsiteY162" fmla="*/ 2105400 h 2344739"/>
              <a:gd name="connsiteX163" fmla="*/ 4060102 w 12193149"/>
              <a:gd name="connsiteY163" fmla="*/ 2105618 h 2344739"/>
              <a:gd name="connsiteX164" fmla="*/ 4043512 w 12193149"/>
              <a:gd name="connsiteY164" fmla="*/ 2103997 h 2344739"/>
              <a:gd name="connsiteX165" fmla="*/ 4038145 w 12193149"/>
              <a:gd name="connsiteY165" fmla="*/ 2101563 h 2344739"/>
              <a:gd name="connsiteX166" fmla="*/ 4036511 w 12193149"/>
              <a:gd name="connsiteY166" fmla="*/ 2097896 h 2344739"/>
              <a:gd name="connsiteX167" fmla="*/ 4034926 w 12193149"/>
              <a:gd name="connsiteY167" fmla="*/ 2098131 h 2344739"/>
              <a:gd name="connsiteX168" fmla="*/ 4005686 w 12193149"/>
              <a:gd name="connsiteY168" fmla="*/ 2085563 h 2344739"/>
              <a:gd name="connsiteX169" fmla="*/ 3937994 w 12193149"/>
              <a:gd name="connsiteY169" fmla="*/ 2068106 h 2344739"/>
              <a:gd name="connsiteX170" fmla="*/ 3898423 w 12193149"/>
              <a:gd name="connsiteY170" fmla="*/ 2062451 h 2344739"/>
              <a:gd name="connsiteX171" fmla="*/ 3790908 w 12193149"/>
              <a:gd name="connsiteY171" fmla="*/ 2042213 h 2344739"/>
              <a:gd name="connsiteX172" fmla="*/ 3683661 w 12193149"/>
              <a:gd name="connsiteY172" fmla="*/ 2018290 h 2344739"/>
              <a:gd name="connsiteX173" fmla="*/ 3611183 w 12193149"/>
              <a:gd name="connsiteY173" fmla="*/ 1986019 h 2344739"/>
              <a:gd name="connsiteX174" fmla="*/ 3605003 w 12193149"/>
              <a:gd name="connsiteY174" fmla="*/ 1987381 h 2344739"/>
              <a:gd name="connsiteX175" fmla="*/ 3595884 w 12193149"/>
              <a:gd name="connsiteY175" fmla="*/ 1987545 h 2344739"/>
              <a:gd name="connsiteX176" fmla="*/ 3595649 w 12193149"/>
              <a:gd name="connsiteY176" fmla="*/ 1987276 h 2344739"/>
              <a:gd name="connsiteX177" fmla="*/ 3587126 w 12193149"/>
              <a:gd name="connsiteY177" fmla="*/ 1987966 h 2344739"/>
              <a:gd name="connsiteX178" fmla="*/ 3537283 w 12193149"/>
              <a:gd name="connsiteY178" fmla="*/ 1978267 h 2344739"/>
              <a:gd name="connsiteX179" fmla="*/ 3474371 w 12193149"/>
              <a:gd name="connsiteY179" fmla="*/ 1974606 h 2344739"/>
              <a:gd name="connsiteX180" fmla="*/ 3401876 w 12193149"/>
              <a:gd name="connsiteY180" fmla="*/ 1962558 h 2344739"/>
              <a:gd name="connsiteX181" fmla="*/ 3365036 w 12193149"/>
              <a:gd name="connsiteY181" fmla="*/ 1979510 h 2344739"/>
              <a:gd name="connsiteX182" fmla="*/ 3345174 w 12193149"/>
              <a:gd name="connsiteY182" fmla="*/ 1981192 h 2344739"/>
              <a:gd name="connsiteX183" fmla="*/ 3342846 w 12193149"/>
              <a:gd name="connsiteY183" fmla="*/ 1980217 h 2344739"/>
              <a:gd name="connsiteX184" fmla="*/ 3263504 w 12193149"/>
              <a:gd name="connsiteY184" fmla="*/ 1986094 h 2344739"/>
              <a:gd name="connsiteX185" fmla="*/ 3143704 w 12193149"/>
              <a:gd name="connsiteY185" fmla="*/ 1993869 h 2344739"/>
              <a:gd name="connsiteX186" fmla="*/ 3031439 w 12193149"/>
              <a:gd name="connsiteY186" fmla="*/ 1996512 h 2344739"/>
              <a:gd name="connsiteX187" fmla="*/ 2782717 w 12193149"/>
              <a:gd name="connsiteY187" fmla="*/ 2018333 h 2344739"/>
              <a:gd name="connsiteX188" fmla="*/ 2647675 w 12193149"/>
              <a:gd name="connsiteY188" fmla="*/ 2028869 h 2344739"/>
              <a:gd name="connsiteX189" fmla="*/ 2569176 w 12193149"/>
              <a:gd name="connsiteY189" fmla="*/ 2002628 h 2344739"/>
              <a:gd name="connsiteX190" fmla="*/ 2444403 w 12193149"/>
              <a:gd name="connsiteY190" fmla="*/ 2016529 h 2344739"/>
              <a:gd name="connsiteX191" fmla="*/ 2316260 w 12193149"/>
              <a:gd name="connsiteY191" fmla="*/ 2024996 h 2344739"/>
              <a:gd name="connsiteX192" fmla="*/ 2209726 w 12193149"/>
              <a:gd name="connsiteY192" fmla="*/ 2019763 h 2344739"/>
              <a:gd name="connsiteX193" fmla="*/ 2095813 w 12193149"/>
              <a:gd name="connsiteY193" fmla="*/ 2003052 h 2344739"/>
              <a:gd name="connsiteX194" fmla="*/ 1998504 w 12193149"/>
              <a:gd name="connsiteY194" fmla="*/ 1995032 h 2344739"/>
              <a:gd name="connsiteX195" fmla="*/ 1929320 w 12193149"/>
              <a:gd name="connsiteY195" fmla="*/ 2016977 h 2344739"/>
              <a:gd name="connsiteX196" fmla="*/ 1922798 w 12193149"/>
              <a:gd name="connsiteY196" fmla="*/ 2012146 h 2344739"/>
              <a:gd name="connsiteX197" fmla="*/ 1874228 w 12193149"/>
              <a:gd name="connsiteY197" fmla="*/ 2013741 h 2344739"/>
              <a:gd name="connsiteX198" fmla="*/ 1787803 w 12193149"/>
              <a:gd name="connsiteY198" fmla="*/ 2041363 h 2344739"/>
              <a:gd name="connsiteX199" fmla="*/ 1739352 w 12193149"/>
              <a:gd name="connsiteY199" fmla="*/ 2036312 h 2344739"/>
              <a:gd name="connsiteX200" fmla="*/ 1676219 w 12193149"/>
              <a:gd name="connsiteY200" fmla="*/ 2019963 h 2344739"/>
              <a:gd name="connsiteX201" fmla="*/ 1609817 w 12193149"/>
              <a:gd name="connsiteY201" fmla="*/ 2013066 h 2344739"/>
              <a:gd name="connsiteX202" fmla="*/ 1497258 w 12193149"/>
              <a:gd name="connsiteY202" fmla="*/ 1987476 h 2344739"/>
              <a:gd name="connsiteX203" fmla="*/ 1151127 w 12193149"/>
              <a:gd name="connsiteY203" fmla="*/ 1938041 h 2344739"/>
              <a:gd name="connsiteX204" fmla="*/ 859417 w 12193149"/>
              <a:gd name="connsiteY204" fmla="*/ 1928608 h 2344739"/>
              <a:gd name="connsiteX205" fmla="*/ 838688 w 12193149"/>
              <a:gd name="connsiteY205" fmla="*/ 1929821 h 2344739"/>
              <a:gd name="connsiteX206" fmla="*/ 817957 w 12193149"/>
              <a:gd name="connsiteY206" fmla="*/ 1927857 h 2344739"/>
              <a:gd name="connsiteX207" fmla="*/ 812654 w 12193149"/>
              <a:gd name="connsiteY207" fmla="*/ 1930751 h 2344739"/>
              <a:gd name="connsiteX208" fmla="*/ 721195 w 12193149"/>
              <a:gd name="connsiteY208" fmla="*/ 1929661 h 2344739"/>
              <a:gd name="connsiteX209" fmla="*/ 720890 w 12193149"/>
              <a:gd name="connsiteY209" fmla="*/ 1928399 h 2344739"/>
              <a:gd name="connsiteX210" fmla="*/ 710023 w 12193149"/>
              <a:gd name="connsiteY210" fmla="*/ 1922722 h 2344739"/>
              <a:gd name="connsiteX211" fmla="*/ 597940 w 12193149"/>
              <a:gd name="connsiteY211" fmla="*/ 1879864 h 2344739"/>
              <a:gd name="connsiteX212" fmla="*/ 579683 w 12193149"/>
              <a:gd name="connsiteY212" fmla="*/ 1877212 h 2344739"/>
              <a:gd name="connsiteX213" fmla="*/ 572865 w 12193149"/>
              <a:gd name="connsiteY213" fmla="*/ 1877401 h 2344739"/>
              <a:gd name="connsiteX214" fmla="*/ 446247 w 12193149"/>
              <a:gd name="connsiteY214" fmla="*/ 1839371 h 2344739"/>
              <a:gd name="connsiteX215" fmla="*/ 405163 w 12193149"/>
              <a:gd name="connsiteY215" fmla="*/ 1833548 h 2344739"/>
              <a:gd name="connsiteX216" fmla="*/ 293583 w 12193149"/>
              <a:gd name="connsiteY216" fmla="*/ 1812852 h 2344739"/>
              <a:gd name="connsiteX217" fmla="*/ 119529 w 12193149"/>
              <a:gd name="connsiteY217" fmla="*/ 1761047 h 2344739"/>
              <a:gd name="connsiteX218" fmla="*/ 16674 w 12193149"/>
              <a:gd name="connsiteY218" fmla="*/ 1758191 h 2344739"/>
              <a:gd name="connsiteX219" fmla="*/ 1150 w 12193149"/>
              <a:gd name="connsiteY219" fmla="*/ 1752722 h 2344739"/>
              <a:gd name="connsiteX220" fmla="*/ 1148 w 12193149"/>
              <a:gd name="connsiteY220" fmla="*/ 222213 h 2344739"/>
              <a:gd name="connsiteX221" fmla="*/ 1148 w 12193149"/>
              <a:gd name="connsiteY221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44200 w 12193149"/>
              <a:gd name="connsiteY65" fmla="*/ 1841244 h 2344739"/>
              <a:gd name="connsiteX66" fmla="*/ 9232518 w 12193149"/>
              <a:gd name="connsiteY66" fmla="*/ 1893149 h 2344739"/>
              <a:gd name="connsiteX67" fmla="*/ 9156690 w 12193149"/>
              <a:gd name="connsiteY67" fmla="*/ 1903228 h 2344739"/>
              <a:gd name="connsiteX68" fmla="*/ 9054601 w 12193149"/>
              <a:gd name="connsiteY68" fmla="*/ 1910755 h 2344739"/>
              <a:gd name="connsiteX69" fmla="*/ 9006634 w 12193149"/>
              <a:gd name="connsiteY69" fmla="*/ 1914040 h 2344739"/>
              <a:gd name="connsiteX70" fmla="*/ 9006349 w 12193149"/>
              <a:gd name="connsiteY70" fmla="*/ 1913800 h 2344739"/>
              <a:gd name="connsiteX71" fmla="*/ 8997380 w 12193149"/>
              <a:gd name="connsiteY71" fmla="*/ 1915011 h 2344739"/>
              <a:gd name="connsiteX72" fmla="*/ 8991542 w 12193149"/>
              <a:gd name="connsiteY72" fmla="*/ 1917072 h 2344739"/>
              <a:gd name="connsiteX73" fmla="*/ 8975485 w 12193149"/>
              <a:gd name="connsiteY73" fmla="*/ 1920298 h 2344739"/>
              <a:gd name="connsiteX74" fmla="*/ 8969159 w 12193149"/>
              <a:gd name="connsiteY74" fmla="*/ 1919598 h 2344739"/>
              <a:gd name="connsiteX75" fmla="*/ 8964196 w 12193149"/>
              <a:gd name="connsiteY75" fmla="*/ 1917373 h 2344739"/>
              <a:gd name="connsiteX76" fmla="*/ 8930136 w 12193149"/>
              <a:gd name="connsiteY76" fmla="*/ 1914185 h 2344739"/>
              <a:gd name="connsiteX77" fmla="*/ 8753592 w 12193149"/>
              <a:gd name="connsiteY77" fmla="*/ 1933417 h 2344739"/>
              <a:gd name="connsiteX78" fmla="*/ 8708995 w 12193149"/>
              <a:gd name="connsiteY78" fmla="*/ 1935518 h 2344739"/>
              <a:gd name="connsiteX79" fmla="*/ 8597219 w 12193149"/>
              <a:gd name="connsiteY79" fmla="*/ 1944090 h 2344739"/>
              <a:gd name="connsiteX80" fmla="*/ 8526378 w 12193149"/>
              <a:gd name="connsiteY80" fmla="*/ 1929248 h 2344739"/>
              <a:gd name="connsiteX81" fmla="*/ 8512131 w 12193149"/>
              <a:gd name="connsiteY81" fmla="*/ 1935163 h 2344739"/>
              <a:gd name="connsiteX82" fmla="*/ 8507315 w 12193149"/>
              <a:gd name="connsiteY82" fmla="*/ 1938164 h 2344739"/>
              <a:gd name="connsiteX83" fmla="*/ 8499116 w 12193149"/>
              <a:gd name="connsiteY83" fmla="*/ 1940902 h 2344739"/>
              <a:gd name="connsiteX84" fmla="*/ 8498742 w 12193149"/>
              <a:gd name="connsiteY84" fmla="*/ 1940723 h 2344739"/>
              <a:gd name="connsiteX85" fmla="*/ 8491397 w 12193149"/>
              <a:gd name="connsiteY85" fmla="*/ 1943773 h 2344739"/>
              <a:gd name="connsiteX86" fmla="*/ 8368330 w 12193149"/>
              <a:gd name="connsiteY86" fmla="*/ 1957815 h 2344739"/>
              <a:gd name="connsiteX87" fmla="*/ 8354947 w 12193149"/>
              <a:gd name="connsiteY87" fmla="*/ 1958009 h 2344739"/>
              <a:gd name="connsiteX88" fmla="*/ 8321252 w 12193149"/>
              <a:gd name="connsiteY88" fmla="*/ 1974587 h 2344739"/>
              <a:gd name="connsiteX89" fmla="*/ 8315581 w 12193149"/>
              <a:gd name="connsiteY89" fmla="*/ 1974913 h 2344739"/>
              <a:gd name="connsiteX90" fmla="*/ 8296322 w 12193149"/>
              <a:gd name="connsiteY90" fmla="*/ 1988808 h 2344739"/>
              <a:gd name="connsiteX91" fmla="*/ 8285424 w 12193149"/>
              <a:gd name="connsiteY91" fmla="*/ 1994631 h 2344739"/>
              <a:gd name="connsiteX92" fmla="*/ 8284298 w 12193149"/>
              <a:gd name="connsiteY92" fmla="*/ 1999074 h 2344739"/>
              <a:gd name="connsiteX93" fmla="*/ 8267224 w 12193149"/>
              <a:gd name="connsiteY93" fmla="*/ 2006249 h 2344739"/>
              <a:gd name="connsiteX94" fmla="*/ 8264525 w 12193149"/>
              <a:gd name="connsiteY94" fmla="*/ 2006019 h 2344739"/>
              <a:gd name="connsiteX95" fmla="*/ 8253181 w 12193149"/>
              <a:gd name="connsiteY95" fmla="*/ 2015862 h 2344739"/>
              <a:gd name="connsiteX96" fmla="*/ 8246982 w 12193149"/>
              <a:gd name="connsiteY96" fmla="*/ 2028854 h 2344739"/>
              <a:gd name="connsiteX97" fmla="*/ 8091420 w 12193149"/>
              <a:gd name="connsiteY97" fmla="*/ 2075015 h 2344739"/>
              <a:gd name="connsiteX98" fmla="*/ 7906555 w 12193149"/>
              <a:gd name="connsiteY98" fmla="*/ 2116988 h 2344739"/>
              <a:gd name="connsiteX99" fmla="*/ 7719893 w 12193149"/>
              <a:gd name="connsiteY99" fmla="*/ 2142703 h 2344739"/>
              <a:gd name="connsiteX100" fmla="*/ 7615495 w 12193149"/>
              <a:gd name="connsiteY100" fmla="*/ 2139232 h 2344739"/>
              <a:gd name="connsiteX101" fmla="*/ 7528691 w 12193149"/>
              <a:gd name="connsiteY101" fmla="*/ 2145060 h 2344739"/>
              <a:gd name="connsiteX102" fmla="*/ 7520719 w 12193149"/>
              <a:gd name="connsiteY102" fmla="*/ 2147613 h 2344739"/>
              <a:gd name="connsiteX103" fmla="*/ 7508559 w 12193149"/>
              <a:gd name="connsiteY103" fmla="*/ 2148948 h 2344739"/>
              <a:gd name="connsiteX104" fmla="*/ 7508188 w 12193149"/>
              <a:gd name="connsiteY104" fmla="*/ 2148621 h 2344739"/>
              <a:gd name="connsiteX105" fmla="*/ 7496943 w 12193149"/>
              <a:gd name="connsiteY105" fmla="*/ 2150573 h 2344739"/>
              <a:gd name="connsiteX106" fmla="*/ 7406539 w 12193149"/>
              <a:gd name="connsiteY106" fmla="*/ 2142468 h 2344739"/>
              <a:gd name="connsiteX107" fmla="*/ 7219707 w 12193149"/>
              <a:gd name="connsiteY107" fmla="*/ 2156680 h 2344739"/>
              <a:gd name="connsiteX108" fmla="*/ 7202249 w 12193149"/>
              <a:gd name="connsiteY108" fmla="*/ 2161230 h 2344739"/>
              <a:gd name="connsiteX109" fmla="*/ 7198152 w 12193149"/>
              <a:gd name="connsiteY109" fmla="*/ 2166588 h 2344739"/>
              <a:gd name="connsiteX110" fmla="*/ 7171956 w 12193149"/>
              <a:gd name="connsiteY110" fmla="*/ 2171236 h 2344739"/>
              <a:gd name="connsiteX111" fmla="*/ 7098136 w 12193149"/>
              <a:gd name="connsiteY111" fmla="*/ 2183464 h 2344739"/>
              <a:gd name="connsiteX112" fmla="*/ 7019644 w 12193149"/>
              <a:gd name="connsiteY112" fmla="*/ 2183090 h 2344739"/>
              <a:gd name="connsiteX113" fmla="*/ 6905294 w 12193149"/>
              <a:gd name="connsiteY113" fmla="*/ 2212596 h 2344739"/>
              <a:gd name="connsiteX114" fmla="*/ 6709370 w 12193149"/>
              <a:gd name="connsiteY114" fmla="*/ 2240551 h 2344739"/>
              <a:gd name="connsiteX115" fmla="*/ 6550602 w 12193149"/>
              <a:gd name="connsiteY115" fmla="*/ 2269327 h 2344739"/>
              <a:gd name="connsiteX116" fmla="*/ 6318708 w 12193149"/>
              <a:gd name="connsiteY116" fmla="*/ 2316127 h 2344739"/>
              <a:gd name="connsiteX117" fmla="*/ 6169822 w 12193149"/>
              <a:gd name="connsiteY117" fmla="*/ 2318214 h 2344739"/>
              <a:gd name="connsiteX118" fmla="*/ 6074996 w 12193149"/>
              <a:gd name="connsiteY118" fmla="*/ 2338676 h 2344739"/>
              <a:gd name="connsiteX119" fmla="*/ 6069677 w 12193149"/>
              <a:gd name="connsiteY119" fmla="*/ 2337139 h 2344739"/>
              <a:gd name="connsiteX120" fmla="*/ 6049786 w 12193149"/>
              <a:gd name="connsiteY120" fmla="*/ 2337822 h 2344739"/>
              <a:gd name="connsiteX121" fmla="*/ 6042433 w 12193149"/>
              <a:gd name="connsiteY121" fmla="*/ 2329473 h 2344739"/>
              <a:gd name="connsiteX122" fmla="*/ 6011238 w 12193149"/>
              <a:gd name="connsiteY122" fmla="*/ 2324380 h 2344739"/>
              <a:gd name="connsiteX123" fmla="*/ 5958523 w 12193149"/>
              <a:gd name="connsiteY123" fmla="*/ 2328024 h 2344739"/>
              <a:gd name="connsiteX124" fmla="*/ 5760067 w 12193149"/>
              <a:gd name="connsiteY124" fmla="*/ 2343716 h 2344739"/>
              <a:gd name="connsiteX125" fmla="*/ 5628108 w 12193149"/>
              <a:gd name="connsiteY125" fmla="*/ 2344739 h 2344739"/>
              <a:gd name="connsiteX126" fmla="*/ 5472054 w 12193149"/>
              <a:gd name="connsiteY126" fmla="*/ 2330719 h 2344739"/>
              <a:gd name="connsiteX127" fmla="*/ 5433909 w 12193149"/>
              <a:gd name="connsiteY127" fmla="*/ 2319466 h 2344739"/>
              <a:gd name="connsiteX128" fmla="*/ 5382817 w 12193149"/>
              <a:gd name="connsiteY128" fmla="*/ 2301764 h 2344739"/>
              <a:gd name="connsiteX129" fmla="*/ 5262912 w 12193149"/>
              <a:gd name="connsiteY129" fmla="*/ 2281347 h 2344739"/>
              <a:gd name="connsiteX130" fmla="*/ 5224109 w 12193149"/>
              <a:gd name="connsiteY130" fmla="*/ 2270223 h 2344739"/>
              <a:gd name="connsiteX131" fmla="*/ 5175808 w 12193149"/>
              <a:gd name="connsiteY131" fmla="*/ 2267233 h 2344739"/>
              <a:gd name="connsiteX132" fmla="*/ 5157702 w 12193149"/>
              <a:gd name="connsiteY132" fmla="*/ 2260010 h 2344739"/>
              <a:gd name="connsiteX133" fmla="*/ 5143747 w 12193149"/>
              <a:gd name="connsiteY133" fmla="*/ 2256610 h 2344739"/>
              <a:gd name="connsiteX134" fmla="*/ 5140744 w 12193149"/>
              <a:gd name="connsiteY134" fmla="*/ 2254509 h 2344739"/>
              <a:gd name="connsiteX135" fmla="*/ 5122807 w 12193149"/>
              <a:gd name="connsiteY135" fmla="*/ 2243656 h 2344739"/>
              <a:gd name="connsiteX136" fmla="*/ 5066938 w 12193149"/>
              <a:gd name="connsiteY136" fmla="*/ 2250227 h 2344739"/>
              <a:gd name="connsiteX137" fmla="*/ 5012662 w 12193149"/>
              <a:gd name="connsiteY137" fmla="*/ 2233846 h 2344739"/>
              <a:gd name="connsiteX138" fmla="*/ 4841589 w 12193149"/>
              <a:gd name="connsiteY138" fmla="*/ 2209829 h 2344739"/>
              <a:gd name="connsiteX139" fmla="*/ 4763595 w 12193149"/>
              <a:gd name="connsiteY139" fmla="*/ 2182061 h 2344739"/>
              <a:gd name="connsiteX140" fmla="*/ 4724334 w 12193149"/>
              <a:gd name="connsiteY140" fmla="*/ 2173047 h 2344739"/>
              <a:gd name="connsiteX141" fmla="*/ 4722324 w 12193149"/>
              <a:gd name="connsiteY141" fmla="*/ 2172298 h 2344739"/>
              <a:gd name="connsiteX142" fmla="*/ 4723259 w 12193149"/>
              <a:gd name="connsiteY142" fmla="*/ 2172087 h 2344739"/>
              <a:gd name="connsiteX143" fmla="*/ 4718350 w 12193149"/>
              <a:gd name="connsiteY143" fmla="*/ 2170817 h 2344739"/>
              <a:gd name="connsiteX144" fmla="*/ 4722324 w 12193149"/>
              <a:gd name="connsiteY144" fmla="*/ 2172298 h 2344739"/>
              <a:gd name="connsiteX145" fmla="*/ 4716674 w 12193149"/>
              <a:gd name="connsiteY145" fmla="*/ 2173573 h 2344739"/>
              <a:gd name="connsiteX146" fmla="*/ 4516962 w 12193149"/>
              <a:gd name="connsiteY146" fmla="*/ 2163671 h 2344739"/>
              <a:gd name="connsiteX147" fmla="*/ 4429691 w 12193149"/>
              <a:gd name="connsiteY147" fmla="*/ 2153020 h 2344739"/>
              <a:gd name="connsiteX148" fmla="*/ 4364023 w 12193149"/>
              <a:gd name="connsiteY148" fmla="*/ 2151674 h 2344739"/>
              <a:gd name="connsiteX149" fmla="*/ 4318114 w 12193149"/>
              <a:gd name="connsiteY149" fmla="*/ 2158289 h 2344739"/>
              <a:gd name="connsiteX150" fmla="*/ 4316258 w 12193149"/>
              <a:gd name="connsiteY150" fmla="*/ 2156948 h 2344739"/>
              <a:gd name="connsiteX151" fmla="*/ 4296292 w 12193149"/>
              <a:gd name="connsiteY151" fmla="*/ 2155069 h 2344739"/>
              <a:gd name="connsiteX152" fmla="*/ 4291212 w 12193149"/>
              <a:gd name="connsiteY152" fmla="*/ 2157986 h 2344739"/>
              <a:gd name="connsiteX153" fmla="*/ 4277290 w 12193149"/>
              <a:gd name="connsiteY153" fmla="*/ 2157740 h 2344739"/>
              <a:gd name="connsiteX154" fmla="*/ 4249265 w 12193149"/>
              <a:gd name="connsiteY154" fmla="*/ 2160064 h 2344739"/>
              <a:gd name="connsiteX155" fmla="*/ 4203199 w 12193149"/>
              <a:gd name="connsiteY155" fmla="*/ 2157269 h 2344739"/>
              <a:gd name="connsiteX156" fmla="*/ 4202893 w 12193149"/>
              <a:gd name="connsiteY156" fmla="*/ 2156010 h 2344739"/>
              <a:gd name="connsiteX157" fmla="*/ 4192396 w 12193149"/>
              <a:gd name="connsiteY157" fmla="*/ 2150376 h 2344739"/>
              <a:gd name="connsiteX158" fmla="*/ 4143893 w 12193149"/>
              <a:gd name="connsiteY158" fmla="*/ 2134511 h 2344739"/>
              <a:gd name="connsiteX159" fmla="*/ 4084245 w 12193149"/>
              <a:gd name="connsiteY159" fmla="*/ 2107978 h 2344739"/>
              <a:gd name="connsiteX160" fmla="*/ 4075694 w 12193149"/>
              <a:gd name="connsiteY160" fmla="*/ 2107143 h 2344739"/>
              <a:gd name="connsiteX161" fmla="*/ 4075575 w 12193149"/>
              <a:gd name="connsiteY161" fmla="*/ 2106844 h 2344739"/>
              <a:gd name="connsiteX162" fmla="*/ 4066658 w 12193149"/>
              <a:gd name="connsiteY162" fmla="*/ 2105400 h 2344739"/>
              <a:gd name="connsiteX163" fmla="*/ 4060102 w 12193149"/>
              <a:gd name="connsiteY163" fmla="*/ 2105618 h 2344739"/>
              <a:gd name="connsiteX164" fmla="*/ 4043512 w 12193149"/>
              <a:gd name="connsiteY164" fmla="*/ 2103997 h 2344739"/>
              <a:gd name="connsiteX165" fmla="*/ 4038145 w 12193149"/>
              <a:gd name="connsiteY165" fmla="*/ 2101563 h 2344739"/>
              <a:gd name="connsiteX166" fmla="*/ 4036511 w 12193149"/>
              <a:gd name="connsiteY166" fmla="*/ 2097896 h 2344739"/>
              <a:gd name="connsiteX167" fmla="*/ 4034926 w 12193149"/>
              <a:gd name="connsiteY167" fmla="*/ 2098131 h 2344739"/>
              <a:gd name="connsiteX168" fmla="*/ 4005686 w 12193149"/>
              <a:gd name="connsiteY168" fmla="*/ 2085563 h 2344739"/>
              <a:gd name="connsiteX169" fmla="*/ 3937994 w 12193149"/>
              <a:gd name="connsiteY169" fmla="*/ 2068106 h 2344739"/>
              <a:gd name="connsiteX170" fmla="*/ 3898423 w 12193149"/>
              <a:gd name="connsiteY170" fmla="*/ 2062451 h 2344739"/>
              <a:gd name="connsiteX171" fmla="*/ 3790908 w 12193149"/>
              <a:gd name="connsiteY171" fmla="*/ 2042213 h 2344739"/>
              <a:gd name="connsiteX172" fmla="*/ 3683661 w 12193149"/>
              <a:gd name="connsiteY172" fmla="*/ 2018290 h 2344739"/>
              <a:gd name="connsiteX173" fmla="*/ 3611183 w 12193149"/>
              <a:gd name="connsiteY173" fmla="*/ 1986019 h 2344739"/>
              <a:gd name="connsiteX174" fmla="*/ 3605003 w 12193149"/>
              <a:gd name="connsiteY174" fmla="*/ 1987381 h 2344739"/>
              <a:gd name="connsiteX175" fmla="*/ 3595884 w 12193149"/>
              <a:gd name="connsiteY175" fmla="*/ 1987545 h 2344739"/>
              <a:gd name="connsiteX176" fmla="*/ 3595649 w 12193149"/>
              <a:gd name="connsiteY176" fmla="*/ 1987276 h 2344739"/>
              <a:gd name="connsiteX177" fmla="*/ 3587126 w 12193149"/>
              <a:gd name="connsiteY177" fmla="*/ 1987966 h 2344739"/>
              <a:gd name="connsiteX178" fmla="*/ 3537283 w 12193149"/>
              <a:gd name="connsiteY178" fmla="*/ 1978267 h 2344739"/>
              <a:gd name="connsiteX179" fmla="*/ 3474371 w 12193149"/>
              <a:gd name="connsiteY179" fmla="*/ 1974606 h 2344739"/>
              <a:gd name="connsiteX180" fmla="*/ 3401876 w 12193149"/>
              <a:gd name="connsiteY180" fmla="*/ 1962558 h 2344739"/>
              <a:gd name="connsiteX181" fmla="*/ 3365036 w 12193149"/>
              <a:gd name="connsiteY181" fmla="*/ 1979510 h 2344739"/>
              <a:gd name="connsiteX182" fmla="*/ 3345174 w 12193149"/>
              <a:gd name="connsiteY182" fmla="*/ 1981192 h 2344739"/>
              <a:gd name="connsiteX183" fmla="*/ 3342846 w 12193149"/>
              <a:gd name="connsiteY183" fmla="*/ 1980217 h 2344739"/>
              <a:gd name="connsiteX184" fmla="*/ 3263504 w 12193149"/>
              <a:gd name="connsiteY184" fmla="*/ 1986094 h 2344739"/>
              <a:gd name="connsiteX185" fmla="*/ 3143704 w 12193149"/>
              <a:gd name="connsiteY185" fmla="*/ 1993869 h 2344739"/>
              <a:gd name="connsiteX186" fmla="*/ 3031439 w 12193149"/>
              <a:gd name="connsiteY186" fmla="*/ 1996512 h 2344739"/>
              <a:gd name="connsiteX187" fmla="*/ 2782717 w 12193149"/>
              <a:gd name="connsiteY187" fmla="*/ 2018333 h 2344739"/>
              <a:gd name="connsiteX188" fmla="*/ 2647675 w 12193149"/>
              <a:gd name="connsiteY188" fmla="*/ 2028869 h 2344739"/>
              <a:gd name="connsiteX189" fmla="*/ 2569176 w 12193149"/>
              <a:gd name="connsiteY189" fmla="*/ 2002628 h 2344739"/>
              <a:gd name="connsiteX190" fmla="*/ 2444403 w 12193149"/>
              <a:gd name="connsiteY190" fmla="*/ 2016529 h 2344739"/>
              <a:gd name="connsiteX191" fmla="*/ 2316260 w 12193149"/>
              <a:gd name="connsiteY191" fmla="*/ 2024996 h 2344739"/>
              <a:gd name="connsiteX192" fmla="*/ 2209726 w 12193149"/>
              <a:gd name="connsiteY192" fmla="*/ 2019763 h 2344739"/>
              <a:gd name="connsiteX193" fmla="*/ 2095813 w 12193149"/>
              <a:gd name="connsiteY193" fmla="*/ 2003052 h 2344739"/>
              <a:gd name="connsiteX194" fmla="*/ 1998504 w 12193149"/>
              <a:gd name="connsiteY194" fmla="*/ 1995032 h 2344739"/>
              <a:gd name="connsiteX195" fmla="*/ 1929320 w 12193149"/>
              <a:gd name="connsiteY195" fmla="*/ 2016977 h 2344739"/>
              <a:gd name="connsiteX196" fmla="*/ 1922798 w 12193149"/>
              <a:gd name="connsiteY196" fmla="*/ 2012146 h 2344739"/>
              <a:gd name="connsiteX197" fmla="*/ 1874228 w 12193149"/>
              <a:gd name="connsiteY197" fmla="*/ 2013741 h 2344739"/>
              <a:gd name="connsiteX198" fmla="*/ 1787803 w 12193149"/>
              <a:gd name="connsiteY198" fmla="*/ 2041363 h 2344739"/>
              <a:gd name="connsiteX199" fmla="*/ 1739352 w 12193149"/>
              <a:gd name="connsiteY199" fmla="*/ 2036312 h 2344739"/>
              <a:gd name="connsiteX200" fmla="*/ 1676219 w 12193149"/>
              <a:gd name="connsiteY200" fmla="*/ 2019963 h 2344739"/>
              <a:gd name="connsiteX201" fmla="*/ 1609817 w 12193149"/>
              <a:gd name="connsiteY201" fmla="*/ 2013066 h 2344739"/>
              <a:gd name="connsiteX202" fmla="*/ 1497258 w 12193149"/>
              <a:gd name="connsiteY202" fmla="*/ 1987476 h 2344739"/>
              <a:gd name="connsiteX203" fmla="*/ 1151127 w 12193149"/>
              <a:gd name="connsiteY203" fmla="*/ 1938041 h 2344739"/>
              <a:gd name="connsiteX204" fmla="*/ 859417 w 12193149"/>
              <a:gd name="connsiteY204" fmla="*/ 1928608 h 2344739"/>
              <a:gd name="connsiteX205" fmla="*/ 838688 w 12193149"/>
              <a:gd name="connsiteY205" fmla="*/ 1929821 h 2344739"/>
              <a:gd name="connsiteX206" fmla="*/ 817957 w 12193149"/>
              <a:gd name="connsiteY206" fmla="*/ 1927857 h 2344739"/>
              <a:gd name="connsiteX207" fmla="*/ 812654 w 12193149"/>
              <a:gd name="connsiteY207" fmla="*/ 1930751 h 2344739"/>
              <a:gd name="connsiteX208" fmla="*/ 721195 w 12193149"/>
              <a:gd name="connsiteY208" fmla="*/ 1929661 h 2344739"/>
              <a:gd name="connsiteX209" fmla="*/ 720890 w 12193149"/>
              <a:gd name="connsiteY209" fmla="*/ 1928399 h 2344739"/>
              <a:gd name="connsiteX210" fmla="*/ 710023 w 12193149"/>
              <a:gd name="connsiteY210" fmla="*/ 1922722 h 2344739"/>
              <a:gd name="connsiteX211" fmla="*/ 597940 w 12193149"/>
              <a:gd name="connsiteY211" fmla="*/ 1879864 h 2344739"/>
              <a:gd name="connsiteX212" fmla="*/ 579683 w 12193149"/>
              <a:gd name="connsiteY212" fmla="*/ 1877212 h 2344739"/>
              <a:gd name="connsiteX213" fmla="*/ 572865 w 12193149"/>
              <a:gd name="connsiteY213" fmla="*/ 1877401 h 2344739"/>
              <a:gd name="connsiteX214" fmla="*/ 446247 w 12193149"/>
              <a:gd name="connsiteY214" fmla="*/ 1839371 h 2344739"/>
              <a:gd name="connsiteX215" fmla="*/ 405163 w 12193149"/>
              <a:gd name="connsiteY215" fmla="*/ 1833548 h 2344739"/>
              <a:gd name="connsiteX216" fmla="*/ 293583 w 12193149"/>
              <a:gd name="connsiteY216" fmla="*/ 1812852 h 2344739"/>
              <a:gd name="connsiteX217" fmla="*/ 119529 w 12193149"/>
              <a:gd name="connsiteY217" fmla="*/ 1761047 h 2344739"/>
              <a:gd name="connsiteX218" fmla="*/ 16674 w 12193149"/>
              <a:gd name="connsiteY218" fmla="*/ 1758191 h 2344739"/>
              <a:gd name="connsiteX219" fmla="*/ 1150 w 12193149"/>
              <a:gd name="connsiteY219" fmla="*/ 1752722 h 2344739"/>
              <a:gd name="connsiteX220" fmla="*/ 1148 w 12193149"/>
              <a:gd name="connsiteY220" fmla="*/ 222213 h 2344739"/>
              <a:gd name="connsiteX221" fmla="*/ 1148 w 12193149"/>
              <a:gd name="connsiteY221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101593 w 12193149"/>
              <a:gd name="connsiteY58" fmla="*/ 1742432 h 2344739"/>
              <a:gd name="connsiteX59" fmla="*/ 10083317 w 12193149"/>
              <a:gd name="connsiteY59" fmla="*/ 1743296 h 2344739"/>
              <a:gd name="connsiteX60" fmla="*/ 10040388 w 12193149"/>
              <a:gd name="connsiteY60" fmla="*/ 1741632 h 2344739"/>
              <a:gd name="connsiteX61" fmla="*/ 9961167 w 12193149"/>
              <a:gd name="connsiteY61" fmla="*/ 1757147 h 2344739"/>
              <a:gd name="connsiteX62" fmla="*/ 9848940 w 12193149"/>
              <a:gd name="connsiteY62" fmla="*/ 1763915 h 2344739"/>
              <a:gd name="connsiteX63" fmla="*/ 9729457 w 12193149"/>
              <a:gd name="connsiteY63" fmla="*/ 1784122 h 2344739"/>
              <a:gd name="connsiteX64" fmla="*/ 9585655 w 12193149"/>
              <a:gd name="connsiteY64" fmla="*/ 1795542 h 2344739"/>
              <a:gd name="connsiteX65" fmla="*/ 9338590 w 12193149"/>
              <a:gd name="connsiteY65" fmla="*/ 1869293 h 2344739"/>
              <a:gd name="connsiteX66" fmla="*/ 9232518 w 12193149"/>
              <a:gd name="connsiteY66" fmla="*/ 1893149 h 2344739"/>
              <a:gd name="connsiteX67" fmla="*/ 9156690 w 12193149"/>
              <a:gd name="connsiteY67" fmla="*/ 1903228 h 2344739"/>
              <a:gd name="connsiteX68" fmla="*/ 9054601 w 12193149"/>
              <a:gd name="connsiteY68" fmla="*/ 1910755 h 2344739"/>
              <a:gd name="connsiteX69" fmla="*/ 9006634 w 12193149"/>
              <a:gd name="connsiteY69" fmla="*/ 1914040 h 2344739"/>
              <a:gd name="connsiteX70" fmla="*/ 9006349 w 12193149"/>
              <a:gd name="connsiteY70" fmla="*/ 1913800 h 2344739"/>
              <a:gd name="connsiteX71" fmla="*/ 8997380 w 12193149"/>
              <a:gd name="connsiteY71" fmla="*/ 1915011 h 2344739"/>
              <a:gd name="connsiteX72" fmla="*/ 8991542 w 12193149"/>
              <a:gd name="connsiteY72" fmla="*/ 1917072 h 2344739"/>
              <a:gd name="connsiteX73" fmla="*/ 8975485 w 12193149"/>
              <a:gd name="connsiteY73" fmla="*/ 1920298 h 2344739"/>
              <a:gd name="connsiteX74" fmla="*/ 8969159 w 12193149"/>
              <a:gd name="connsiteY74" fmla="*/ 1919598 h 2344739"/>
              <a:gd name="connsiteX75" fmla="*/ 8964196 w 12193149"/>
              <a:gd name="connsiteY75" fmla="*/ 1917373 h 2344739"/>
              <a:gd name="connsiteX76" fmla="*/ 8930136 w 12193149"/>
              <a:gd name="connsiteY76" fmla="*/ 1914185 h 2344739"/>
              <a:gd name="connsiteX77" fmla="*/ 8753592 w 12193149"/>
              <a:gd name="connsiteY77" fmla="*/ 1933417 h 2344739"/>
              <a:gd name="connsiteX78" fmla="*/ 8708995 w 12193149"/>
              <a:gd name="connsiteY78" fmla="*/ 1935518 h 2344739"/>
              <a:gd name="connsiteX79" fmla="*/ 8597219 w 12193149"/>
              <a:gd name="connsiteY79" fmla="*/ 1944090 h 2344739"/>
              <a:gd name="connsiteX80" fmla="*/ 8526378 w 12193149"/>
              <a:gd name="connsiteY80" fmla="*/ 1929248 h 2344739"/>
              <a:gd name="connsiteX81" fmla="*/ 8512131 w 12193149"/>
              <a:gd name="connsiteY81" fmla="*/ 1935163 h 2344739"/>
              <a:gd name="connsiteX82" fmla="*/ 8507315 w 12193149"/>
              <a:gd name="connsiteY82" fmla="*/ 1938164 h 2344739"/>
              <a:gd name="connsiteX83" fmla="*/ 8499116 w 12193149"/>
              <a:gd name="connsiteY83" fmla="*/ 1940902 h 2344739"/>
              <a:gd name="connsiteX84" fmla="*/ 8498742 w 12193149"/>
              <a:gd name="connsiteY84" fmla="*/ 1940723 h 2344739"/>
              <a:gd name="connsiteX85" fmla="*/ 8491397 w 12193149"/>
              <a:gd name="connsiteY85" fmla="*/ 1943773 h 2344739"/>
              <a:gd name="connsiteX86" fmla="*/ 8368330 w 12193149"/>
              <a:gd name="connsiteY86" fmla="*/ 1957815 h 2344739"/>
              <a:gd name="connsiteX87" fmla="*/ 8354947 w 12193149"/>
              <a:gd name="connsiteY87" fmla="*/ 1958009 h 2344739"/>
              <a:gd name="connsiteX88" fmla="*/ 8321252 w 12193149"/>
              <a:gd name="connsiteY88" fmla="*/ 1974587 h 2344739"/>
              <a:gd name="connsiteX89" fmla="*/ 8315581 w 12193149"/>
              <a:gd name="connsiteY89" fmla="*/ 1974913 h 2344739"/>
              <a:gd name="connsiteX90" fmla="*/ 8296322 w 12193149"/>
              <a:gd name="connsiteY90" fmla="*/ 1988808 h 2344739"/>
              <a:gd name="connsiteX91" fmla="*/ 8285424 w 12193149"/>
              <a:gd name="connsiteY91" fmla="*/ 1994631 h 2344739"/>
              <a:gd name="connsiteX92" fmla="*/ 8284298 w 12193149"/>
              <a:gd name="connsiteY92" fmla="*/ 1999074 h 2344739"/>
              <a:gd name="connsiteX93" fmla="*/ 8267224 w 12193149"/>
              <a:gd name="connsiteY93" fmla="*/ 2006249 h 2344739"/>
              <a:gd name="connsiteX94" fmla="*/ 8264525 w 12193149"/>
              <a:gd name="connsiteY94" fmla="*/ 2006019 h 2344739"/>
              <a:gd name="connsiteX95" fmla="*/ 8253181 w 12193149"/>
              <a:gd name="connsiteY95" fmla="*/ 2015862 h 2344739"/>
              <a:gd name="connsiteX96" fmla="*/ 8246982 w 12193149"/>
              <a:gd name="connsiteY96" fmla="*/ 2028854 h 2344739"/>
              <a:gd name="connsiteX97" fmla="*/ 8091420 w 12193149"/>
              <a:gd name="connsiteY97" fmla="*/ 2075015 h 2344739"/>
              <a:gd name="connsiteX98" fmla="*/ 7906555 w 12193149"/>
              <a:gd name="connsiteY98" fmla="*/ 2116988 h 2344739"/>
              <a:gd name="connsiteX99" fmla="*/ 7719893 w 12193149"/>
              <a:gd name="connsiteY99" fmla="*/ 2142703 h 2344739"/>
              <a:gd name="connsiteX100" fmla="*/ 7615495 w 12193149"/>
              <a:gd name="connsiteY100" fmla="*/ 2139232 h 2344739"/>
              <a:gd name="connsiteX101" fmla="*/ 7528691 w 12193149"/>
              <a:gd name="connsiteY101" fmla="*/ 2145060 h 2344739"/>
              <a:gd name="connsiteX102" fmla="*/ 7520719 w 12193149"/>
              <a:gd name="connsiteY102" fmla="*/ 2147613 h 2344739"/>
              <a:gd name="connsiteX103" fmla="*/ 7508559 w 12193149"/>
              <a:gd name="connsiteY103" fmla="*/ 2148948 h 2344739"/>
              <a:gd name="connsiteX104" fmla="*/ 7508188 w 12193149"/>
              <a:gd name="connsiteY104" fmla="*/ 2148621 h 2344739"/>
              <a:gd name="connsiteX105" fmla="*/ 7496943 w 12193149"/>
              <a:gd name="connsiteY105" fmla="*/ 2150573 h 2344739"/>
              <a:gd name="connsiteX106" fmla="*/ 7406539 w 12193149"/>
              <a:gd name="connsiteY106" fmla="*/ 2142468 h 2344739"/>
              <a:gd name="connsiteX107" fmla="*/ 7219707 w 12193149"/>
              <a:gd name="connsiteY107" fmla="*/ 2156680 h 2344739"/>
              <a:gd name="connsiteX108" fmla="*/ 7202249 w 12193149"/>
              <a:gd name="connsiteY108" fmla="*/ 2161230 h 2344739"/>
              <a:gd name="connsiteX109" fmla="*/ 7198152 w 12193149"/>
              <a:gd name="connsiteY109" fmla="*/ 2166588 h 2344739"/>
              <a:gd name="connsiteX110" fmla="*/ 7171956 w 12193149"/>
              <a:gd name="connsiteY110" fmla="*/ 2171236 h 2344739"/>
              <a:gd name="connsiteX111" fmla="*/ 7098136 w 12193149"/>
              <a:gd name="connsiteY111" fmla="*/ 2183464 h 2344739"/>
              <a:gd name="connsiteX112" fmla="*/ 7019644 w 12193149"/>
              <a:gd name="connsiteY112" fmla="*/ 2183090 h 2344739"/>
              <a:gd name="connsiteX113" fmla="*/ 6905294 w 12193149"/>
              <a:gd name="connsiteY113" fmla="*/ 2212596 h 2344739"/>
              <a:gd name="connsiteX114" fmla="*/ 6709370 w 12193149"/>
              <a:gd name="connsiteY114" fmla="*/ 2240551 h 2344739"/>
              <a:gd name="connsiteX115" fmla="*/ 6550602 w 12193149"/>
              <a:gd name="connsiteY115" fmla="*/ 2269327 h 2344739"/>
              <a:gd name="connsiteX116" fmla="*/ 6318708 w 12193149"/>
              <a:gd name="connsiteY116" fmla="*/ 2316127 h 2344739"/>
              <a:gd name="connsiteX117" fmla="*/ 6169822 w 12193149"/>
              <a:gd name="connsiteY117" fmla="*/ 2318214 h 2344739"/>
              <a:gd name="connsiteX118" fmla="*/ 6074996 w 12193149"/>
              <a:gd name="connsiteY118" fmla="*/ 2338676 h 2344739"/>
              <a:gd name="connsiteX119" fmla="*/ 6069677 w 12193149"/>
              <a:gd name="connsiteY119" fmla="*/ 2337139 h 2344739"/>
              <a:gd name="connsiteX120" fmla="*/ 6049786 w 12193149"/>
              <a:gd name="connsiteY120" fmla="*/ 2337822 h 2344739"/>
              <a:gd name="connsiteX121" fmla="*/ 6042433 w 12193149"/>
              <a:gd name="connsiteY121" fmla="*/ 2329473 h 2344739"/>
              <a:gd name="connsiteX122" fmla="*/ 6011238 w 12193149"/>
              <a:gd name="connsiteY122" fmla="*/ 2324380 h 2344739"/>
              <a:gd name="connsiteX123" fmla="*/ 5958523 w 12193149"/>
              <a:gd name="connsiteY123" fmla="*/ 2328024 h 2344739"/>
              <a:gd name="connsiteX124" fmla="*/ 5760067 w 12193149"/>
              <a:gd name="connsiteY124" fmla="*/ 2343716 h 2344739"/>
              <a:gd name="connsiteX125" fmla="*/ 5628108 w 12193149"/>
              <a:gd name="connsiteY125" fmla="*/ 2344739 h 2344739"/>
              <a:gd name="connsiteX126" fmla="*/ 5472054 w 12193149"/>
              <a:gd name="connsiteY126" fmla="*/ 2330719 h 2344739"/>
              <a:gd name="connsiteX127" fmla="*/ 5433909 w 12193149"/>
              <a:gd name="connsiteY127" fmla="*/ 2319466 h 2344739"/>
              <a:gd name="connsiteX128" fmla="*/ 5382817 w 12193149"/>
              <a:gd name="connsiteY128" fmla="*/ 2301764 h 2344739"/>
              <a:gd name="connsiteX129" fmla="*/ 5262912 w 12193149"/>
              <a:gd name="connsiteY129" fmla="*/ 2281347 h 2344739"/>
              <a:gd name="connsiteX130" fmla="*/ 5224109 w 12193149"/>
              <a:gd name="connsiteY130" fmla="*/ 2270223 h 2344739"/>
              <a:gd name="connsiteX131" fmla="*/ 5175808 w 12193149"/>
              <a:gd name="connsiteY131" fmla="*/ 2267233 h 2344739"/>
              <a:gd name="connsiteX132" fmla="*/ 5157702 w 12193149"/>
              <a:gd name="connsiteY132" fmla="*/ 2260010 h 2344739"/>
              <a:gd name="connsiteX133" fmla="*/ 5143747 w 12193149"/>
              <a:gd name="connsiteY133" fmla="*/ 2256610 h 2344739"/>
              <a:gd name="connsiteX134" fmla="*/ 5140744 w 12193149"/>
              <a:gd name="connsiteY134" fmla="*/ 2254509 h 2344739"/>
              <a:gd name="connsiteX135" fmla="*/ 5122807 w 12193149"/>
              <a:gd name="connsiteY135" fmla="*/ 2243656 h 2344739"/>
              <a:gd name="connsiteX136" fmla="*/ 5066938 w 12193149"/>
              <a:gd name="connsiteY136" fmla="*/ 2250227 h 2344739"/>
              <a:gd name="connsiteX137" fmla="*/ 5012662 w 12193149"/>
              <a:gd name="connsiteY137" fmla="*/ 2233846 h 2344739"/>
              <a:gd name="connsiteX138" fmla="*/ 4841589 w 12193149"/>
              <a:gd name="connsiteY138" fmla="*/ 2209829 h 2344739"/>
              <a:gd name="connsiteX139" fmla="*/ 4763595 w 12193149"/>
              <a:gd name="connsiteY139" fmla="*/ 2182061 h 2344739"/>
              <a:gd name="connsiteX140" fmla="*/ 4724334 w 12193149"/>
              <a:gd name="connsiteY140" fmla="*/ 2173047 h 2344739"/>
              <a:gd name="connsiteX141" fmla="*/ 4722324 w 12193149"/>
              <a:gd name="connsiteY141" fmla="*/ 2172298 h 2344739"/>
              <a:gd name="connsiteX142" fmla="*/ 4723259 w 12193149"/>
              <a:gd name="connsiteY142" fmla="*/ 2172087 h 2344739"/>
              <a:gd name="connsiteX143" fmla="*/ 4718350 w 12193149"/>
              <a:gd name="connsiteY143" fmla="*/ 2170817 h 2344739"/>
              <a:gd name="connsiteX144" fmla="*/ 4722324 w 12193149"/>
              <a:gd name="connsiteY144" fmla="*/ 2172298 h 2344739"/>
              <a:gd name="connsiteX145" fmla="*/ 4716674 w 12193149"/>
              <a:gd name="connsiteY145" fmla="*/ 2173573 h 2344739"/>
              <a:gd name="connsiteX146" fmla="*/ 4516962 w 12193149"/>
              <a:gd name="connsiteY146" fmla="*/ 2163671 h 2344739"/>
              <a:gd name="connsiteX147" fmla="*/ 4429691 w 12193149"/>
              <a:gd name="connsiteY147" fmla="*/ 2153020 h 2344739"/>
              <a:gd name="connsiteX148" fmla="*/ 4364023 w 12193149"/>
              <a:gd name="connsiteY148" fmla="*/ 2151674 h 2344739"/>
              <a:gd name="connsiteX149" fmla="*/ 4318114 w 12193149"/>
              <a:gd name="connsiteY149" fmla="*/ 2158289 h 2344739"/>
              <a:gd name="connsiteX150" fmla="*/ 4316258 w 12193149"/>
              <a:gd name="connsiteY150" fmla="*/ 2156948 h 2344739"/>
              <a:gd name="connsiteX151" fmla="*/ 4296292 w 12193149"/>
              <a:gd name="connsiteY151" fmla="*/ 2155069 h 2344739"/>
              <a:gd name="connsiteX152" fmla="*/ 4291212 w 12193149"/>
              <a:gd name="connsiteY152" fmla="*/ 2157986 h 2344739"/>
              <a:gd name="connsiteX153" fmla="*/ 4277290 w 12193149"/>
              <a:gd name="connsiteY153" fmla="*/ 2157740 h 2344739"/>
              <a:gd name="connsiteX154" fmla="*/ 4249265 w 12193149"/>
              <a:gd name="connsiteY154" fmla="*/ 2160064 h 2344739"/>
              <a:gd name="connsiteX155" fmla="*/ 4203199 w 12193149"/>
              <a:gd name="connsiteY155" fmla="*/ 2157269 h 2344739"/>
              <a:gd name="connsiteX156" fmla="*/ 4202893 w 12193149"/>
              <a:gd name="connsiteY156" fmla="*/ 2156010 h 2344739"/>
              <a:gd name="connsiteX157" fmla="*/ 4192396 w 12193149"/>
              <a:gd name="connsiteY157" fmla="*/ 2150376 h 2344739"/>
              <a:gd name="connsiteX158" fmla="*/ 4143893 w 12193149"/>
              <a:gd name="connsiteY158" fmla="*/ 2134511 h 2344739"/>
              <a:gd name="connsiteX159" fmla="*/ 4084245 w 12193149"/>
              <a:gd name="connsiteY159" fmla="*/ 2107978 h 2344739"/>
              <a:gd name="connsiteX160" fmla="*/ 4075694 w 12193149"/>
              <a:gd name="connsiteY160" fmla="*/ 2107143 h 2344739"/>
              <a:gd name="connsiteX161" fmla="*/ 4075575 w 12193149"/>
              <a:gd name="connsiteY161" fmla="*/ 2106844 h 2344739"/>
              <a:gd name="connsiteX162" fmla="*/ 4066658 w 12193149"/>
              <a:gd name="connsiteY162" fmla="*/ 2105400 h 2344739"/>
              <a:gd name="connsiteX163" fmla="*/ 4060102 w 12193149"/>
              <a:gd name="connsiteY163" fmla="*/ 2105618 h 2344739"/>
              <a:gd name="connsiteX164" fmla="*/ 4043512 w 12193149"/>
              <a:gd name="connsiteY164" fmla="*/ 2103997 h 2344739"/>
              <a:gd name="connsiteX165" fmla="*/ 4038145 w 12193149"/>
              <a:gd name="connsiteY165" fmla="*/ 2101563 h 2344739"/>
              <a:gd name="connsiteX166" fmla="*/ 4036511 w 12193149"/>
              <a:gd name="connsiteY166" fmla="*/ 2097896 h 2344739"/>
              <a:gd name="connsiteX167" fmla="*/ 4034926 w 12193149"/>
              <a:gd name="connsiteY167" fmla="*/ 2098131 h 2344739"/>
              <a:gd name="connsiteX168" fmla="*/ 4005686 w 12193149"/>
              <a:gd name="connsiteY168" fmla="*/ 2085563 h 2344739"/>
              <a:gd name="connsiteX169" fmla="*/ 3937994 w 12193149"/>
              <a:gd name="connsiteY169" fmla="*/ 2068106 h 2344739"/>
              <a:gd name="connsiteX170" fmla="*/ 3898423 w 12193149"/>
              <a:gd name="connsiteY170" fmla="*/ 2062451 h 2344739"/>
              <a:gd name="connsiteX171" fmla="*/ 3790908 w 12193149"/>
              <a:gd name="connsiteY171" fmla="*/ 2042213 h 2344739"/>
              <a:gd name="connsiteX172" fmla="*/ 3683661 w 12193149"/>
              <a:gd name="connsiteY172" fmla="*/ 2018290 h 2344739"/>
              <a:gd name="connsiteX173" fmla="*/ 3611183 w 12193149"/>
              <a:gd name="connsiteY173" fmla="*/ 1986019 h 2344739"/>
              <a:gd name="connsiteX174" fmla="*/ 3605003 w 12193149"/>
              <a:gd name="connsiteY174" fmla="*/ 1987381 h 2344739"/>
              <a:gd name="connsiteX175" fmla="*/ 3595884 w 12193149"/>
              <a:gd name="connsiteY175" fmla="*/ 1987545 h 2344739"/>
              <a:gd name="connsiteX176" fmla="*/ 3595649 w 12193149"/>
              <a:gd name="connsiteY176" fmla="*/ 1987276 h 2344739"/>
              <a:gd name="connsiteX177" fmla="*/ 3587126 w 12193149"/>
              <a:gd name="connsiteY177" fmla="*/ 1987966 h 2344739"/>
              <a:gd name="connsiteX178" fmla="*/ 3537283 w 12193149"/>
              <a:gd name="connsiteY178" fmla="*/ 1978267 h 2344739"/>
              <a:gd name="connsiteX179" fmla="*/ 3474371 w 12193149"/>
              <a:gd name="connsiteY179" fmla="*/ 1974606 h 2344739"/>
              <a:gd name="connsiteX180" fmla="*/ 3401876 w 12193149"/>
              <a:gd name="connsiteY180" fmla="*/ 1962558 h 2344739"/>
              <a:gd name="connsiteX181" fmla="*/ 3365036 w 12193149"/>
              <a:gd name="connsiteY181" fmla="*/ 1979510 h 2344739"/>
              <a:gd name="connsiteX182" fmla="*/ 3345174 w 12193149"/>
              <a:gd name="connsiteY182" fmla="*/ 1981192 h 2344739"/>
              <a:gd name="connsiteX183" fmla="*/ 3342846 w 12193149"/>
              <a:gd name="connsiteY183" fmla="*/ 1980217 h 2344739"/>
              <a:gd name="connsiteX184" fmla="*/ 3263504 w 12193149"/>
              <a:gd name="connsiteY184" fmla="*/ 1986094 h 2344739"/>
              <a:gd name="connsiteX185" fmla="*/ 3143704 w 12193149"/>
              <a:gd name="connsiteY185" fmla="*/ 1993869 h 2344739"/>
              <a:gd name="connsiteX186" fmla="*/ 3031439 w 12193149"/>
              <a:gd name="connsiteY186" fmla="*/ 1996512 h 2344739"/>
              <a:gd name="connsiteX187" fmla="*/ 2782717 w 12193149"/>
              <a:gd name="connsiteY187" fmla="*/ 2018333 h 2344739"/>
              <a:gd name="connsiteX188" fmla="*/ 2647675 w 12193149"/>
              <a:gd name="connsiteY188" fmla="*/ 2028869 h 2344739"/>
              <a:gd name="connsiteX189" fmla="*/ 2569176 w 12193149"/>
              <a:gd name="connsiteY189" fmla="*/ 2002628 h 2344739"/>
              <a:gd name="connsiteX190" fmla="*/ 2444403 w 12193149"/>
              <a:gd name="connsiteY190" fmla="*/ 2016529 h 2344739"/>
              <a:gd name="connsiteX191" fmla="*/ 2316260 w 12193149"/>
              <a:gd name="connsiteY191" fmla="*/ 2024996 h 2344739"/>
              <a:gd name="connsiteX192" fmla="*/ 2209726 w 12193149"/>
              <a:gd name="connsiteY192" fmla="*/ 2019763 h 2344739"/>
              <a:gd name="connsiteX193" fmla="*/ 2095813 w 12193149"/>
              <a:gd name="connsiteY193" fmla="*/ 2003052 h 2344739"/>
              <a:gd name="connsiteX194" fmla="*/ 1998504 w 12193149"/>
              <a:gd name="connsiteY194" fmla="*/ 1995032 h 2344739"/>
              <a:gd name="connsiteX195" fmla="*/ 1929320 w 12193149"/>
              <a:gd name="connsiteY195" fmla="*/ 2016977 h 2344739"/>
              <a:gd name="connsiteX196" fmla="*/ 1922798 w 12193149"/>
              <a:gd name="connsiteY196" fmla="*/ 2012146 h 2344739"/>
              <a:gd name="connsiteX197" fmla="*/ 1874228 w 12193149"/>
              <a:gd name="connsiteY197" fmla="*/ 2013741 h 2344739"/>
              <a:gd name="connsiteX198" fmla="*/ 1787803 w 12193149"/>
              <a:gd name="connsiteY198" fmla="*/ 2041363 h 2344739"/>
              <a:gd name="connsiteX199" fmla="*/ 1739352 w 12193149"/>
              <a:gd name="connsiteY199" fmla="*/ 2036312 h 2344739"/>
              <a:gd name="connsiteX200" fmla="*/ 1676219 w 12193149"/>
              <a:gd name="connsiteY200" fmla="*/ 2019963 h 2344739"/>
              <a:gd name="connsiteX201" fmla="*/ 1609817 w 12193149"/>
              <a:gd name="connsiteY201" fmla="*/ 2013066 h 2344739"/>
              <a:gd name="connsiteX202" fmla="*/ 1497258 w 12193149"/>
              <a:gd name="connsiteY202" fmla="*/ 1987476 h 2344739"/>
              <a:gd name="connsiteX203" fmla="*/ 1151127 w 12193149"/>
              <a:gd name="connsiteY203" fmla="*/ 1938041 h 2344739"/>
              <a:gd name="connsiteX204" fmla="*/ 859417 w 12193149"/>
              <a:gd name="connsiteY204" fmla="*/ 1928608 h 2344739"/>
              <a:gd name="connsiteX205" fmla="*/ 838688 w 12193149"/>
              <a:gd name="connsiteY205" fmla="*/ 1929821 h 2344739"/>
              <a:gd name="connsiteX206" fmla="*/ 817957 w 12193149"/>
              <a:gd name="connsiteY206" fmla="*/ 1927857 h 2344739"/>
              <a:gd name="connsiteX207" fmla="*/ 812654 w 12193149"/>
              <a:gd name="connsiteY207" fmla="*/ 1930751 h 2344739"/>
              <a:gd name="connsiteX208" fmla="*/ 721195 w 12193149"/>
              <a:gd name="connsiteY208" fmla="*/ 1929661 h 2344739"/>
              <a:gd name="connsiteX209" fmla="*/ 720890 w 12193149"/>
              <a:gd name="connsiteY209" fmla="*/ 1928399 h 2344739"/>
              <a:gd name="connsiteX210" fmla="*/ 710023 w 12193149"/>
              <a:gd name="connsiteY210" fmla="*/ 1922722 h 2344739"/>
              <a:gd name="connsiteX211" fmla="*/ 597940 w 12193149"/>
              <a:gd name="connsiteY211" fmla="*/ 1879864 h 2344739"/>
              <a:gd name="connsiteX212" fmla="*/ 579683 w 12193149"/>
              <a:gd name="connsiteY212" fmla="*/ 1877212 h 2344739"/>
              <a:gd name="connsiteX213" fmla="*/ 572865 w 12193149"/>
              <a:gd name="connsiteY213" fmla="*/ 1877401 h 2344739"/>
              <a:gd name="connsiteX214" fmla="*/ 446247 w 12193149"/>
              <a:gd name="connsiteY214" fmla="*/ 1839371 h 2344739"/>
              <a:gd name="connsiteX215" fmla="*/ 405163 w 12193149"/>
              <a:gd name="connsiteY215" fmla="*/ 1833548 h 2344739"/>
              <a:gd name="connsiteX216" fmla="*/ 293583 w 12193149"/>
              <a:gd name="connsiteY216" fmla="*/ 1812852 h 2344739"/>
              <a:gd name="connsiteX217" fmla="*/ 119529 w 12193149"/>
              <a:gd name="connsiteY217" fmla="*/ 1761047 h 2344739"/>
              <a:gd name="connsiteX218" fmla="*/ 16674 w 12193149"/>
              <a:gd name="connsiteY218" fmla="*/ 1758191 h 2344739"/>
              <a:gd name="connsiteX219" fmla="*/ 1150 w 12193149"/>
              <a:gd name="connsiteY219" fmla="*/ 1752722 h 2344739"/>
              <a:gd name="connsiteX220" fmla="*/ 1148 w 12193149"/>
              <a:gd name="connsiteY220" fmla="*/ 222213 h 2344739"/>
              <a:gd name="connsiteX221" fmla="*/ 1148 w 12193149"/>
              <a:gd name="connsiteY221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083317 w 12193149"/>
              <a:gd name="connsiteY58" fmla="*/ 1743296 h 2344739"/>
              <a:gd name="connsiteX59" fmla="*/ 10040388 w 12193149"/>
              <a:gd name="connsiteY59" fmla="*/ 1741632 h 2344739"/>
              <a:gd name="connsiteX60" fmla="*/ 9961167 w 12193149"/>
              <a:gd name="connsiteY60" fmla="*/ 1757147 h 2344739"/>
              <a:gd name="connsiteX61" fmla="*/ 9848940 w 12193149"/>
              <a:gd name="connsiteY61" fmla="*/ 1763915 h 2344739"/>
              <a:gd name="connsiteX62" fmla="*/ 9729457 w 12193149"/>
              <a:gd name="connsiteY62" fmla="*/ 1784122 h 2344739"/>
              <a:gd name="connsiteX63" fmla="*/ 9585655 w 12193149"/>
              <a:gd name="connsiteY63" fmla="*/ 1795542 h 2344739"/>
              <a:gd name="connsiteX64" fmla="*/ 9338590 w 12193149"/>
              <a:gd name="connsiteY64" fmla="*/ 1869293 h 2344739"/>
              <a:gd name="connsiteX65" fmla="*/ 9232518 w 12193149"/>
              <a:gd name="connsiteY65" fmla="*/ 1893149 h 2344739"/>
              <a:gd name="connsiteX66" fmla="*/ 9156690 w 12193149"/>
              <a:gd name="connsiteY66" fmla="*/ 1903228 h 2344739"/>
              <a:gd name="connsiteX67" fmla="*/ 9054601 w 12193149"/>
              <a:gd name="connsiteY67" fmla="*/ 1910755 h 2344739"/>
              <a:gd name="connsiteX68" fmla="*/ 9006634 w 12193149"/>
              <a:gd name="connsiteY68" fmla="*/ 1914040 h 2344739"/>
              <a:gd name="connsiteX69" fmla="*/ 9006349 w 12193149"/>
              <a:gd name="connsiteY69" fmla="*/ 1913800 h 2344739"/>
              <a:gd name="connsiteX70" fmla="*/ 8997380 w 12193149"/>
              <a:gd name="connsiteY70" fmla="*/ 1915011 h 2344739"/>
              <a:gd name="connsiteX71" fmla="*/ 8991542 w 12193149"/>
              <a:gd name="connsiteY71" fmla="*/ 1917072 h 2344739"/>
              <a:gd name="connsiteX72" fmla="*/ 8975485 w 12193149"/>
              <a:gd name="connsiteY72" fmla="*/ 1920298 h 2344739"/>
              <a:gd name="connsiteX73" fmla="*/ 8969159 w 12193149"/>
              <a:gd name="connsiteY73" fmla="*/ 1919598 h 2344739"/>
              <a:gd name="connsiteX74" fmla="*/ 8964196 w 12193149"/>
              <a:gd name="connsiteY74" fmla="*/ 1917373 h 2344739"/>
              <a:gd name="connsiteX75" fmla="*/ 8930136 w 12193149"/>
              <a:gd name="connsiteY75" fmla="*/ 1914185 h 2344739"/>
              <a:gd name="connsiteX76" fmla="*/ 8753592 w 12193149"/>
              <a:gd name="connsiteY76" fmla="*/ 1933417 h 2344739"/>
              <a:gd name="connsiteX77" fmla="*/ 8708995 w 12193149"/>
              <a:gd name="connsiteY77" fmla="*/ 1935518 h 2344739"/>
              <a:gd name="connsiteX78" fmla="*/ 8597219 w 12193149"/>
              <a:gd name="connsiteY78" fmla="*/ 1944090 h 2344739"/>
              <a:gd name="connsiteX79" fmla="*/ 8526378 w 12193149"/>
              <a:gd name="connsiteY79" fmla="*/ 1929248 h 2344739"/>
              <a:gd name="connsiteX80" fmla="*/ 8512131 w 12193149"/>
              <a:gd name="connsiteY80" fmla="*/ 1935163 h 2344739"/>
              <a:gd name="connsiteX81" fmla="*/ 8507315 w 12193149"/>
              <a:gd name="connsiteY81" fmla="*/ 1938164 h 2344739"/>
              <a:gd name="connsiteX82" fmla="*/ 8499116 w 12193149"/>
              <a:gd name="connsiteY82" fmla="*/ 1940902 h 2344739"/>
              <a:gd name="connsiteX83" fmla="*/ 8498742 w 12193149"/>
              <a:gd name="connsiteY83" fmla="*/ 1940723 h 2344739"/>
              <a:gd name="connsiteX84" fmla="*/ 8491397 w 12193149"/>
              <a:gd name="connsiteY84" fmla="*/ 1943773 h 2344739"/>
              <a:gd name="connsiteX85" fmla="*/ 8368330 w 12193149"/>
              <a:gd name="connsiteY85" fmla="*/ 1957815 h 2344739"/>
              <a:gd name="connsiteX86" fmla="*/ 8354947 w 12193149"/>
              <a:gd name="connsiteY86" fmla="*/ 1958009 h 2344739"/>
              <a:gd name="connsiteX87" fmla="*/ 8321252 w 12193149"/>
              <a:gd name="connsiteY87" fmla="*/ 1974587 h 2344739"/>
              <a:gd name="connsiteX88" fmla="*/ 8315581 w 12193149"/>
              <a:gd name="connsiteY88" fmla="*/ 1974913 h 2344739"/>
              <a:gd name="connsiteX89" fmla="*/ 8296322 w 12193149"/>
              <a:gd name="connsiteY89" fmla="*/ 1988808 h 2344739"/>
              <a:gd name="connsiteX90" fmla="*/ 8285424 w 12193149"/>
              <a:gd name="connsiteY90" fmla="*/ 1994631 h 2344739"/>
              <a:gd name="connsiteX91" fmla="*/ 8284298 w 12193149"/>
              <a:gd name="connsiteY91" fmla="*/ 1999074 h 2344739"/>
              <a:gd name="connsiteX92" fmla="*/ 8267224 w 12193149"/>
              <a:gd name="connsiteY92" fmla="*/ 2006249 h 2344739"/>
              <a:gd name="connsiteX93" fmla="*/ 8264525 w 12193149"/>
              <a:gd name="connsiteY93" fmla="*/ 2006019 h 2344739"/>
              <a:gd name="connsiteX94" fmla="*/ 8253181 w 12193149"/>
              <a:gd name="connsiteY94" fmla="*/ 2015862 h 2344739"/>
              <a:gd name="connsiteX95" fmla="*/ 8246982 w 12193149"/>
              <a:gd name="connsiteY95" fmla="*/ 2028854 h 2344739"/>
              <a:gd name="connsiteX96" fmla="*/ 8091420 w 12193149"/>
              <a:gd name="connsiteY96" fmla="*/ 2075015 h 2344739"/>
              <a:gd name="connsiteX97" fmla="*/ 7906555 w 12193149"/>
              <a:gd name="connsiteY97" fmla="*/ 2116988 h 2344739"/>
              <a:gd name="connsiteX98" fmla="*/ 7719893 w 12193149"/>
              <a:gd name="connsiteY98" fmla="*/ 2142703 h 2344739"/>
              <a:gd name="connsiteX99" fmla="*/ 7615495 w 12193149"/>
              <a:gd name="connsiteY99" fmla="*/ 2139232 h 2344739"/>
              <a:gd name="connsiteX100" fmla="*/ 7528691 w 12193149"/>
              <a:gd name="connsiteY100" fmla="*/ 2145060 h 2344739"/>
              <a:gd name="connsiteX101" fmla="*/ 7520719 w 12193149"/>
              <a:gd name="connsiteY101" fmla="*/ 2147613 h 2344739"/>
              <a:gd name="connsiteX102" fmla="*/ 7508559 w 12193149"/>
              <a:gd name="connsiteY102" fmla="*/ 2148948 h 2344739"/>
              <a:gd name="connsiteX103" fmla="*/ 7508188 w 12193149"/>
              <a:gd name="connsiteY103" fmla="*/ 2148621 h 2344739"/>
              <a:gd name="connsiteX104" fmla="*/ 7496943 w 12193149"/>
              <a:gd name="connsiteY104" fmla="*/ 2150573 h 2344739"/>
              <a:gd name="connsiteX105" fmla="*/ 7406539 w 12193149"/>
              <a:gd name="connsiteY105" fmla="*/ 2142468 h 2344739"/>
              <a:gd name="connsiteX106" fmla="*/ 7219707 w 12193149"/>
              <a:gd name="connsiteY106" fmla="*/ 2156680 h 2344739"/>
              <a:gd name="connsiteX107" fmla="*/ 7202249 w 12193149"/>
              <a:gd name="connsiteY107" fmla="*/ 2161230 h 2344739"/>
              <a:gd name="connsiteX108" fmla="*/ 7198152 w 12193149"/>
              <a:gd name="connsiteY108" fmla="*/ 2166588 h 2344739"/>
              <a:gd name="connsiteX109" fmla="*/ 7171956 w 12193149"/>
              <a:gd name="connsiteY109" fmla="*/ 2171236 h 2344739"/>
              <a:gd name="connsiteX110" fmla="*/ 7098136 w 12193149"/>
              <a:gd name="connsiteY110" fmla="*/ 2183464 h 2344739"/>
              <a:gd name="connsiteX111" fmla="*/ 7019644 w 12193149"/>
              <a:gd name="connsiteY111" fmla="*/ 2183090 h 2344739"/>
              <a:gd name="connsiteX112" fmla="*/ 6905294 w 12193149"/>
              <a:gd name="connsiteY112" fmla="*/ 2212596 h 2344739"/>
              <a:gd name="connsiteX113" fmla="*/ 6709370 w 12193149"/>
              <a:gd name="connsiteY113" fmla="*/ 2240551 h 2344739"/>
              <a:gd name="connsiteX114" fmla="*/ 6550602 w 12193149"/>
              <a:gd name="connsiteY114" fmla="*/ 2269327 h 2344739"/>
              <a:gd name="connsiteX115" fmla="*/ 6318708 w 12193149"/>
              <a:gd name="connsiteY115" fmla="*/ 2316127 h 2344739"/>
              <a:gd name="connsiteX116" fmla="*/ 6169822 w 12193149"/>
              <a:gd name="connsiteY116" fmla="*/ 2318214 h 2344739"/>
              <a:gd name="connsiteX117" fmla="*/ 6074996 w 12193149"/>
              <a:gd name="connsiteY117" fmla="*/ 2338676 h 2344739"/>
              <a:gd name="connsiteX118" fmla="*/ 6069677 w 12193149"/>
              <a:gd name="connsiteY118" fmla="*/ 2337139 h 2344739"/>
              <a:gd name="connsiteX119" fmla="*/ 6049786 w 12193149"/>
              <a:gd name="connsiteY119" fmla="*/ 2337822 h 2344739"/>
              <a:gd name="connsiteX120" fmla="*/ 6042433 w 12193149"/>
              <a:gd name="connsiteY120" fmla="*/ 2329473 h 2344739"/>
              <a:gd name="connsiteX121" fmla="*/ 6011238 w 12193149"/>
              <a:gd name="connsiteY121" fmla="*/ 2324380 h 2344739"/>
              <a:gd name="connsiteX122" fmla="*/ 5958523 w 12193149"/>
              <a:gd name="connsiteY122" fmla="*/ 2328024 h 2344739"/>
              <a:gd name="connsiteX123" fmla="*/ 5760067 w 12193149"/>
              <a:gd name="connsiteY123" fmla="*/ 2343716 h 2344739"/>
              <a:gd name="connsiteX124" fmla="*/ 5628108 w 12193149"/>
              <a:gd name="connsiteY124" fmla="*/ 2344739 h 2344739"/>
              <a:gd name="connsiteX125" fmla="*/ 5472054 w 12193149"/>
              <a:gd name="connsiteY125" fmla="*/ 2330719 h 2344739"/>
              <a:gd name="connsiteX126" fmla="*/ 5433909 w 12193149"/>
              <a:gd name="connsiteY126" fmla="*/ 2319466 h 2344739"/>
              <a:gd name="connsiteX127" fmla="*/ 5382817 w 12193149"/>
              <a:gd name="connsiteY127" fmla="*/ 2301764 h 2344739"/>
              <a:gd name="connsiteX128" fmla="*/ 5262912 w 12193149"/>
              <a:gd name="connsiteY128" fmla="*/ 2281347 h 2344739"/>
              <a:gd name="connsiteX129" fmla="*/ 5224109 w 12193149"/>
              <a:gd name="connsiteY129" fmla="*/ 2270223 h 2344739"/>
              <a:gd name="connsiteX130" fmla="*/ 5175808 w 12193149"/>
              <a:gd name="connsiteY130" fmla="*/ 2267233 h 2344739"/>
              <a:gd name="connsiteX131" fmla="*/ 5157702 w 12193149"/>
              <a:gd name="connsiteY131" fmla="*/ 2260010 h 2344739"/>
              <a:gd name="connsiteX132" fmla="*/ 5143747 w 12193149"/>
              <a:gd name="connsiteY132" fmla="*/ 2256610 h 2344739"/>
              <a:gd name="connsiteX133" fmla="*/ 5140744 w 12193149"/>
              <a:gd name="connsiteY133" fmla="*/ 2254509 h 2344739"/>
              <a:gd name="connsiteX134" fmla="*/ 5122807 w 12193149"/>
              <a:gd name="connsiteY134" fmla="*/ 2243656 h 2344739"/>
              <a:gd name="connsiteX135" fmla="*/ 5066938 w 12193149"/>
              <a:gd name="connsiteY135" fmla="*/ 2250227 h 2344739"/>
              <a:gd name="connsiteX136" fmla="*/ 5012662 w 12193149"/>
              <a:gd name="connsiteY136" fmla="*/ 2233846 h 2344739"/>
              <a:gd name="connsiteX137" fmla="*/ 4841589 w 12193149"/>
              <a:gd name="connsiteY137" fmla="*/ 2209829 h 2344739"/>
              <a:gd name="connsiteX138" fmla="*/ 4763595 w 12193149"/>
              <a:gd name="connsiteY138" fmla="*/ 2182061 h 2344739"/>
              <a:gd name="connsiteX139" fmla="*/ 4724334 w 12193149"/>
              <a:gd name="connsiteY139" fmla="*/ 2173047 h 2344739"/>
              <a:gd name="connsiteX140" fmla="*/ 4722324 w 12193149"/>
              <a:gd name="connsiteY140" fmla="*/ 2172298 h 2344739"/>
              <a:gd name="connsiteX141" fmla="*/ 4723259 w 12193149"/>
              <a:gd name="connsiteY141" fmla="*/ 2172087 h 2344739"/>
              <a:gd name="connsiteX142" fmla="*/ 4718350 w 12193149"/>
              <a:gd name="connsiteY142" fmla="*/ 2170817 h 2344739"/>
              <a:gd name="connsiteX143" fmla="*/ 4722324 w 12193149"/>
              <a:gd name="connsiteY143" fmla="*/ 2172298 h 2344739"/>
              <a:gd name="connsiteX144" fmla="*/ 4716674 w 12193149"/>
              <a:gd name="connsiteY144" fmla="*/ 2173573 h 2344739"/>
              <a:gd name="connsiteX145" fmla="*/ 4516962 w 12193149"/>
              <a:gd name="connsiteY145" fmla="*/ 2163671 h 2344739"/>
              <a:gd name="connsiteX146" fmla="*/ 4429691 w 12193149"/>
              <a:gd name="connsiteY146" fmla="*/ 2153020 h 2344739"/>
              <a:gd name="connsiteX147" fmla="*/ 4364023 w 12193149"/>
              <a:gd name="connsiteY147" fmla="*/ 2151674 h 2344739"/>
              <a:gd name="connsiteX148" fmla="*/ 4318114 w 12193149"/>
              <a:gd name="connsiteY148" fmla="*/ 2158289 h 2344739"/>
              <a:gd name="connsiteX149" fmla="*/ 4316258 w 12193149"/>
              <a:gd name="connsiteY149" fmla="*/ 2156948 h 2344739"/>
              <a:gd name="connsiteX150" fmla="*/ 4296292 w 12193149"/>
              <a:gd name="connsiteY150" fmla="*/ 2155069 h 2344739"/>
              <a:gd name="connsiteX151" fmla="*/ 4291212 w 12193149"/>
              <a:gd name="connsiteY151" fmla="*/ 2157986 h 2344739"/>
              <a:gd name="connsiteX152" fmla="*/ 4277290 w 12193149"/>
              <a:gd name="connsiteY152" fmla="*/ 2157740 h 2344739"/>
              <a:gd name="connsiteX153" fmla="*/ 4249265 w 12193149"/>
              <a:gd name="connsiteY153" fmla="*/ 2160064 h 2344739"/>
              <a:gd name="connsiteX154" fmla="*/ 4203199 w 12193149"/>
              <a:gd name="connsiteY154" fmla="*/ 2157269 h 2344739"/>
              <a:gd name="connsiteX155" fmla="*/ 4202893 w 12193149"/>
              <a:gd name="connsiteY155" fmla="*/ 2156010 h 2344739"/>
              <a:gd name="connsiteX156" fmla="*/ 4192396 w 12193149"/>
              <a:gd name="connsiteY156" fmla="*/ 2150376 h 2344739"/>
              <a:gd name="connsiteX157" fmla="*/ 4143893 w 12193149"/>
              <a:gd name="connsiteY157" fmla="*/ 2134511 h 2344739"/>
              <a:gd name="connsiteX158" fmla="*/ 4084245 w 12193149"/>
              <a:gd name="connsiteY158" fmla="*/ 2107978 h 2344739"/>
              <a:gd name="connsiteX159" fmla="*/ 4075694 w 12193149"/>
              <a:gd name="connsiteY159" fmla="*/ 2107143 h 2344739"/>
              <a:gd name="connsiteX160" fmla="*/ 4075575 w 12193149"/>
              <a:gd name="connsiteY160" fmla="*/ 2106844 h 2344739"/>
              <a:gd name="connsiteX161" fmla="*/ 4066658 w 12193149"/>
              <a:gd name="connsiteY161" fmla="*/ 2105400 h 2344739"/>
              <a:gd name="connsiteX162" fmla="*/ 4060102 w 12193149"/>
              <a:gd name="connsiteY162" fmla="*/ 2105618 h 2344739"/>
              <a:gd name="connsiteX163" fmla="*/ 4043512 w 12193149"/>
              <a:gd name="connsiteY163" fmla="*/ 2103997 h 2344739"/>
              <a:gd name="connsiteX164" fmla="*/ 4038145 w 12193149"/>
              <a:gd name="connsiteY164" fmla="*/ 2101563 h 2344739"/>
              <a:gd name="connsiteX165" fmla="*/ 4036511 w 12193149"/>
              <a:gd name="connsiteY165" fmla="*/ 2097896 h 2344739"/>
              <a:gd name="connsiteX166" fmla="*/ 4034926 w 12193149"/>
              <a:gd name="connsiteY166" fmla="*/ 2098131 h 2344739"/>
              <a:gd name="connsiteX167" fmla="*/ 4005686 w 12193149"/>
              <a:gd name="connsiteY167" fmla="*/ 2085563 h 2344739"/>
              <a:gd name="connsiteX168" fmla="*/ 3937994 w 12193149"/>
              <a:gd name="connsiteY168" fmla="*/ 2068106 h 2344739"/>
              <a:gd name="connsiteX169" fmla="*/ 3898423 w 12193149"/>
              <a:gd name="connsiteY169" fmla="*/ 2062451 h 2344739"/>
              <a:gd name="connsiteX170" fmla="*/ 3790908 w 12193149"/>
              <a:gd name="connsiteY170" fmla="*/ 2042213 h 2344739"/>
              <a:gd name="connsiteX171" fmla="*/ 3683661 w 12193149"/>
              <a:gd name="connsiteY171" fmla="*/ 2018290 h 2344739"/>
              <a:gd name="connsiteX172" fmla="*/ 3611183 w 12193149"/>
              <a:gd name="connsiteY172" fmla="*/ 1986019 h 2344739"/>
              <a:gd name="connsiteX173" fmla="*/ 3605003 w 12193149"/>
              <a:gd name="connsiteY173" fmla="*/ 1987381 h 2344739"/>
              <a:gd name="connsiteX174" fmla="*/ 3595884 w 12193149"/>
              <a:gd name="connsiteY174" fmla="*/ 1987545 h 2344739"/>
              <a:gd name="connsiteX175" fmla="*/ 3595649 w 12193149"/>
              <a:gd name="connsiteY175" fmla="*/ 1987276 h 2344739"/>
              <a:gd name="connsiteX176" fmla="*/ 3587126 w 12193149"/>
              <a:gd name="connsiteY176" fmla="*/ 1987966 h 2344739"/>
              <a:gd name="connsiteX177" fmla="*/ 3537283 w 12193149"/>
              <a:gd name="connsiteY177" fmla="*/ 1978267 h 2344739"/>
              <a:gd name="connsiteX178" fmla="*/ 3474371 w 12193149"/>
              <a:gd name="connsiteY178" fmla="*/ 1974606 h 2344739"/>
              <a:gd name="connsiteX179" fmla="*/ 3401876 w 12193149"/>
              <a:gd name="connsiteY179" fmla="*/ 1962558 h 2344739"/>
              <a:gd name="connsiteX180" fmla="*/ 3365036 w 12193149"/>
              <a:gd name="connsiteY180" fmla="*/ 1979510 h 2344739"/>
              <a:gd name="connsiteX181" fmla="*/ 3345174 w 12193149"/>
              <a:gd name="connsiteY181" fmla="*/ 1981192 h 2344739"/>
              <a:gd name="connsiteX182" fmla="*/ 3342846 w 12193149"/>
              <a:gd name="connsiteY182" fmla="*/ 1980217 h 2344739"/>
              <a:gd name="connsiteX183" fmla="*/ 3263504 w 12193149"/>
              <a:gd name="connsiteY183" fmla="*/ 1986094 h 2344739"/>
              <a:gd name="connsiteX184" fmla="*/ 3143704 w 12193149"/>
              <a:gd name="connsiteY184" fmla="*/ 1993869 h 2344739"/>
              <a:gd name="connsiteX185" fmla="*/ 3031439 w 12193149"/>
              <a:gd name="connsiteY185" fmla="*/ 1996512 h 2344739"/>
              <a:gd name="connsiteX186" fmla="*/ 2782717 w 12193149"/>
              <a:gd name="connsiteY186" fmla="*/ 2018333 h 2344739"/>
              <a:gd name="connsiteX187" fmla="*/ 2647675 w 12193149"/>
              <a:gd name="connsiteY187" fmla="*/ 2028869 h 2344739"/>
              <a:gd name="connsiteX188" fmla="*/ 2569176 w 12193149"/>
              <a:gd name="connsiteY188" fmla="*/ 2002628 h 2344739"/>
              <a:gd name="connsiteX189" fmla="*/ 2444403 w 12193149"/>
              <a:gd name="connsiteY189" fmla="*/ 2016529 h 2344739"/>
              <a:gd name="connsiteX190" fmla="*/ 2316260 w 12193149"/>
              <a:gd name="connsiteY190" fmla="*/ 2024996 h 2344739"/>
              <a:gd name="connsiteX191" fmla="*/ 2209726 w 12193149"/>
              <a:gd name="connsiteY191" fmla="*/ 2019763 h 2344739"/>
              <a:gd name="connsiteX192" fmla="*/ 2095813 w 12193149"/>
              <a:gd name="connsiteY192" fmla="*/ 2003052 h 2344739"/>
              <a:gd name="connsiteX193" fmla="*/ 1998504 w 12193149"/>
              <a:gd name="connsiteY193" fmla="*/ 1995032 h 2344739"/>
              <a:gd name="connsiteX194" fmla="*/ 1929320 w 12193149"/>
              <a:gd name="connsiteY194" fmla="*/ 2016977 h 2344739"/>
              <a:gd name="connsiteX195" fmla="*/ 1922798 w 12193149"/>
              <a:gd name="connsiteY195" fmla="*/ 2012146 h 2344739"/>
              <a:gd name="connsiteX196" fmla="*/ 1874228 w 12193149"/>
              <a:gd name="connsiteY196" fmla="*/ 2013741 h 2344739"/>
              <a:gd name="connsiteX197" fmla="*/ 1787803 w 12193149"/>
              <a:gd name="connsiteY197" fmla="*/ 2041363 h 2344739"/>
              <a:gd name="connsiteX198" fmla="*/ 1739352 w 12193149"/>
              <a:gd name="connsiteY198" fmla="*/ 2036312 h 2344739"/>
              <a:gd name="connsiteX199" fmla="*/ 1676219 w 12193149"/>
              <a:gd name="connsiteY199" fmla="*/ 2019963 h 2344739"/>
              <a:gd name="connsiteX200" fmla="*/ 1609817 w 12193149"/>
              <a:gd name="connsiteY200" fmla="*/ 2013066 h 2344739"/>
              <a:gd name="connsiteX201" fmla="*/ 1497258 w 12193149"/>
              <a:gd name="connsiteY201" fmla="*/ 1987476 h 2344739"/>
              <a:gd name="connsiteX202" fmla="*/ 1151127 w 12193149"/>
              <a:gd name="connsiteY202" fmla="*/ 1938041 h 2344739"/>
              <a:gd name="connsiteX203" fmla="*/ 859417 w 12193149"/>
              <a:gd name="connsiteY203" fmla="*/ 1928608 h 2344739"/>
              <a:gd name="connsiteX204" fmla="*/ 838688 w 12193149"/>
              <a:gd name="connsiteY204" fmla="*/ 1929821 h 2344739"/>
              <a:gd name="connsiteX205" fmla="*/ 817957 w 12193149"/>
              <a:gd name="connsiteY205" fmla="*/ 1927857 h 2344739"/>
              <a:gd name="connsiteX206" fmla="*/ 812654 w 12193149"/>
              <a:gd name="connsiteY206" fmla="*/ 1930751 h 2344739"/>
              <a:gd name="connsiteX207" fmla="*/ 721195 w 12193149"/>
              <a:gd name="connsiteY207" fmla="*/ 1929661 h 2344739"/>
              <a:gd name="connsiteX208" fmla="*/ 720890 w 12193149"/>
              <a:gd name="connsiteY208" fmla="*/ 1928399 h 2344739"/>
              <a:gd name="connsiteX209" fmla="*/ 710023 w 12193149"/>
              <a:gd name="connsiteY209" fmla="*/ 1922722 h 2344739"/>
              <a:gd name="connsiteX210" fmla="*/ 597940 w 12193149"/>
              <a:gd name="connsiteY210" fmla="*/ 1879864 h 2344739"/>
              <a:gd name="connsiteX211" fmla="*/ 579683 w 12193149"/>
              <a:gd name="connsiteY211" fmla="*/ 1877212 h 2344739"/>
              <a:gd name="connsiteX212" fmla="*/ 572865 w 12193149"/>
              <a:gd name="connsiteY212" fmla="*/ 1877401 h 2344739"/>
              <a:gd name="connsiteX213" fmla="*/ 446247 w 12193149"/>
              <a:gd name="connsiteY213" fmla="*/ 1839371 h 2344739"/>
              <a:gd name="connsiteX214" fmla="*/ 405163 w 12193149"/>
              <a:gd name="connsiteY214" fmla="*/ 1833548 h 2344739"/>
              <a:gd name="connsiteX215" fmla="*/ 293583 w 12193149"/>
              <a:gd name="connsiteY215" fmla="*/ 1812852 h 2344739"/>
              <a:gd name="connsiteX216" fmla="*/ 119529 w 12193149"/>
              <a:gd name="connsiteY216" fmla="*/ 1761047 h 2344739"/>
              <a:gd name="connsiteX217" fmla="*/ 16674 w 12193149"/>
              <a:gd name="connsiteY217" fmla="*/ 1758191 h 2344739"/>
              <a:gd name="connsiteX218" fmla="*/ 1150 w 12193149"/>
              <a:gd name="connsiteY218" fmla="*/ 1752722 h 2344739"/>
              <a:gd name="connsiteX219" fmla="*/ 1148 w 12193149"/>
              <a:gd name="connsiteY219" fmla="*/ 222213 h 2344739"/>
              <a:gd name="connsiteX220" fmla="*/ 1148 w 12193149"/>
              <a:gd name="connsiteY220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083317 w 12193149"/>
              <a:gd name="connsiteY58" fmla="*/ 1743296 h 2344739"/>
              <a:gd name="connsiteX59" fmla="*/ 10040388 w 12193149"/>
              <a:gd name="connsiteY59" fmla="*/ 1741632 h 2344739"/>
              <a:gd name="connsiteX60" fmla="*/ 9961167 w 12193149"/>
              <a:gd name="connsiteY60" fmla="*/ 1757147 h 2344739"/>
              <a:gd name="connsiteX61" fmla="*/ 9848940 w 12193149"/>
              <a:gd name="connsiteY61" fmla="*/ 1763915 h 2344739"/>
              <a:gd name="connsiteX62" fmla="*/ 9729457 w 12193149"/>
              <a:gd name="connsiteY62" fmla="*/ 1784122 h 2344739"/>
              <a:gd name="connsiteX63" fmla="*/ 9613704 w 12193149"/>
              <a:gd name="connsiteY63" fmla="*/ 1812371 h 2344739"/>
              <a:gd name="connsiteX64" fmla="*/ 9338590 w 12193149"/>
              <a:gd name="connsiteY64" fmla="*/ 1869293 h 2344739"/>
              <a:gd name="connsiteX65" fmla="*/ 9232518 w 12193149"/>
              <a:gd name="connsiteY65" fmla="*/ 1893149 h 2344739"/>
              <a:gd name="connsiteX66" fmla="*/ 9156690 w 12193149"/>
              <a:gd name="connsiteY66" fmla="*/ 1903228 h 2344739"/>
              <a:gd name="connsiteX67" fmla="*/ 9054601 w 12193149"/>
              <a:gd name="connsiteY67" fmla="*/ 1910755 h 2344739"/>
              <a:gd name="connsiteX68" fmla="*/ 9006634 w 12193149"/>
              <a:gd name="connsiteY68" fmla="*/ 1914040 h 2344739"/>
              <a:gd name="connsiteX69" fmla="*/ 9006349 w 12193149"/>
              <a:gd name="connsiteY69" fmla="*/ 1913800 h 2344739"/>
              <a:gd name="connsiteX70" fmla="*/ 8997380 w 12193149"/>
              <a:gd name="connsiteY70" fmla="*/ 1915011 h 2344739"/>
              <a:gd name="connsiteX71" fmla="*/ 8991542 w 12193149"/>
              <a:gd name="connsiteY71" fmla="*/ 1917072 h 2344739"/>
              <a:gd name="connsiteX72" fmla="*/ 8975485 w 12193149"/>
              <a:gd name="connsiteY72" fmla="*/ 1920298 h 2344739"/>
              <a:gd name="connsiteX73" fmla="*/ 8969159 w 12193149"/>
              <a:gd name="connsiteY73" fmla="*/ 1919598 h 2344739"/>
              <a:gd name="connsiteX74" fmla="*/ 8964196 w 12193149"/>
              <a:gd name="connsiteY74" fmla="*/ 1917373 h 2344739"/>
              <a:gd name="connsiteX75" fmla="*/ 8930136 w 12193149"/>
              <a:gd name="connsiteY75" fmla="*/ 1914185 h 2344739"/>
              <a:gd name="connsiteX76" fmla="*/ 8753592 w 12193149"/>
              <a:gd name="connsiteY76" fmla="*/ 1933417 h 2344739"/>
              <a:gd name="connsiteX77" fmla="*/ 8708995 w 12193149"/>
              <a:gd name="connsiteY77" fmla="*/ 1935518 h 2344739"/>
              <a:gd name="connsiteX78" fmla="*/ 8597219 w 12193149"/>
              <a:gd name="connsiteY78" fmla="*/ 1944090 h 2344739"/>
              <a:gd name="connsiteX79" fmla="*/ 8526378 w 12193149"/>
              <a:gd name="connsiteY79" fmla="*/ 1929248 h 2344739"/>
              <a:gd name="connsiteX80" fmla="*/ 8512131 w 12193149"/>
              <a:gd name="connsiteY80" fmla="*/ 1935163 h 2344739"/>
              <a:gd name="connsiteX81" fmla="*/ 8507315 w 12193149"/>
              <a:gd name="connsiteY81" fmla="*/ 1938164 h 2344739"/>
              <a:gd name="connsiteX82" fmla="*/ 8499116 w 12193149"/>
              <a:gd name="connsiteY82" fmla="*/ 1940902 h 2344739"/>
              <a:gd name="connsiteX83" fmla="*/ 8498742 w 12193149"/>
              <a:gd name="connsiteY83" fmla="*/ 1940723 h 2344739"/>
              <a:gd name="connsiteX84" fmla="*/ 8491397 w 12193149"/>
              <a:gd name="connsiteY84" fmla="*/ 1943773 h 2344739"/>
              <a:gd name="connsiteX85" fmla="*/ 8368330 w 12193149"/>
              <a:gd name="connsiteY85" fmla="*/ 1957815 h 2344739"/>
              <a:gd name="connsiteX86" fmla="*/ 8354947 w 12193149"/>
              <a:gd name="connsiteY86" fmla="*/ 1958009 h 2344739"/>
              <a:gd name="connsiteX87" fmla="*/ 8321252 w 12193149"/>
              <a:gd name="connsiteY87" fmla="*/ 1974587 h 2344739"/>
              <a:gd name="connsiteX88" fmla="*/ 8315581 w 12193149"/>
              <a:gd name="connsiteY88" fmla="*/ 1974913 h 2344739"/>
              <a:gd name="connsiteX89" fmla="*/ 8296322 w 12193149"/>
              <a:gd name="connsiteY89" fmla="*/ 1988808 h 2344739"/>
              <a:gd name="connsiteX90" fmla="*/ 8285424 w 12193149"/>
              <a:gd name="connsiteY90" fmla="*/ 1994631 h 2344739"/>
              <a:gd name="connsiteX91" fmla="*/ 8284298 w 12193149"/>
              <a:gd name="connsiteY91" fmla="*/ 1999074 h 2344739"/>
              <a:gd name="connsiteX92" fmla="*/ 8267224 w 12193149"/>
              <a:gd name="connsiteY92" fmla="*/ 2006249 h 2344739"/>
              <a:gd name="connsiteX93" fmla="*/ 8264525 w 12193149"/>
              <a:gd name="connsiteY93" fmla="*/ 2006019 h 2344739"/>
              <a:gd name="connsiteX94" fmla="*/ 8253181 w 12193149"/>
              <a:gd name="connsiteY94" fmla="*/ 2015862 h 2344739"/>
              <a:gd name="connsiteX95" fmla="*/ 8246982 w 12193149"/>
              <a:gd name="connsiteY95" fmla="*/ 2028854 h 2344739"/>
              <a:gd name="connsiteX96" fmla="*/ 8091420 w 12193149"/>
              <a:gd name="connsiteY96" fmla="*/ 2075015 h 2344739"/>
              <a:gd name="connsiteX97" fmla="*/ 7906555 w 12193149"/>
              <a:gd name="connsiteY97" fmla="*/ 2116988 h 2344739"/>
              <a:gd name="connsiteX98" fmla="*/ 7719893 w 12193149"/>
              <a:gd name="connsiteY98" fmla="*/ 2142703 h 2344739"/>
              <a:gd name="connsiteX99" fmla="*/ 7615495 w 12193149"/>
              <a:gd name="connsiteY99" fmla="*/ 2139232 h 2344739"/>
              <a:gd name="connsiteX100" fmla="*/ 7528691 w 12193149"/>
              <a:gd name="connsiteY100" fmla="*/ 2145060 h 2344739"/>
              <a:gd name="connsiteX101" fmla="*/ 7520719 w 12193149"/>
              <a:gd name="connsiteY101" fmla="*/ 2147613 h 2344739"/>
              <a:gd name="connsiteX102" fmla="*/ 7508559 w 12193149"/>
              <a:gd name="connsiteY102" fmla="*/ 2148948 h 2344739"/>
              <a:gd name="connsiteX103" fmla="*/ 7508188 w 12193149"/>
              <a:gd name="connsiteY103" fmla="*/ 2148621 h 2344739"/>
              <a:gd name="connsiteX104" fmla="*/ 7496943 w 12193149"/>
              <a:gd name="connsiteY104" fmla="*/ 2150573 h 2344739"/>
              <a:gd name="connsiteX105" fmla="*/ 7406539 w 12193149"/>
              <a:gd name="connsiteY105" fmla="*/ 2142468 h 2344739"/>
              <a:gd name="connsiteX106" fmla="*/ 7219707 w 12193149"/>
              <a:gd name="connsiteY106" fmla="*/ 2156680 h 2344739"/>
              <a:gd name="connsiteX107" fmla="*/ 7202249 w 12193149"/>
              <a:gd name="connsiteY107" fmla="*/ 2161230 h 2344739"/>
              <a:gd name="connsiteX108" fmla="*/ 7198152 w 12193149"/>
              <a:gd name="connsiteY108" fmla="*/ 2166588 h 2344739"/>
              <a:gd name="connsiteX109" fmla="*/ 7171956 w 12193149"/>
              <a:gd name="connsiteY109" fmla="*/ 2171236 h 2344739"/>
              <a:gd name="connsiteX110" fmla="*/ 7098136 w 12193149"/>
              <a:gd name="connsiteY110" fmla="*/ 2183464 h 2344739"/>
              <a:gd name="connsiteX111" fmla="*/ 7019644 w 12193149"/>
              <a:gd name="connsiteY111" fmla="*/ 2183090 h 2344739"/>
              <a:gd name="connsiteX112" fmla="*/ 6905294 w 12193149"/>
              <a:gd name="connsiteY112" fmla="*/ 2212596 h 2344739"/>
              <a:gd name="connsiteX113" fmla="*/ 6709370 w 12193149"/>
              <a:gd name="connsiteY113" fmla="*/ 2240551 h 2344739"/>
              <a:gd name="connsiteX114" fmla="*/ 6550602 w 12193149"/>
              <a:gd name="connsiteY114" fmla="*/ 2269327 h 2344739"/>
              <a:gd name="connsiteX115" fmla="*/ 6318708 w 12193149"/>
              <a:gd name="connsiteY115" fmla="*/ 2316127 h 2344739"/>
              <a:gd name="connsiteX116" fmla="*/ 6169822 w 12193149"/>
              <a:gd name="connsiteY116" fmla="*/ 2318214 h 2344739"/>
              <a:gd name="connsiteX117" fmla="*/ 6074996 w 12193149"/>
              <a:gd name="connsiteY117" fmla="*/ 2338676 h 2344739"/>
              <a:gd name="connsiteX118" fmla="*/ 6069677 w 12193149"/>
              <a:gd name="connsiteY118" fmla="*/ 2337139 h 2344739"/>
              <a:gd name="connsiteX119" fmla="*/ 6049786 w 12193149"/>
              <a:gd name="connsiteY119" fmla="*/ 2337822 h 2344739"/>
              <a:gd name="connsiteX120" fmla="*/ 6042433 w 12193149"/>
              <a:gd name="connsiteY120" fmla="*/ 2329473 h 2344739"/>
              <a:gd name="connsiteX121" fmla="*/ 6011238 w 12193149"/>
              <a:gd name="connsiteY121" fmla="*/ 2324380 h 2344739"/>
              <a:gd name="connsiteX122" fmla="*/ 5958523 w 12193149"/>
              <a:gd name="connsiteY122" fmla="*/ 2328024 h 2344739"/>
              <a:gd name="connsiteX123" fmla="*/ 5760067 w 12193149"/>
              <a:gd name="connsiteY123" fmla="*/ 2343716 h 2344739"/>
              <a:gd name="connsiteX124" fmla="*/ 5628108 w 12193149"/>
              <a:gd name="connsiteY124" fmla="*/ 2344739 h 2344739"/>
              <a:gd name="connsiteX125" fmla="*/ 5472054 w 12193149"/>
              <a:gd name="connsiteY125" fmla="*/ 2330719 h 2344739"/>
              <a:gd name="connsiteX126" fmla="*/ 5433909 w 12193149"/>
              <a:gd name="connsiteY126" fmla="*/ 2319466 h 2344739"/>
              <a:gd name="connsiteX127" fmla="*/ 5382817 w 12193149"/>
              <a:gd name="connsiteY127" fmla="*/ 2301764 h 2344739"/>
              <a:gd name="connsiteX128" fmla="*/ 5262912 w 12193149"/>
              <a:gd name="connsiteY128" fmla="*/ 2281347 h 2344739"/>
              <a:gd name="connsiteX129" fmla="*/ 5224109 w 12193149"/>
              <a:gd name="connsiteY129" fmla="*/ 2270223 h 2344739"/>
              <a:gd name="connsiteX130" fmla="*/ 5175808 w 12193149"/>
              <a:gd name="connsiteY130" fmla="*/ 2267233 h 2344739"/>
              <a:gd name="connsiteX131" fmla="*/ 5157702 w 12193149"/>
              <a:gd name="connsiteY131" fmla="*/ 2260010 h 2344739"/>
              <a:gd name="connsiteX132" fmla="*/ 5143747 w 12193149"/>
              <a:gd name="connsiteY132" fmla="*/ 2256610 h 2344739"/>
              <a:gd name="connsiteX133" fmla="*/ 5140744 w 12193149"/>
              <a:gd name="connsiteY133" fmla="*/ 2254509 h 2344739"/>
              <a:gd name="connsiteX134" fmla="*/ 5122807 w 12193149"/>
              <a:gd name="connsiteY134" fmla="*/ 2243656 h 2344739"/>
              <a:gd name="connsiteX135" fmla="*/ 5066938 w 12193149"/>
              <a:gd name="connsiteY135" fmla="*/ 2250227 h 2344739"/>
              <a:gd name="connsiteX136" fmla="*/ 5012662 w 12193149"/>
              <a:gd name="connsiteY136" fmla="*/ 2233846 h 2344739"/>
              <a:gd name="connsiteX137" fmla="*/ 4841589 w 12193149"/>
              <a:gd name="connsiteY137" fmla="*/ 2209829 h 2344739"/>
              <a:gd name="connsiteX138" fmla="*/ 4763595 w 12193149"/>
              <a:gd name="connsiteY138" fmla="*/ 2182061 h 2344739"/>
              <a:gd name="connsiteX139" fmla="*/ 4724334 w 12193149"/>
              <a:gd name="connsiteY139" fmla="*/ 2173047 h 2344739"/>
              <a:gd name="connsiteX140" fmla="*/ 4722324 w 12193149"/>
              <a:gd name="connsiteY140" fmla="*/ 2172298 h 2344739"/>
              <a:gd name="connsiteX141" fmla="*/ 4723259 w 12193149"/>
              <a:gd name="connsiteY141" fmla="*/ 2172087 h 2344739"/>
              <a:gd name="connsiteX142" fmla="*/ 4718350 w 12193149"/>
              <a:gd name="connsiteY142" fmla="*/ 2170817 h 2344739"/>
              <a:gd name="connsiteX143" fmla="*/ 4722324 w 12193149"/>
              <a:gd name="connsiteY143" fmla="*/ 2172298 h 2344739"/>
              <a:gd name="connsiteX144" fmla="*/ 4716674 w 12193149"/>
              <a:gd name="connsiteY144" fmla="*/ 2173573 h 2344739"/>
              <a:gd name="connsiteX145" fmla="*/ 4516962 w 12193149"/>
              <a:gd name="connsiteY145" fmla="*/ 2163671 h 2344739"/>
              <a:gd name="connsiteX146" fmla="*/ 4429691 w 12193149"/>
              <a:gd name="connsiteY146" fmla="*/ 2153020 h 2344739"/>
              <a:gd name="connsiteX147" fmla="*/ 4364023 w 12193149"/>
              <a:gd name="connsiteY147" fmla="*/ 2151674 h 2344739"/>
              <a:gd name="connsiteX148" fmla="*/ 4318114 w 12193149"/>
              <a:gd name="connsiteY148" fmla="*/ 2158289 h 2344739"/>
              <a:gd name="connsiteX149" fmla="*/ 4316258 w 12193149"/>
              <a:gd name="connsiteY149" fmla="*/ 2156948 h 2344739"/>
              <a:gd name="connsiteX150" fmla="*/ 4296292 w 12193149"/>
              <a:gd name="connsiteY150" fmla="*/ 2155069 h 2344739"/>
              <a:gd name="connsiteX151" fmla="*/ 4291212 w 12193149"/>
              <a:gd name="connsiteY151" fmla="*/ 2157986 h 2344739"/>
              <a:gd name="connsiteX152" fmla="*/ 4277290 w 12193149"/>
              <a:gd name="connsiteY152" fmla="*/ 2157740 h 2344739"/>
              <a:gd name="connsiteX153" fmla="*/ 4249265 w 12193149"/>
              <a:gd name="connsiteY153" fmla="*/ 2160064 h 2344739"/>
              <a:gd name="connsiteX154" fmla="*/ 4203199 w 12193149"/>
              <a:gd name="connsiteY154" fmla="*/ 2157269 h 2344739"/>
              <a:gd name="connsiteX155" fmla="*/ 4202893 w 12193149"/>
              <a:gd name="connsiteY155" fmla="*/ 2156010 h 2344739"/>
              <a:gd name="connsiteX156" fmla="*/ 4192396 w 12193149"/>
              <a:gd name="connsiteY156" fmla="*/ 2150376 h 2344739"/>
              <a:gd name="connsiteX157" fmla="*/ 4143893 w 12193149"/>
              <a:gd name="connsiteY157" fmla="*/ 2134511 h 2344739"/>
              <a:gd name="connsiteX158" fmla="*/ 4084245 w 12193149"/>
              <a:gd name="connsiteY158" fmla="*/ 2107978 h 2344739"/>
              <a:gd name="connsiteX159" fmla="*/ 4075694 w 12193149"/>
              <a:gd name="connsiteY159" fmla="*/ 2107143 h 2344739"/>
              <a:gd name="connsiteX160" fmla="*/ 4075575 w 12193149"/>
              <a:gd name="connsiteY160" fmla="*/ 2106844 h 2344739"/>
              <a:gd name="connsiteX161" fmla="*/ 4066658 w 12193149"/>
              <a:gd name="connsiteY161" fmla="*/ 2105400 h 2344739"/>
              <a:gd name="connsiteX162" fmla="*/ 4060102 w 12193149"/>
              <a:gd name="connsiteY162" fmla="*/ 2105618 h 2344739"/>
              <a:gd name="connsiteX163" fmla="*/ 4043512 w 12193149"/>
              <a:gd name="connsiteY163" fmla="*/ 2103997 h 2344739"/>
              <a:gd name="connsiteX164" fmla="*/ 4038145 w 12193149"/>
              <a:gd name="connsiteY164" fmla="*/ 2101563 h 2344739"/>
              <a:gd name="connsiteX165" fmla="*/ 4036511 w 12193149"/>
              <a:gd name="connsiteY165" fmla="*/ 2097896 h 2344739"/>
              <a:gd name="connsiteX166" fmla="*/ 4034926 w 12193149"/>
              <a:gd name="connsiteY166" fmla="*/ 2098131 h 2344739"/>
              <a:gd name="connsiteX167" fmla="*/ 4005686 w 12193149"/>
              <a:gd name="connsiteY167" fmla="*/ 2085563 h 2344739"/>
              <a:gd name="connsiteX168" fmla="*/ 3937994 w 12193149"/>
              <a:gd name="connsiteY168" fmla="*/ 2068106 h 2344739"/>
              <a:gd name="connsiteX169" fmla="*/ 3898423 w 12193149"/>
              <a:gd name="connsiteY169" fmla="*/ 2062451 h 2344739"/>
              <a:gd name="connsiteX170" fmla="*/ 3790908 w 12193149"/>
              <a:gd name="connsiteY170" fmla="*/ 2042213 h 2344739"/>
              <a:gd name="connsiteX171" fmla="*/ 3683661 w 12193149"/>
              <a:gd name="connsiteY171" fmla="*/ 2018290 h 2344739"/>
              <a:gd name="connsiteX172" fmla="*/ 3611183 w 12193149"/>
              <a:gd name="connsiteY172" fmla="*/ 1986019 h 2344739"/>
              <a:gd name="connsiteX173" fmla="*/ 3605003 w 12193149"/>
              <a:gd name="connsiteY173" fmla="*/ 1987381 h 2344739"/>
              <a:gd name="connsiteX174" fmla="*/ 3595884 w 12193149"/>
              <a:gd name="connsiteY174" fmla="*/ 1987545 h 2344739"/>
              <a:gd name="connsiteX175" fmla="*/ 3595649 w 12193149"/>
              <a:gd name="connsiteY175" fmla="*/ 1987276 h 2344739"/>
              <a:gd name="connsiteX176" fmla="*/ 3587126 w 12193149"/>
              <a:gd name="connsiteY176" fmla="*/ 1987966 h 2344739"/>
              <a:gd name="connsiteX177" fmla="*/ 3537283 w 12193149"/>
              <a:gd name="connsiteY177" fmla="*/ 1978267 h 2344739"/>
              <a:gd name="connsiteX178" fmla="*/ 3474371 w 12193149"/>
              <a:gd name="connsiteY178" fmla="*/ 1974606 h 2344739"/>
              <a:gd name="connsiteX179" fmla="*/ 3401876 w 12193149"/>
              <a:gd name="connsiteY179" fmla="*/ 1962558 h 2344739"/>
              <a:gd name="connsiteX180" fmla="*/ 3365036 w 12193149"/>
              <a:gd name="connsiteY180" fmla="*/ 1979510 h 2344739"/>
              <a:gd name="connsiteX181" fmla="*/ 3345174 w 12193149"/>
              <a:gd name="connsiteY181" fmla="*/ 1981192 h 2344739"/>
              <a:gd name="connsiteX182" fmla="*/ 3342846 w 12193149"/>
              <a:gd name="connsiteY182" fmla="*/ 1980217 h 2344739"/>
              <a:gd name="connsiteX183" fmla="*/ 3263504 w 12193149"/>
              <a:gd name="connsiteY183" fmla="*/ 1986094 h 2344739"/>
              <a:gd name="connsiteX184" fmla="*/ 3143704 w 12193149"/>
              <a:gd name="connsiteY184" fmla="*/ 1993869 h 2344739"/>
              <a:gd name="connsiteX185" fmla="*/ 3031439 w 12193149"/>
              <a:gd name="connsiteY185" fmla="*/ 1996512 h 2344739"/>
              <a:gd name="connsiteX186" fmla="*/ 2782717 w 12193149"/>
              <a:gd name="connsiteY186" fmla="*/ 2018333 h 2344739"/>
              <a:gd name="connsiteX187" fmla="*/ 2647675 w 12193149"/>
              <a:gd name="connsiteY187" fmla="*/ 2028869 h 2344739"/>
              <a:gd name="connsiteX188" fmla="*/ 2569176 w 12193149"/>
              <a:gd name="connsiteY188" fmla="*/ 2002628 h 2344739"/>
              <a:gd name="connsiteX189" fmla="*/ 2444403 w 12193149"/>
              <a:gd name="connsiteY189" fmla="*/ 2016529 h 2344739"/>
              <a:gd name="connsiteX190" fmla="*/ 2316260 w 12193149"/>
              <a:gd name="connsiteY190" fmla="*/ 2024996 h 2344739"/>
              <a:gd name="connsiteX191" fmla="*/ 2209726 w 12193149"/>
              <a:gd name="connsiteY191" fmla="*/ 2019763 h 2344739"/>
              <a:gd name="connsiteX192" fmla="*/ 2095813 w 12193149"/>
              <a:gd name="connsiteY192" fmla="*/ 2003052 h 2344739"/>
              <a:gd name="connsiteX193" fmla="*/ 1998504 w 12193149"/>
              <a:gd name="connsiteY193" fmla="*/ 1995032 h 2344739"/>
              <a:gd name="connsiteX194" fmla="*/ 1929320 w 12193149"/>
              <a:gd name="connsiteY194" fmla="*/ 2016977 h 2344739"/>
              <a:gd name="connsiteX195" fmla="*/ 1922798 w 12193149"/>
              <a:gd name="connsiteY195" fmla="*/ 2012146 h 2344739"/>
              <a:gd name="connsiteX196" fmla="*/ 1874228 w 12193149"/>
              <a:gd name="connsiteY196" fmla="*/ 2013741 h 2344739"/>
              <a:gd name="connsiteX197" fmla="*/ 1787803 w 12193149"/>
              <a:gd name="connsiteY197" fmla="*/ 2041363 h 2344739"/>
              <a:gd name="connsiteX198" fmla="*/ 1739352 w 12193149"/>
              <a:gd name="connsiteY198" fmla="*/ 2036312 h 2344739"/>
              <a:gd name="connsiteX199" fmla="*/ 1676219 w 12193149"/>
              <a:gd name="connsiteY199" fmla="*/ 2019963 h 2344739"/>
              <a:gd name="connsiteX200" fmla="*/ 1609817 w 12193149"/>
              <a:gd name="connsiteY200" fmla="*/ 2013066 h 2344739"/>
              <a:gd name="connsiteX201" fmla="*/ 1497258 w 12193149"/>
              <a:gd name="connsiteY201" fmla="*/ 1987476 h 2344739"/>
              <a:gd name="connsiteX202" fmla="*/ 1151127 w 12193149"/>
              <a:gd name="connsiteY202" fmla="*/ 1938041 h 2344739"/>
              <a:gd name="connsiteX203" fmla="*/ 859417 w 12193149"/>
              <a:gd name="connsiteY203" fmla="*/ 1928608 h 2344739"/>
              <a:gd name="connsiteX204" fmla="*/ 838688 w 12193149"/>
              <a:gd name="connsiteY204" fmla="*/ 1929821 h 2344739"/>
              <a:gd name="connsiteX205" fmla="*/ 817957 w 12193149"/>
              <a:gd name="connsiteY205" fmla="*/ 1927857 h 2344739"/>
              <a:gd name="connsiteX206" fmla="*/ 812654 w 12193149"/>
              <a:gd name="connsiteY206" fmla="*/ 1930751 h 2344739"/>
              <a:gd name="connsiteX207" fmla="*/ 721195 w 12193149"/>
              <a:gd name="connsiteY207" fmla="*/ 1929661 h 2344739"/>
              <a:gd name="connsiteX208" fmla="*/ 720890 w 12193149"/>
              <a:gd name="connsiteY208" fmla="*/ 1928399 h 2344739"/>
              <a:gd name="connsiteX209" fmla="*/ 710023 w 12193149"/>
              <a:gd name="connsiteY209" fmla="*/ 1922722 h 2344739"/>
              <a:gd name="connsiteX210" fmla="*/ 597940 w 12193149"/>
              <a:gd name="connsiteY210" fmla="*/ 1879864 h 2344739"/>
              <a:gd name="connsiteX211" fmla="*/ 579683 w 12193149"/>
              <a:gd name="connsiteY211" fmla="*/ 1877212 h 2344739"/>
              <a:gd name="connsiteX212" fmla="*/ 572865 w 12193149"/>
              <a:gd name="connsiteY212" fmla="*/ 1877401 h 2344739"/>
              <a:gd name="connsiteX213" fmla="*/ 446247 w 12193149"/>
              <a:gd name="connsiteY213" fmla="*/ 1839371 h 2344739"/>
              <a:gd name="connsiteX214" fmla="*/ 405163 w 12193149"/>
              <a:gd name="connsiteY214" fmla="*/ 1833548 h 2344739"/>
              <a:gd name="connsiteX215" fmla="*/ 293583 w 12193149"/>
              <a:gd name="connsiteY215" fmla="*/ 1812852 h 2344739"/>
              <a:gd name="connsiteX216" fmla="*/ 119529 w 12193149"/>
              <a:gd name="connsiteY216" fmla="*/ 1761047 h 2344739"/>
              <a:gd name="connsiteX217" fmla="*/ 16674 w 12193149"/>
              <a:gd name="connsiteY217" fmla="*/ 1758191 h 2344739"/>
              <a:gd name="connsiteX218" fmla="*/ 1150 w 12193149"/>
              <a:gd name="connsiteY218" fmla="*/ 1752722 h 2344739"/>
              <a:gd name="connsiteX219" fmla="*/ 1148 w 12193149"/>
              <a:gd name="connsiteY219" fmla="*/ 222213 h 2344739"/>
              <a:gd name="connsiteX220" fmla="*/ 1148 w 12193149"/>
              <a:gd name="connsiteY220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749767 w 12193149"/>
              <a:gd name="connsiteY23" fmla="*/ 872002 h 2344739"/>
              <a:gd name="connsiteX24" fmla="*/ 11590693 w 12193149"/>
              <a:gd name="connsiteY24" fmla="*/ 963777 h 2344739"/>
              <a:gd name="connsiteX25" fmla="*/ 11506817 w 12193149"/>
              <a:gd name="connsiteY25" fmla="*/ 1033623 h 2344739"/>
              <a:gd name="connsiteX26" fmla="*/ 11280332 w 12193149"/>
              <a:gd name="connsiteY26" fmla="*/ 1223571 h 2344739"/>
              <a:gd name="connsiteX27" fmla="*/ 11228309 w 12193149"/>
              <a:gd name="connsiteY27" fmla="*/ 1276236 h 2344739"/>
              <a:gd name="connsiteX28" fmla="*/ 11218087 w 12193149"/>
              <a:gd name="connsiteY28" fmla="*/ 1275961 h 2344739"/>
              <a:gd name="connsiteX29" fmla="*/ 11217184 w 12193149"/>
              <a:gd name="connsiteY29" fmla="*/ 1275018 h 2344739"/>
              <a:gd name="connsiteX30" fmla="*/ 11188885 w 12193149"/>
              <a:gd name="connsiteY30" fmla="*/ 1292383 h 2344739"/>
              <a:gd name="connsiteX31" fmla="*/ 11184501 w 12193149"/>
              <a:gd name="connsiteY31" fmla="*/ 1292525 h 2344739"/>
              <a:gd name="connsiteX32" fmla="*/ 11166854 w 12193149"/>
              <a:gd name="connsiteY32" fmla="*/ 1306612 h 2344739"/>
              <a:gd name="connsiteX33" fmla="*/ 11157311 w 12193149"/>
              <a:gd name="connsiteY33" fmla="*/ 1312414 h 2344739"/>
              <a:gd name="connsiteX34" fmla="*/ 11155496 w 12193149"/>
              <a:gd name="connsiteY34" fmla="*/ 1317097 h 2344739"/>
              <a:gd name="connsiteX35" fmla="*/ 11140961 w 12193149"/>
              <a:gd name="connsiteY35" fmla="*/ 1324115 h 2344739"/>
              <a:gd name="connsiteX36" fmla="*/ 11138961 w 12193149"/>
              <a:gd name="connsiteY36" fmla="*/ 1323772 h 2344739"/>
              <a:gd name="connsiteX37" fmla="*/ 11128208 w 12193149"/>
              <a:gd name="connsiteY37" fmla="*/ 1333832 h 2344739"/>
              <a:gd name="connsiteX38" fmla="*/ 11120691 w 12193149"/>
              <a:gd name="connsiteY38" fmla="*/ 1347424 h 2344739"/>
              <a:gd name="connsiteX39" fmla="*/ 10894683 w 12193149"/>
              <a:gd name="connsiteY39" fmla="*/ 1473399 h 2344739"/>
              <a:gd name="connsiteX40" fmla="*/ 10773300 w 12193149"/>
              <a:gd name="connsiteY40" fmla="*/ 1523191 h 2344739"/>
              <a:gd name="connsiteX41" fmla="*/ 10627668 w 12193149"/>
              <a:gd name="connsiteY41" fmla="*/ 1559229 h 2344739"/>
              <a:gd name="connsiteX42" fmla="*/ 10581895 w 12193149"/>
              <a:gd name="connsiteY42" fmla="*/ 1568689 h 2344739"/>
              <a:gd name="connsiteX43" fmla="*/ 10547790 w 12193149"/>
              <a:gd name="connsiteY43" fmla="*/ 1598423 h 2344739"/>
              <a:gd name="connsiteX44" fmla="*/ 10529643 w 12193149"/>
              <a:gd name="connsiteY44" fmla="*/ 1596907 h 2344739"/>
              <a:gd name="connsiteX45" fmla="*/ 10526446 w 12193149"/>
              <a:gd name="connsiteY45" fmla="*/ 1596411 h 2344739"/>
              <a:gd name="connsiteX46" fmla="*/ 10515129 w 12193149"/>
              <a:gd name="connsiteY46" fmla="*/ 1599537 h 2344739"/>
              <a:gd name="connsiteX47" fmla="*/ 10491735 w 12193149"/>
              <a:gd name="connsiteY47" fmla="*/ 1594156 h 2344739"/>
              <a:gd name="connsiteX48" fmla="*/ 10471418 w 12193149"/>
              <a:gd name="connsiteY48" fmla="*/ 1601693 h 2344739"/>
              <a:gd name="connsiteX49" fmla="*/ 10377042 w 12193149"/>
              <a:gd name="connsiteY49" fmla="*/ 1644598 h 2344739"/>
              <a:gd name="connsiteX50" fmla="*/ 10319338 w 12193149"/>
              <a:gd name="connsiteY50" fmla="*/ 1666221 h 2344739"/>
              <a:gd name="connsiteX51" fmla="*/ 10295467 w 12193149"/>
              <a:gd name="connsiteY51" fmla="*/ 1668079 h 2344739"/>
              <a:gd name="connsiteX52" fmla="*/ 10263443 w 12193149"/>
              <a:gd name="connsiteY52" fmla="*/ 1674948 h 2344739"/>
              <a:gd name="connsiteX53" fmla="*/ 10205418 w 12193149"/>
              <a:gd name="connsiteY53" fmla="*/ 1682149 h 2344739"/>
              <a:gd name="connsiteX54" fmla="*/ 10177759 w 12193149"/>
              <a:gd name="connsiteY54" fmla="*/ 1692943 h 2344739"/>
              <a:gd name="connsiteX55" fmla="*/ 10165070 w 12193149"/>
              <a:gd name="connsiteY55" fmla="*/ 1693739 h 2344739"/>
              <a:gd name="connsiteX56" fmla="*/ 10156308 w 12193149"/>
              <a:gd name="connsiteY56" fmla="*/ 1707487 h 2344739"/>
              <a:gd name="connsiteX57" fmla="*/ 10118267 w 12193149"/>
              <a:gd name="connsiteY57" fmla="*/ 1731142 h 2344739"/>
              <a:gd name="connsiteX58" fmla="*/ 10083317 w 12193149"/>
              <a:gd name="connsiteY58" fmla="*/ 1743296 h 2344739"/>
              <a:gd name="connsiteX59" fmla="*/ 10040388 w 12193149"/>
              <a:gd name="connsiteY59" fmla="*/ 1741632 h 2344739"/>
              <a:gd name="connsiteX60" fmla="*/ 9961167 w 12193149"/>
              <a:gd name="connsiteY60" fmla="*/ 1757147 h 2344739"/>
              <a:gd name="connsiteX61" fmla="*/ 9848940 w 12193149"/>
              <a:gd name="connsiteY61" fmla="*/ 1763915 h 2344739"/>
              <a:gd name="connsiteX62" fmla="*/ 9729457 w 12193149"/>
              <a:gd name="connsiteY62" fmla="*/ 1784122 h 2344739"/>
              <a:gd name="connsiteX63" fmla="*/ 9613704 w 12193149"/>
              <a:gd name="connsiteY63" fmla="*/ 1812371 h 2344739"/>
              <a:gd name="connsiteX64" fmla="*/ 9338590 w 12193149"/>
              <a:gd name="connsiteY64" fmla="*/ 1869293 h 2344739"/>
              <a:gd name="connsiteX65" fmla="*/ 9232518 w 12193149"/>
              <a:gd name="connsiteY65" fmla="*/ 1893149 h 2344739"/>
              <a:gd name="connsiteX66" fmla="*/ 9156690 w 12193149"/>
              <a:gd name="connsiteY66" fmla="*/ 1903228 h 2344739"/>
              <a:gd name="connsiteX67" fmla="*/ 9054601 w 12193149"/>
              <a:gd name="connsiteY67" fmla="*/ 1910755 h 2344739"/>
              <a:gd name="connsiteX68" fmla="*/ 9006634 w 12193149"/>
              <a:gd name="connsiteY68" fmla="*/ 1914040 h 2344739"/>
              <a:gd name="connsiteX69" fmla="*/ 9006349 w 12193149"/>
              <a:gd name="connsiteY69" fmla="*/ 1913800 h 2344739"/>
              <a:gd name="connsiteX70" fmla="*/ 8997380 w 12193149"/>
              <a:gd name="connsiteY70" fmla="*/ 1915011 h 2344739"/>
              <a:gd name="connsiteX71" fmla="*/ 8991542 w 12193149"/>
              <a:gd name="connsiteY71" fmla="*/ 1917072 h 2344739"/>
              <a:gd name="connsiteX72" fmla="*/ 8975485 w 12193149"/>
              <a:gd name="connsiteY72" fmla="*/ 1920298 h 2344739"/>
              <a:gd name="connsiteX73" fmla="*/ 8969159 w 12193149"/>
              <a:gd name="connsiteY73" fmla="*/ 1919598 h 2344739"/>
              <a:gd name="connsiteX74" fmla="*/ 8964196 w 12193149"/>
              <a:gd name="connsiteY74" fmla="*/ 1917373 h 2344739"/>
              <a:gd name="connsiteX75" fmla="*/ 8930136 w 12193149"/>
              <a:gd name="connsiteY75" fmla="*/ 1914185 h 2344739"/>
              <a:gd name="connsiteX76" fmla="*/ 8753592 w 12193149"/>
              <a:gd name="connsiteY76" fmla="*/ 1933417 h 2344739"/>
              <a:gd name="connsiteX77" fmla="*/ 8708995 w 12193149"/>
              <a:gd name="connsiteY77" fmla="*/ 1935518 h 2344739"/>
              <a:gd name="connsiteX78" fmla="*/ 8597219 w 12193149"/>
              <a:gd name="connsiteY78" fmla="*/ 1944090 h 2344739"/>
              <a:gd name="connsiteX79" fmla="*/ 8526378 w 12193149"/>
              <a:gd name="connsiteY79" fmla="*/ 1929248 h 2344739"/>
              <a:gd name="connsiteX80" fmla="*/ 8512131 w 12193149"/>
              <a:gd name="connsiteY80" fmla="*/ 1935163 h 2344739"/>
              <a:gd name="connsiteX81" fmla="*/ 8507315 w 12193149"/>
              <a:gd name="connsiteY81" fmla="*/ 1938164 h 2344739"/>
              <a:gd name="connsiteX82" fmla="*/ 8499116 w 12193149"/>
              <a:gd name="connsiteY82" fmla="*/ 1940902 h 2344739"/>
              <a:gd name="connsiteX83" fmla="*/ 8498742 w 12193149"/>
              <a:gd name="connsiteY83" fmla="*/ 1940723 h 2344739"/>
              <a:gd name="connsiteX84" fmla="*/ 8491397 w 12193149"/>
              <a:gd name="connsiteY84" fmla="*/ 1943773 h 2344739"/>
              <a:gd name="connsiteX85" fmla="*/ 8368330 w 12193149"/>
              <a:gd name="connsiteY85" fmla="*/ 1957815 h 2344739"/>
              <a:gd name="connsiteX86" fmla="*/ 8354947 w 12193149"/>
              <a:gd name="connsiteY86" fmla="*/ 1958009 h 2344739"/>
              <a:gd name="connsiteX87" fmla="*/ 8321252 w 12193149"/>
              <a:gd name="connsiteY87" fmla="*/ 1974587 h 2344739"/>
              <a:gd name="connsiteX88" fmla="*/ 8315581 w 12193149"/>
              <a:gd name="connsiteY88" fmla="*/ 1974913 h 2344739"/>
              <a:gd name="connsiteX89" fmla="*/ 8296322 w 12193149"/>
              <a:gd name="connsiteY89" fmla="*/ 1988808 h 2344739"/>
              <a:gd name="connsiteX90" fmla="*/ 8285424 w 12193149"/>
              <a:gd name="connsiteY90" fmla="*/ 1994631 h 2344739"/>
              <a:gd name="connsiteX91" fmla="*/ 8284298 w 12193149"/>
              <a:gd name="connsiteY91" fmla="*/ 1999074 h 2344739"/>
              <a:gd name="connsiteX92" fmla="*/ 8267224 w 12193149"/>
              <a:gd name="connsiteY92" fmla="*/ 2006249 h 2344739"/>
              <a:gd name="connsiteX93" fmla="*/ 8264525 w 12193149"/>
              <a:gd name="connsiteY93" fmla="*/ 2006019 h 2344739"/>
              <a:gd name="connsiteX94" fmla="*/ 8253181 w 12193149"/>
              <a:gd name="connsiteY94" fmla="*/ 2015862 h 2344739"/>
              <a:gd name="connsiteX95" fmla="*/ 8246982 w 12193149"/>
              <a:gd name="connsiteY95" fmla="*/ 2028854 h 2344739"/>
              <a:gd name="connsiteX96" fmla="*/ 8091420 w 12193149"/>
              <a:gd name="connsiteY96" fmla="*/ 2075015 h 2344739"/>
              <a:gd name="connsiteX97" fmla="*/ 7906555 w 12193149"/>
              <a:gd name="connsiteY97" fmla="*/ 2116988 h 2344739"/>
              <a:gd name="connsiteX98" fmla="*/ 7719893 w 12193149"/>
              <a:gd name="connsiteY98" fmla="*/ 2142703 h 2344739"/>
              <a:gd name="connsiteX99" fmla="*/ 7615495 w 12193149"/>
              <a:gd name="connsiteY99" fmla="*/ 2139232 h 2344739"/>
              <a:gd name="connsiteX100" fmla="*/ 7528691 w 12193149"/>
              <a:gd name="connsiteY100" fmla="*/ 2145060 h 2344739"/>
              <a:gd name="connsiteX101" fmla="*/ 7520719 w 12193149"/>
              <a:gd name="connsiteY101" fmla="*/ 2147613 h 2344739"/>
              <a:gd name="connsiteX102" fmla="*/ 7508559 w 12193149"/>
              <a:gd name="connsiteY102" fmla="*/ 2148948 h 2344739"/>
              <a:gd name="connsiteX103" fmla="*/ 7508188 w 12193149"/>
              <a:gd name="connsiteY103" fmla="*/ 2148621 h 2344739"/>
              <a:gd name="connsiteX104" fmla="*/ 7496943 w 12193149"/>
              <a:gd name="connsiteY104" fmla="*/ 2150573 h 2344739"/>
              <a:gd name="connsiteX105" fmla="*/ 7219707 w 12193149"/>
              <a:gd name="connsiteY105" fmla="*/ 2156680 h 2344739"/>
              <a:gd name="connsiteX106" fmla="*/ 7202249 w 12193149"/>
              <a:gd name="connsiteY106" fmla="*/ 2161230 h 2344739"/>
              <a:gd name="connsiteX107" fmla="*/ 7198152 w 12193149"/>
              <a:gd name="connsiteY107" fmla="*/ 2166588 h 2344739"/>
              <a:gd name="connsiteX108" fmla="*/ 7171956 w 12193149"/>
              <a:gd name="connsiteY108" fmla="*/ 2171236 h 2344739"/>
              <a:gd name="connsiteX109" fmla="*/ 7098136 w 12193149"/>
              <a:gd name="connsiteY109" fmla="*/ 2183464 h 2344739"/>
              <a:gd name="connsiteX110" fmla="*/ 7019644 w 12193149"/>
              <a:gd name="connsiteY110" fmla="*/ 2183090 h 2344739"/>
              <a:gd name="connsiteX111" fmla="*/ 6905294 w 12193149"/>
              <a:gd name="connsiteY111" fmla="*/ 2212596 h 2344739"/>
              <a:gd name="connsiteX112" fmla="*/ 6709370 w 12193149"/>
              <a:gd name="connsiteY112" fmla="*/ 2240551 h 2344739"/>
              <a:gd name="connsiteX113" fmla="*/ 6550602 w 12193149"/>
              <a:gd name="connsiteY113" fmla="*/ 2269327 h 2344739"/>
              <a:gd name="connsiteX114" fmla="*/ 6318708 w 12193149"/>
              <a:gd name="connsiteY114" fmla="*/ 2316127 h 2344739"/>
              <a:gd name="connsiteX115" fmla="*/ 6169822 w 12193149"/>
              <a:gd name="connsiteY115" fmla="*/ 2318214 h 2344739"/>
              <a:gd name="connsiteX116" fmla="*/ 6074996 w 12193149"/>
              <a:gd name="connsiteY116" fmla="*/ 2338676 h 2344739"/>
              <a:gd name="connsiteX117" fmla="*/ 6069677 w 12193149"/>
              <a:gd name="connsiteY117" fmla="*/ 2337139 h 2344739"/>
              <a:gd name="connsiteX118" fmla="*/ 6049786 w 12193149"/>
              <a:gd name="connsiteY118" fmla="*/ 2337822 h 2344739"/>
              <a:gd name="connsiteX119" fmla="*/ 6042433 w 12193149"/>
              <a:gd name="connsiteY119" fmla="*/ 2329473 h 2344739"/>
              <a:gd name="connsiteX120" fmla="*/ 6011238 w 12193149"/>
              <a:gd name="connsiteY120" fmla="*/ 2324380 h 2344739"/>
              <a:gd name="connsiteX121" fmla="*/ 5958523 w 12193149"/>
              <a:gd name="connsiteY121" fmla="*/ 2328024 h 2344739"/>
              <a:gd name="connsiteX122" fmla="*/ 5760067 w 12193149"/>
              <a:gd name="connsiteY122" fmla="*/ 2343716 h 2344739"/>
              <a:gd name="connsiteX123" fmla="*/ 5628108 w 12193149"/>
              <a:gd name="connsiteY123" fmla="*/ 2344739 h 2344739"/>
              <a:gd name="connsiteX124" fmla="*/ 5472054 w 12193149"/>
              <a:gd name="connsiteY124" fmla="*/ 2330719 h 2344739"/>
              <a:gd name="connsiteX125" fmla="*/ 5433909 w 12193149"/>
              <a:gd name="connsiteY125" fmla="*/ 2319466 h 2344739"/>
              <a:gd name="connsiteX126" fmla="*/ 5382817 w 12193149"/>
              <a:gd name="connsiteY126" fmla="*/ 2301764 h 2344739"/>
              <a:gd name="connsiteX127" fmla="*/ 5262912 w 12193149"/>
              <a:gd name="connsiteY127" fmla="*/ 2281347 h 2344739"/>
              <a:gd name="connsiteX128" fmla="*/ 5224109 w 12193149"/>
              <a:gd name="connsiteY128" fmla="*/ 2270223 h 2344739"/>
              <a:gd name="connsiteX129" fmla="*/ 5175808 w 12193149"/>
              <a:gd name="connsiteY129" fmla="*/ 2267233 h 2344739"/>
              <a:gd name="connsiteX130" fmla="*/ 5157702 w 12193149"/>
              <a:gd name="connsiteY130" fmla="*/ 2260010 h 2344739"/>
              <a:gd name="connsiteX131" fmla="*/ 5143747 w 12193149"/>
              <a:gd name="connsiteY131" fmla="*/ 2256610 h 2344739"/>
              <a:gd name="connsiteX132" fmla="*/ 5140744 w 12193149"/>
              <a:gd name="connsiteY132" fmla="*/ 2254509 h 2344739"/>
              <a:gd name="connsiteX133" fmla="*/ 5122807 w 12193149"/>
              <a:gd name="connsiteY133" fmla="*/ 2243656 h 2344739"/>
              <a:gd name="connsiteX134" fmla="*/ 5066938 w 12193149"/>
              <a:gd name="connsiteY134" fmla="*/ 2250227 h 2344739"/>
              <a:gd name="connsiteX135" fmla="*/ 5012662 w 12193149"/>
              <a:gd name="connsiteY135" fmla="*/ 2233846 h 2344739"/>
              <a:gd name="connsiteX136" fmla="*/ 4841589 w 12193149"/>
              <a:gd name="connsiteY136" fmla="*/ 2209829 h 2344739"/>
              <a:gd name="connsiteX137" fmla="*/ 4763595 w 12193149"/>
              <a:gd name="connsiteY137" fmla="*/ 2182061 h 2344739"/>
              <a:gd name="connsiteX138" fmla="*/ 4724334 w 12193149"/>
              <a:gd name="connsiteY138" fmla="*/ 2173047 h 2344739"/>
              <a:gd name="connsiteX139" fmla="*/ 4722324 w 12193149"/>
              <a:gd name="connsiteY139" fmla="*/ 2172298 h 2344739"/>
              <a:gd name="connsiteX140" fmla="*/ 4723259 w 12193149"/>
              <a:gd name="connsiteY140" fmla="*/ 2172087 h 2344739"/>
              <a:gd name="connsiteX141" fmla="*/ 4718350 w 12193149"/>
              <a:gd name="connsiteY141" fmla="*/ 2170817 h 2344739"/>
              <a:gd name="connsiteX142" fmla="*/ 4722324 w 12193149"/>
              <a:gd name="connsiteY142" fmla="*/ 2172298 h 2344739"/>
              <a:gd name="connsiteX143" fmla="*/ 4716674 w 12193149"/>
              <a:gd name="connsiteY143" fmla="*/ 2173573 h 2344739"/>
              <a:gd name="connsiteX144" fmla="*/ 4516962 w 12193149"/>
              <a:gd name="connsiteY144" fmla="*/ 2163671 h 2344739"/>
              <a:gd name="connsiteX145" fmla="*/ 4429691 w 12193149"/>
              <a:gd name="connsiteY145" fmla="*/ 2153020 h 2344739"/>
              <a:gd name="connsiteX146" fmla="*/ 4364023 w 12193149"/>
              <a:gd name="connsiteY146" fmla="*/ 2151674 h 2344739"/>
              <a:gd name="connsiteX147" fmla="*/ 4318114 w 12193149"/>
              <a:gd name="connsiteY147" fmla="*/ 2158289 h 2344739"/>
              <a:gd name="connsiteX148" fmla="*/ 4316258 w 12193149"/>
              <a:gd name="connsiteY148" fmla="*/ 2156948 h 2344739"/>
              <a:gd name="connsiteX149" fmla="*/ 4296292 w 12193149"/>
              <a:gd name="connsiteY149" fmla="*/ 2155069 h 2344739"/>
              <a:gd name="connsiteX150" fmla="*/ 4291212 w 12193149"/>
              <a:gd name="connsiteY150" fmla="*/ 2157986 h 2344739"/>
              <a:gd name="connsiteX151" fmla="*/ 4277290 w 12193149"/>
              <a:gd name="connsiteY151" fmla="*/ 2157740 h 2344739"/>
              <a:gd name="connsiteX152" fmla="*/ 4249265 w 12193149"/>
              <a:gd name="connsiteY152" fmla="*/ 2160064 h 2344739"/>
              <a:gd name="connsiteX153" fmla="*/ 4203199 w 12193149"/>
              <a:gd name="connsiteY153" fmla="*/ 2157269 h 2344739"/>
              <a:gd name="connsiteX154" fmla="*/ 4202893 w 12193149"/>
              <a:gd name="connsiteY154" fmla="*/ 2156010 h 2344739"/>
              <a:gd name="connsiteX155" fmla="*/ 4192396 w 12193149"/>
              <a:gd name="connsiteY155" fmla="*/ 2150376 h 2344739"/>
              <a:gd name="connsiteX156" fmla="*/ 4143893 w 12193149"/>
              <a:gd name="connsiteY156" fmla="*/ 2134511 h 2344739"/>
              <a:gd name="connsiteX157" fmla="*/ 4084245 w 12193149"/>
              <a:gd name="connsiteY157" fmla="*/ 2107978 h 2344739"/>
              <a:gd name="connsiteX158" fmla="*/ 4075694 w 12193149"/>
              <a:gd name="connsiteY158" fmla="*/ 2107143 h 2344739"/>
              <a:gd name="connsiteX159" fmla="*/ 4075575 w 12193149"/>
              <a:gd name="connsiteY159" fmla="*/ 2106844 h 2344739"/>
              <a:gd name="connsiteX160" fmla="*/ 4066658 w 12193149"/>
              <a:gd name="connsiteY160" fmla="*/ 2105400 h 2344739"/>
              <a:gd name="connsiteX161" fmla="*/ 4060102 w 12193149"/>
              <a:gd name="connsiteY161" fmla="*/ 2105618 h 2344739"/>
              <a:gd name="connsiteX162" fmla="*/ 4043512 w 12193149"/>
              <a:gd name="connsiteY162" fmla="*/ 2103997 h 2344739"/>
              <a:gd name="connsiteX163" fmla="*/ 4038145 w 12193149"/>
              <a:gd name="connsiteY163" fmla="*/ 2101563 h 2344739"/>
              <a:gd name="connsiteX164" fmla="*/ 4036511 w 12193149"/>
              <a:gd name="connsiteY164" fmla="*/ 2097896 h 2344739"/>
              <a:gd name="connsiteX165" fmla="*/ 4034926 w 12193149"/>
              <a:gd name="connsiteY165" fmla="*/ 2098131 h 2344739"/>
              <a:gd name="connsiteX166" fmla="*/ 4005686 w 12193149"/>
              <a:gd name="connsiteY166" fmla="*/ 2085563 h 2344739"/>
              <a:gd name="connsiteX167" fmla="*/ 3937994 w 12193149"/>
              <a:gd name="connsiteY167" fmla="*/ 2068106 h 2344739"/>
              <a:gd name="connsiteX168" fmla="*/ 3898423 w 12193149"/>
              <a:gd name="connsiteY168" fmla="*/ 2062451 h 2344739"/>
              <a:gd name="connsiteX169" fmla="*/ 3790908 w 12193149"/>
              <a:gd name="connsiteY169" fmla="*/ 2042213 h 2344739"/>
              <a:gd name="connsiteX170" fmla="*/ 3683661 w 12193149"/>
              <a:gd name="connsiteY170" fmla="*/ 2018290 h 2344739"/>
              <a:gd name="connsiteX171" fmla="*/ 3611183 w 12193149"/>
              <a:gd name="connsiteY171" fmla="*/ 1986019 h 2344739"/>
              <a:gd name="connsiteX172" fmla="*/ 3605003 w 12193149"/>
              <a:gd name="connsiteY172" fmla="*/ 1987381 h 2344739"/>
              <a:gd name="connsiteX173" fmla="*/ 3595884 w 12193149"/>
              <a:gd name="connsiteY173" fmla="*/ 1987545 h 2344739"/>
              <a:gd name="connsiteX174" fmla="*/ 3595649 w 12193149"/>
              <a:gd name="connsiteY174" fmla="*/ 1987276 h 2344739"/>
              <a:gd name="connsiteX175" fmla="*/ 3587126 w 12193149"/>
              <a:gd name="connsiteY175" fmla="*/ 1987966 h 2344739"/>
              <a:gd name="connsiteX176" fmla="*/ 3537283 w 12193149"/>
              <a:gd name="connsiteY176" fmla="*/ 1978267 h 2344739"/>
              <a:gd name="connsiteX177" fmla="*/ 3474371 w 12193149"/>
              <a:gd name="connsiteY177" fmla="*/ 1974606 h 2344739"/>
              <a:gd name="connsiteX178" fmla="*/ 3401876 w 12193149"/>
              <a:gd name="connsiteY178" fmla="*/ 1962558 h 2344739"/>
              <a:gd name="connsiteX179" fmla="*/ 3365036 w 12193149"/>
              <a:gd name="connsiteY179" fmla="*/ 1979510 h 2344739"/>
              <a:gd name="connsiteX180" fmla="*/ 3345174 w 12193149"/>
              <a:gd name="connsiteY180" fmla="*/ 1981192 h 2344739"/>
              <a:gd name="connsiteX181" fmla="*/ 3342846 w 12193149"/>
              <a:gd name="connsiteY181" fmla="*/ 1980217 h 2344739"/>
              <a:gd name="connsiteX182" fmla="*/ 3263504 w 12193149"/>
              <a:gd name="connsiteY182" fmla="*/ 1986094 h 2344739"/>
              <a:gd name="connsiteX183" fmla="*/ 3143704 w 12193149"/>
              <a:gd name="connsiteY183" fmla="*/ 1993869 h 2344739"/>
              <a:gd name="connsiteX184" fmla="*/ 3031439 w 12193149"/>
              <a:gd name="connsiteY184" fmla="*/ 1996512 h 2344739"/>
              <a:gd name="connsiteX185" fmla="*/ 2782717 w 12193149"/>
              <a:gd name="connsiteY185" fmla="*/ 2018333 h 2344739"/>
              <a:gd name="connsiteX186" fmla="*/ 2647675 w 12193149"/>
              <a:gd name="connsiteY186" fmla="*/ 2028869 h 2344739"/>
              <a:gd name="connsiteX187" fmla="*/ 2569176 w 12193149"/>
              <a:gd name="connsiteY187" fmla="*/ 2002628 h 2344739"/>
              <a:gd name="connsiteX188" fmla="*/ 2444403 w 12193149"/>
              <a:gd name="connsiteY188" fmla="*/ 2016529 h 2344739"/>
              <a:gd name="connsiteX189" fmla="*/ 2316260 w 12193149"/>
              <a:gd name="connsiteY189" fmla="*/ 2024996 h 2344739"/>
              <a:gd name="connsiteX190" fmla="*/ 2209726 w 12193149"/>
              <a:gd name="connsiteY190" fmla="*/ 2019763 h 2344739"/>
              <a:gd name="connsiteX191" fmla="*/ 2095813 w 12193149"/>
              <a:gd name="connsiteY191" fmla="*/ 2003052 h 2344739"/>
              <a:gd name="connsiteX192" fmla="*/ 1998504 w 12193149"/>
              <a:gd name="connsiteY192" fmla="*/ 1995032 h 2344739"/>
              <a:gd name="connsiteX193" fmla="*/ 1929320 w 12193149"/>
              <a:gd name="connsiteY193" fmla="*/ 2016977 h 2344739"/>
              <a:gd name="connsiteX194" fmla="*/ 1922798 w 12193149"/>
              <a:gd name="connsiteY194" fmla="*/ 2012146 h 2344739"/>
              <a:gd name="connsiteX195" fmla="*/ 1874228 w 12193149"/>
              <a:gd name="connsiteY195" fmla="*/ 2013741 h 2344739"/>
              <a:gd name="connsiteX196" fmla="*/ 1787803 w 12193149"/>
              <a:gd name="connsiteY196" fmla="*/ 2041363 h 2344739"/>
              <a:gd name="connsiteX197" fmla="*/ 1739352 w 12193149"/>
              <a:gd name="connsiteY197" fmla="*/ 2036312 h 2344739"/>
              <a:gd name="connsiteX198" fmla="*/ 1676219 w 12193149"/>
              <a:gd name="connsiteY198" fmla="*/ 2019963 h 2344739"/>
              <a:gd name="connsiteX199" fmla="*/ 1609817 w 12193149"/>
              <a:gd name="connsiteY199" fmla="*/ 2013066 h 2344739"/>
              <a:gd name="connsiteX200" fmla="*/ 1497258 w 12193149"/>
              <a:gd name="connsiteY200" fmla="*/ 1987476 h 2344739"/>
              <a:gd name="connsiteX201" fmla="*/ 1151127 w 12193149"/>
              <a:gd name="connsiteY201" fmla="*/ 1938041 h 2344739"/>
              <a:gd name="connsiteX202" fmla="*/ 859417 w 12193149"/>
              <a:gd name="connsiteY202" fmla="*/ 1928608 h 2344739"/>
              <a:gd name="connsiteX203" fmla="*/ 838688 w 12193149"/>
              <a:gd name="connsiteY203" fmla="*/ 1929821 h 2344739"/>
              <a:gd name="connsiteX204" fmla="*/ 817957 w 12193149"/>
              <a:gd name="connsiteY204" fmla="*/ 1927857 h 2344739"/>
              <a:gd name="connsiteX205" fmla="*/ 812654 w 12193149"/>
              <a:gd name="connsiteY205" fmla="*/ 1930751 h 2344739"/>
              <a:gd name="connsiteX206" fmla="*/ 721195 w 12193149"/>
              <a:gd name="connsiteY206" fmla="*/ 1929661 h 2344739"/>
              <a:gd name="connsiteX207" fmla="*/ 720890 w 12193149"/>
              <a:gd name="connsiteY207" fmla="*/ 1928399 h 2344739"/>
              <a:gd name="connsiteX208" fmla="*/ 710023 w 12193149"/>
              <a:gd name="connsiteY208" fmla="*/ 1922722 h 2344739"/>
              <a:gd name="connsiteX209" fmla="*/ 597940 w 12193149"/>
              <a:gd name="connsiteY209" fmla="*/ 1879864 h 2344739"/>
              <a:gd name="connsiteX210" fmla="*/ 579683 w 12193149"/>
              <a:gd name="connsiteY210" fmla="*/ 1877212 h 2344739"/>
              <a:gd name="connsiteX211" fmla="*/ 572865 w 12193149"/>
              <a:gd name="connsiteY211" fmla="*/ 1877401 h 2344739"/>
              <a:gd name="connsiteX212" fmla="*/ 446247 w 12193149"/>
              <a:gd name="connsiteY212" fmla="*/ 1839371 h 2344739"/>
              <a:gd name="connsiteX213" fmla="*/ 405163 w 12193149"/>
              <a:gd name="connsiteY213" fmla="*/ 1833548 h 2344739"/>
              <a:gd name="connsiteX214" fmla="*/ 293583 w 12193149"/>
              <a:gd name="connsiteY214" fmla="*/ 1812852 h 2344739"/>
              <a:gd name="connsiteX215" fmla="*/ 119529 w 12193149"/>
              <a:gd name="connsiteY215" fmla="*/ 1761047 h 2344739"/>
              <a:gd name="connsiteX216" fmla="*/ 16674 w 12193149"/>
              <a:gd name="connsiteY216" fmla="*/ 1758191 h 2344739"/>
              <a:gd name="connsiteX217" fmla="*/ 1150 w 12193149"/>
              <a:gd name="connsiteY217" fmla="*/ 1752722 h 2344739"/>
              <a:gd name="connsiteX218" fmla="*/ 1148 w 12193149"/>
              <a:gd name="connsiteY218" fmla="*/ 222213 h 2344739"/>
              <a:gd name="connsiteX219" fmla="*/ 1148 w 12193149"/>
              <a:gd name="connsiteY219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8 w 12193149"/>
              <a:gd name="connsiteY3" fmla="*/ 389190 h 2344739"/>
              <a:gd name="connsiteX4" fmla="*/ 12193149 w 12193149"/>
              <a:gd name="connsiteY4" fmla="*/ 579739 h 2344739"/>
              <a:gd name="connsiteX5" fmla="*/ 12185986 w 12193149"/>
              <a:gd name="connsiteY5" fmla="*/ 584189 h 2344739"/>
              <a:gd name="connsiteX6" fmla="*/ 12156363 w 12193149"/>
              <a:gd name="connsiteY6" fmla="*/ 597366 h 2344739"/>
              <a:gd name="connsiteX7" fmla="*/ 12139215 w 12193149"/>
              <a:gd name="connsiteY7" fmla="*/ 623179 h 2344739"/>
              <a:gd name="connsiteX8" fmla="*/ 12126327 w 12193149"/>
              <a:gd name="connsiteY8" fmla="*/ 624690 h 2344739"/>
              <a:gd name="connsiteX9" fmla="*/ 12124007 w 12193149"/>
              <a:gd name="connsiteY9" fmla="*/ 624794 h 2344739"/>
              <a:gd name="connsiteX10" fmla="*/ 12116854 w 12193149"/>
              <a:gd name="connsiteY10" fmla="*/ 628608 h 2344739"/>
              <a:gd name="connsiteX11" fmla="*/ 12099497 w 12193149"/>
              <a:gd name="connsiteY11" fmla="*/ 628139 h 2344739"/>
              <a:gd name="connsiteX12" fmla="*/ 12087073 w 12193149"/>
              <a:gd name="connsiteY12" fmla="*/ 636341 h 2344739"/>
              <a:gd name="connsiteX13" fmla="*/ 12031073 w 12193149"/>
              <a:gd name="connsiteY13" fmla="*/ 680009 h 2344739"/>
              <a:gd name="connsiteX14" fmla="*/ 11995833 w 12193149"/>
              <a:gd name="connsiteY14" fmla="*/ 703458 h 2344739"/>
              <a:gd name="connsiteX15" fmla="*/ 11979717 w 12193149"/>
              <a:gd name="connsiteY15" fmla="*/ 708161 h 2344739"/>
              <a:gd name="connsiteX16" fmla="*/ 11959046 w 12193149"/>
              <a:gd name="connsiteY16" fmla="*/ 717558 h 2344739"/>
              <a:gd name="connsiteX17" fmla="*/ 11920454 w 12193149"/>
              <a:gd name="connsiteY17" fmla="*/ 730883 h 2344739"/>
              <a:gd name="connsiteX18" fmla="*/ 11903656 w 12193149"/>
              <a:gd name="connsiteY18" fmla="*/ 742426 h 2344739"/>
              <a:gd name="connsiteX19" fmla="*/ 11895048 w 12193149"/>
              <a:gd name="connsiteY19" fmla="*/ 744791 h 2344739"/>
              <a:gd name="connsiteX20" fmla="*/ 11891968 w 12193149"/>
              <a:gd name="connsiteY20" fmla="*/ 755729 h 2344739"/>
              <a:gd name="connsiteX21" fmla="*/ 11870776 w 12193149"/>
              <a:gd name="connsiteY21" fmla="*/ 777816 h 2344739"/>
              <a:gd name="connsiteX22" fmla="*/ 11813376 w 12193149"/>
              <a:gd name="connsiteY22" fmla="*/ 797659 h 2344739"/>
              <a:gd name="connsiteX23" fmla="*/ 11590693 w 12193149"/>
              <a:gd name="connsiteY23" fmla="*/ 963777 h 2344739"/>
              <a:gd name="connsiteX24" fmla="*/ 11506817 w 12193149"/>
              <a:gd name="connsiteY24" fmla="*/ 1033623 h 2344739"/>
              <a:gd name="connsiteX25" fmla="*/ 11280332 w 12193149"/>
              <a:gd name="connsiteY25" fmla="*/ 1223571 h 2344739"/>
              <a:gd name="connsiteX26" fmla="*/ 11228309 w 12193149"/>
              <a:gd name="connsiteY26" fmla="*/ 1276236 h 2344739"/>
              <a:gd name="connsiteX27" fmla="*/ 11218087 w 12193149"/>
              <a:gd name="connsiteY27" fmla="*/ 1275961 h 2344739"/>
              <a:gd name="connsiteX28" fmla="*/ 11217184 w 12193149"/>
              <a:gd name="connsiteY28" fmla="*/ 1275018 h 2344739"/>
              <a:gd name="connsiteX29" fmla="*/ 11188885 w 12193149"/>
              <a:gd name="connsiteY29" fmla="*/ 1292383 h 2344739"/>
              <a:gd name="connsiteX30" fmla="*/ 11184501 w 12193149"/>
              <a:gd name="connsiteY30" fmla="*/ 1292525 h 2344739"/>
              <a:gd name="connsiteX31" fmla="*/ 11166854 w 12193149"/>
              <a:gd name="connsiteY31" fmla="*/ 1306612 h 2344739"/>
              <a:gd name="connsiteX32" fmla="*/ 11157311 w 12193149"/>
              <a:gd name="connsiteY32" fmla="*/ 1312414 h 2344739"/>
              <a:gd name="connsiteX33" fmla="*/ 11155496 w 12193149"/>
              <a:gd name="connsiteY33" fmla="*/ 1317097 h 2344739"/>
              <a:gd name="connsiteX34" fmla="*/ 11140961 w 12193149"/>
              <a:gd name="connsiteY34" fmla="*/ 1324115 h 2344739"/>
              <a:gd name="connsiteX35" fmla="*/ 11138961 w 12193149"/>
              <a:gd name="connsiteY35" fmla="*/ 1323772 h 2344739"/>
              <a:gd name="connsiteX36" fmla="*/ 11128208 w 12193149"/>
              <a:gd name="connsiteY36" fmla="*/ 1333832 h 2344739"/>
              <a:gd name="connsiteX37" fmla="*/ 11120691 w 12193149"/>
              <a:gd name="connsiteY37" fmla="*/ 1347424 h 2344739"/>
              <a:gd name="connsiteX38" fmla="*/ 10894683 w 12193149"/>
              <a:gd name="connsiteY38" fmla="*/ 1473399 h 2344739"/>
              <a:gd name="connsiteX39" fmla="*/ 10773300 w 12193149"/>
              <a:gd name="connsiteY39" fmla="*/ 1523191 h 2344739"/>
              <a:gd name="connsiteX40" fmla="*/ 10627668 w 12193149"/>
              <a:gd name="connsiteY40" fmla="*/ 1559229 h 2344739"/>
              <a:gd name="connsiteX41" fmla="*/ 10581895 w 12193149"/>
              <a:gd name="connsiteY41" fmla="*/ 1568689 h 2344739"/>
              <a:gd name="connsiteX42" fmla="*/ 10547790 w 12193149"/>
              <a:gd name="connsiteY42" fmla="*/ 1598423 h 2344739"/>
              <a:gd name="connsiteX43" fmla="*/ 10529643 w 12193149"/>
              <a:gd name="connsiteY43" fmla="*/ 1596907 h 2344739"/>
              <a:gd name="connsiteX44" fmla="*/ 10526446 w 12193149"/>
              <a:gd name="connsiteY44" fmla="*/ 1596411 h 2344739"/>
              <a:gd name="connsiteX45" fmla="*/ 10515129 w 12193149"/>
              <a:gd name="connsiteY45" fmla="*/ 1599537 h 2344739"/>
              <a:gd name="connsiteX46" fmla="*/ 10491735 w 12193149"/>
              <a:gd name="connsiteY46" fmla="*/ 1594156 h 2344739"/>
              <a:gd name="connsiteX47" fmla="*/ 10471418 w 12193149"/>
              <a:gd name="connsiteY47" fmla="*/ 1601693 h 2344739"/>
              <a:gd name="connsiteX48" fmla="*/ 10377042 w 12193149"/>
              <a:gd name="connsiteY48" fmla="*/ 1644598 h 2344739"/>
              <a:gd name="connsiteX49" fmla="*/ 10319338 w 12193149"/>
              <a:gd name="connsiteY49" fmla="*/ 1666221 h 2344739"/>
              <a:gd name="connsiteX50" fmla="*/ 10295467 w 12193149"/>
              <a:gd name="connsiteY50" fmla="*/ 1668079 h 2344739"/>
              <a:gd name="connsiteX51" fmla="*/ 10263443 w 12193149"/>
              <a:gd name="connsiteY51" fmla="*/ 1674948 h 2344739"/>
              <a:gd name="connsiteX52" fmla="*/ 10205418 w 12193149"/>
              <a:gd name="connsiteY52" fmla="*/ 1682149 h 2344739"/>
              <a:gd name="connsiteX53" fmla="*/ 10177759 w 12193149"/>
              <a:gd name="connsiteY53" fmla="*/ 1692943 h 2344739"/>
              <a:gd name="connsiteX54" fmla="*/ 10165070 w 12193149"/>
              <a:gd name="connsiteY54" fmla="*/ 1693739 h 2344739"/>
              <a:gd name="connsiteX55" fmla="*/ 10156308 w 12193149"/>
              <a:gd name="connsiteY55" fmla="*/ 1707487 h 2344739"/>
              <a:gd name="connsiteX56" fmla="*/ 10118267 w 12193149"/>
              <a:gd name="connsiteY56" fmla="*/ 1731142 h 2344739"/>
              <a:gd name="connsiteX57" fmla="*/ 10083317 w 12193149"/>
              <a:gd name="connsiteY57" fmla="*/ 1743296 h 2344739"/>
              <a:gd name="connsiteX58" fmla="*/ 10040388 w 12193149"/>
              <a:gd name="connsiteY58" fmla="*/ 1741632 h 2344739"/>
              <a:gd name="connsiteX59" fmla="*/ 9961167 w 12193149"/>
              <a:gd name="connsiteY59" fmla="*/ 1757147 h 2344739"/>
              <a:gd name="connsiteX60" fmla="*/ 9848940 w 12193149"/>
              <a:gd name="connsiteY60" fmla="*/ 1763915 h 2344739"/>
              <a:gd name="connsiteX61" fmla="*/ 9729457 w 12193149"/>
              <a:gd name="connsiteY61" fmla="*/ 1784122 h 2344739"/>
              <a:gd name="connsiteX62" fmla="*/ 9613704 w 12193149"/>
              <a:gd name="connsiteY62" fmla="*/ 1812371 h 2344739"/>
              <a:gd name="connsiteX63" fmla="*/ 9338590 w 12193149"/>
              <a:gd name="connsiteY63" fmla="*/ 1869293 h 2344739"/>
              <a:gd name="connsiteX64" fmla="*/ 9232518 w 12193149"/>
              <a:gd name="connsiteY64" fmla="*/ 1893149 h 2344739"/>
              <a:gd name="connsiteX65" fmla="*/ 9156690 w 12193149"/>
              <a:gd name="connsiteY65" fmla="*/ 1903228 h 2344739"/>
              <a:gd name="connsiteX66" fmla="*/ 9054601 w 12193149"/>
              <a:gd name="connsiteY66" fmla="*/ 1910755 h 2344739"/>
              <a:gd name="connsiteX67" fmla="*/ 9006634 w 12193149"/>
              <a:gd name="connsiteY67" fmla="*/ 1914040 h 2344739"/>
              <a:gd name="connsiteX68" fmla="*/ 9006349 w 12193149"/>
              <a:gd name="connsiteY68" fmla="*/ 1913800 h 2344739"/>
              <a:gd name="connsiteX69" fmla="*/ 8997380 w 12193149"/>
              <a:gd name="connsiteY69" fmla="*/ 1915011 h 2344739"/>
              <a:gd name="connsiteX70" fmla="*/ 8991542 w 12193149"/>
              <a:gd name="connsiteY70" fmla="*/ 1917072 h 2344739"/>
              <a:gd name="connsiteX71" fmla="*/ 8975485 w 12193149"/>
              <a:gd name="connsiteY71" fmla="*/ 1920298 h 2344739"/>
              <a:gd name="connsiteX72" fmla="*/ 8969159 w 12193149"/>
              <a:gd name="connsiteY72" fmla="*/ 1919598 h 2344739"/>
              <a:gd name="connsiteX73" fmla="*/ 8964196 w 12193149"/>
              <a:gd name="connsiteY73" fmla="*/ 1917373 h 2344739"/>
              <a:gd name="connsiteX74" fmla="*/ 8930136 w 12193149"/>
              <a:gd name="connsiteY74" fmla="*/ 1914185 h 2344739"/>
              <a:gd name="connsiteX75" fmla="*/ 8753592 w 12193149"/>
              <a:gd name="connsiteY75" fmla="*/ 1933417 h 2344739"/>
              <a:gd name="connsiteX76" fmla="*/ 8708995 w 12193149"/>
              <a:gd name="connsiteY76" fmla="*/ 1935518 h 2344739"/>
              <a:gd name="connsiteX77" fmla="*/ 8597219 w 12193149"/>
              <a:gd name="connsiteY77" fmla="*/ 1944090 h 2344739"/>
              <a:gd name="connsiteX78" fmla="*/ 8526378 w 12193149"/>
              <a:gd name="connsiteY78" fmla="*/ 1929248 h 2344739"/>
              <a:gd name="connsiteX79" fmla="*/ 8512131 w 12193149"/>
              <a:gd name="connsiteY79" fmla="*/ 1935163 h 2344739"/>
              <a:gd name="connsiteX80" fmla="*/ 8507315 w 12193149"/>
              <a:gd name="connsiteY80" fmla="*/ 1938164 h 2344739"/>
              <a:gd name="connsiteX81" fmla="*/ 8499116 w 12193149"/>
              <a:gd name="connsiteY81" fmla="*/ 1940902 h 2344739"/>
              <a:gd name="connsiteX82" fmla="*/ 8498742 w 12193149"/>
              <a:gd name="connsiteY82" fmla="*/ 1940723 h 2344739"/>
              <a:gd name="connsiteX83" fmla="*/ 8491397 w 12193149"/>
              <a:gd name="connsiteY83" fmla="*/ 1943773 h 2344739"/>
              <a:gd name="connsiteX84" fmla="*/ 8368330 w 12193149"/>
              <a:gd name="connsiteY84" fmla="*/ 1957815 h 2344739"/>
              <a:gd name="connsiteX85" fmla="*/ 8354947 w 12193149"/>
              <a:gd name="connsiteY85" fmla="*/ 1958009 h 2344739"/>
              <a:gd name="connsiteX86" fmla="*/ 8321252 w 12193149"/>
              <a:gd name="connsiteY86" fmla="*/ 1974587 h 2344739"/>
              <a:gd name="connsiteX87" fmla="*/ 8315581 w 12193149"/>
              <a:gd name="connsiteY87" fmla="*/ 1974913 h 2344739"/>
              <a:gd name="connsiteX88" fmla="*/ 8296322 w 12193149"/>
              <a:gd name="connsiteY88" fmla="*/ 1988808 h 2344739"/>
              <a:gd name="connsiteX89" fmla="*/ 8285424 w 12193149"/>
              <a:gd name="connsiteY89" fmla="*/ 1994631 h 2344739"/>
              <a:gd name="connsiteX90" fmla="*/ 8284298 w 12193149"/>
              <a:gd name="connsiteY90" fmla="*/ 1999074 h 2344739"/>
              <a:gd name="connsiteX91" fmla="*/ 8267224 w 12193149"/>
              <a:gd name="connsiteY91" fmla="*/ 2006249 h 2344739"/>
              <a:gd name="connsiteX92" fmla="*/ 8264525 w 12193149"/>
              <a:gd name="connsiteY92" fmla="*/ 2006019 h 2344739"/>
              <a:gd name="connsiteX93" fmla="*/ 8253181 w 12193149"/>
              <a:gd name="connsiteY93" fmla="*/ 2015862 h 2344739"/>
              <a:gd name="connsiteX94" fmla="*/ 8246982 w 12193149"/>
              <a:gd name="connsiteY94" fmla="*/ 2028854 h 2344739"/>
              <a:gd name="connsiteX95" fmla="*/ 8091420 w 12193149"/>
              <a:gd name="connsiteY95" fmla="*/ 2075015 h 2344739"/>
              <a:gd name="connsiteX96" fmla="*/ 7906555 w 12193149"/>
              <a:gd name="connsiteY96" fmla="*/ 2116988 h 2344739"/>
              <a:gd name="connsiteX97" fmla="*/ 7719893 w 12193149"/>
              <a:gd name="connsiteY97" fmla="*/ 2142703 h 2344739"/>
              <a:gd name="connsiteX98" fmla="*/ 7615495 w 12193149"/>
              <a:gd name="connsiteY98" fmla="*/ 2139232 h 2344739"/>
              <a:gd name="connsiteX99" fmla="*/ 7528691 w 12193149"/>
              <a:gd name="connsiteY99" fmla="*/ 2145060 h 2344739"/>
              <a:gd name="connsiteX100" fmla="*/ 7520719 w 12193149"/>
              <a:gd name="connsiteY100" fmla="*/ 2147613 h 2344739"/>
              <a:gd name="connsiteX101" fmla="*/ 7508559 w 12193149"/>
              <a:gd name="connsiteY101" fmla="*/ 2148948 h 2344739"/>
              <a:gd name="connsiteX102" fmla="*/ 7508188 w 12193149"/>
              <a:gd name="connsiteY102" fmla="*/ 2148621 h 2344739"/>
              <a:gd name="connsiteX103" fmla="*/ 7496943 w 12193149"/>
              <a:gd name="connsiteY103" fmla="*/ 2150573 h 2344739"/>
              <a:gd name="connsiteX104" fmla="*/ 7219707 w 12193149"/>
              <a:gd name="connsiteY104" fmla="*/ 2156680 h 2344739"/>
              <a:gd name="connsiteX105" fmla="*/ 7202249 w 12193149"/>
              <a:gd name="connsiteY105" fmla="*/ 2161230 h 2344739"/>
              <a:gd name="connsiteX106" fmla="*/ 7198152 w 12193149"/>
              <a:gd name="connsiteY106" fmla="*/ 2166588 h 2344739"/>
              <a:gd name="connsiteX107" fmla="*/ 7171956 w 12193149"/>
              <a:gd name="connsiteY107" fmla="*/ 2171236 h 2344739"/>
              <a:gd name="connsiteX108" fmla="*/ 7098136 w 12193149"/>
              <a:gd name="connsiteY108" fmla="*/ 2183464 h 2344739"/>
              <a:gd name="connsiteX109" fmla="*/ 7019644 w 12193149"/>
              <a:gd name="connsiteY109" fmla="*/ 2183090 h 2344739"/>
              <a:gd name="connsiteX110" fmla="*/ 6905294 w 12193149"/>
              <a:gd name="connsiteY110" fmla="*/ 2212596 h 2344739"/>
              <a:gd name="connsiteX111" fmla="*/ 6709370 w 12193149"/>
              <a:gd name="connsiteY111" fmla="*/ 2240551 h 2344739"/>
              <a:gd name="connsiteX112" fmla="*/ 6550602 w 12193149"/>
              <a:gd name="connsiteY112" fmla="*/ 2269327 h 2344739"/>
              <a:gd name="connsiteX113" fmla="*/ 6318708 w 12193149"/>
              <a:gd name="connsiteY113" fmla="*/ 2316127 h 2344739"/>
              <a:gd name="connsiteX114" fmla="*/ 6169822 w 12193149"/>
              <a:gd name="connsiteY114" fmla="*/ 2318214 h 2344739"/>
              <a:gd name="connsiteX115" fmla="*/ 6074996 w 12193149"/>
              <a:gd name="connsiteY115" fmla="*/ 2338676 h 2344739"/>
              <a:gd name="connsiteX116" fmla="*/ 6069677 w 12193149"/>
              <a:gd name="connsiteY116" fmla="*/ 2337139 h 2344739"/>
              <a:gd name="connsiteX117" fmla="*/ 6049786 w 12193149"/>
              <a:gd name="connsiteY117" fmla="*/ 2337822 h 2344739"/>
              <a:gd name="connsiteX118" fmla="*/ 6042433 w 12193149"/>
              <a:gd name="connsiteY118" fmla="*/ 2329473 h 2344739"/>
              <a:gd name="connsiteX119" fmla="*/ 6011238 w 12193149"/>
              <a:gd name="connsiteY119" fmla="*/ 2324380 h 2344739"/>
              <a:gd name="connsiteX120" fmla="*/ 5958523 w 12193149"/>
              <a:gd name="connsiteY120" fmla="*/ 2328024 h 2344739"/>
              <a:gd name="connsiteX121" fmla="*/ 5760067 w 12193149"/>
              <a:gd name="connsiteY121" fmla="*/ 2343716 h 2344739"/>
              <a:gd name="connsiteX122" fmla="*/ 5628108 w 12193149"/>
              <a:gd name="connsiteY122" fmla="*/ 2344739 h 2344739"/>
              <a:gd name="connsiteX123" fmla="*/ 5472054 w 12193149"/>
              <a:gd name="connsiteY123" fmla="*/ 2330719 h 2344739"/>
              <a:gd name="connsiteX124" fmla="*/ 5433909 w 12193149"/>
              <a:gd name="connsiteY124" fmla="*/ 2319466 h 2344739"/>
              <a:gd name="connsiteX125" fmla="*/ 5382817 w 12193149"/>
              <a:gd name="connsiteY125" fmla="*/ 2301764 h 2344739"/>
              <a:gd name="connsiteX126" fmla="*/ 5262912 w 12193149"/>
              <a:gd name="connsiteY126" fmla="*/ 2281347 h 2344739"/>
              <a:gd name="connsiteX127" fmla="*/ 5224109 w 12193149"/>
              <a:gd name="connsiteY127" fmla="*/ 2270223 h 2344739"/>
              <a:gd name="connsiteX128" fmla="*/ 5175808 w 12193149"/>
              <a:gd name="connsiteY128" fmla="*/ 2267233 h 2344739"/>
              <a:gd name="connsiteX129" fmla="*/ 5157702 w 12193149"/>
              <a:gd name="connsiteY129" fmla="*/ 2260010 h 2344739"/>
              <a:gd name="connsiteX130" fmla="*/ 5143747 w 12193149"/>
              <a:gd name="connsiteY130" fmla="*/ 2256610 h 2344739"/>
              <a:gd name="connsiteX131" fmla="*/ 5140744 w 12193149"/>
              <a:gd name="connsiteY131" fmla="*/ 2254509 h 2344739"/>
              <a:gd name="connsiteX132" fmla="*/ 5122807 w 12193149"/>
              <a:gd name="connsiteY132" fmla="*/ 2243656 h 2344739"/>
              <a:gd name="connsiteX133" fmla="*/ 5066938 w 12193149"/>
              <a:gd name="connsiteY133" fmla="*/ 2250227 h 2344739"/>
              <a:gd name="connsiteX134" fmla="*/ 5012662 w 12193149"/>
              <a:gd name="connsiteY134" fmla="*/ 2233846 h 2344739"/>
              <a:gd name="connsiteX135" fmla="*/ 4841589 w 12193149"/>
              <a:gd name="connsiteY135" fmla="*/ 2209829 h 2344739"/>
              <a:gd name="connsiteX136" fmla="*/ 4763595 w 12193149"/>
              <a:gd name="connsiteY136" fmla="*/ 2182061 h 2344739"/>
              <a:gd name="connsiteX137" fmla="*/ 4724334 w 12193149"/>
              <a:gd name="connsiteY137" fmla="*/ 2173047 h 2344739"/>
              <a:gd name="connsiteX138" fmla="*/ 4722324 w 12193149"/>
              <a:gd name="connsiteY138" fmla="*/ 2172298 h 2344739"/>
              <a:gd name="connsiteX139" fmla="*/ 4723259 w 12193149"/>
              <a:gd name="connsiteY139" fmla="*/ 2172087 h 2344739"/>
              <a:gd name="connsiteX140" fmla="*/ 4718350 w 12193149"/>
              <a:gd name="connsiteY140" fmla="*/ 2170817 h 2344739"/>
              <a:gd name="connsiteX141" fmla="*/ 4722324 w 12193149"/>
              <a:gd name="connsiteY141" fmla="*/ 2172298 h 2344739"/>
              <a:gd name="connsiteX142" fmla="*/ 4716674 w 12193149"/>
              <a:gd name="connsiteY142" fmla="*/ 2173573 h 2344739"/>
              <a:gd name="connsiteX143" fmla="*/ 4516962 w 12193149"/>
              <a:gd name="connsiteY143" fmla="*/ 2163671 h 2344739"/>
              <a:gd name="connsiteX144" fmla="*/ 4429691 w 12193149"/>
              <a:gd name="connsiteY144" fmla="*/ 2153020 h 2344739"/>
              <a:gd name="connsiteX145" fmla="*/ 4364023 w 12193149"/>
              <a:gd name="connsiteY145" fmla="*/ 2151674 h 2344739"/>
              <a:gd name="connsiteX146" fmla="*/ 4318114 w 12193149"/>
              <a:gd name="connsiteY146" fmla="*/ 2158289 h 2344739"/>
              <a:gd name="connsiteX147" fmla="*/ 4316258 w 12193149"/>
              <a:gd name="connsiteY147" fmla="*/ 2156948 h 2344739"/>
              <a:gd name="connsiteX148" fmla="*/ 4296292 w 12193149"/>
              <a:gd name="connsiteY148" fmla="*/ 2155069 h 2344739"/>
              <a:gd name="connsiteX149" fmla="*/ 4291212 w 12193149"/>
              <a:gd name="connsiteY149" fmla="*/ 2157986 h 2344739"/>
              <a:gd name="connsiteX150" fmla="*/ 4277290 w 12193149"/>
              <a:gd name="connsiteY150" fmla="*/ 2157740 h 2344739"/>
              <a:gd name="connsiteX151" fmla="*/ 4249265 w 12193149"/>
              <a:gd name="connsiteY151" fmla="*/ 2160064 h 2344739"/>
              <a:gd name="connsiteX152" fmla="*/ 4203199 w 12193149"/>
              <a:gd name="connsiteY152" fmla="*/ 2157269 h 2344739"/>
              <a:gd name="connsiteX153" fmla="*/ 4202893 w 12193149"/>
              <a:gd name="connsiteY153" fmla="*/ 2156010 h 2344739"/>
              <a:gd name="connsiteX154" fmla="*/ 4192396 w 12193149"/>
              <a:gd name="connsiteY154" fmla="*/ 2150376 h 2344739"/>
              <a:gd name="connsiteX155" fmla="*/ 4143893 w 12193149"/>
              <a:gd name="connsiteY155" fmla="*/ 2134511 h 2344739"/>
              <a:gd name="connsiteX156" fmla="*/ 4084245 w 12193149"/>
              <a:gd name="connsiteY156" fmla="*/ 2107978 h 2344739"/>
              <a:gd name="connsiteX157" fmla="*/ 4075694 w 12193149"/>
              <a:gd name="connsiteY157" fmla="*/ 2107143 h 2344739"/>
              <a:gd name="connsiteX158" fmla="*/ 4075575 w 12193149"/>
              <a:gd name="connsiteY158" fmla="*/ 2106844 h 2344739"/>
              <a:gd name="connsiteX159" fmla="*/ 4066658 w 12193149"/>
              <a:gd name="connsiteY159" fmla="*/ 2105400 h 2344739"/>
              <a:gd name="connsiteX160" fmla="*/ 4060102 w 12193149"/>
              <a:gd name="connsiteY160" fmla="*/ 2105618 h 2344739"/>
              <a:gd name="connsiteX161" fmla="*/ 4043512 w 12193149"/>
              <a:gd name="connsiteY161" fmla="*/ 2103997 h 2344739"/>
              <a:gd name="connsiteX162" fmla="*/ 4038145 w 12193149"/>
              <a:gd name="connsiteY162" fmla="*/ 2101563 h 2344739"/>
              <a:gd name="connsiteX163" fmla="*/ 4036511 w 12193149"/>
              <a:gd name="connsiteY163" fmla="*/ 2097896 h 2344739"/>
              <a:gd name="connsiteX164" fmla="*/ 4034926 w 12193149"/>
              <a:gd name="connsiteY164" fmla="*/ 2098131 h 2344739"/>
              <a:gd name="connsiteX165" fmla="*/ 4005686 w 12193149"/>
              <a:gd name="connsiteY165" fmla="*/ 2085563 h 2344739"/>
              <a:gd name="connsiteX166" fmla="*/ 3937994 w 12193149"/>
              <a:gd name="connsiteY166" fmla="*/ 2068106 h 2344739"/>
              <a:gd name="connsiteX167" fmla="*/ 3898423 w 12193149"/>
              <a:gd name="connsiteY167" fmla="*/ 2062451 h 2344739"/>
              <a:gd name="connsiteX168" fmla="*/ 3790908 w 12193149"/>
              <a:gd name="connsiteY168" fmla="*/ 2042213 h 2344739"/>
              <a:gd name="connsiteX169" fmla="*/ 3683661 w 12193149"/>
              <a:gd name="connsiteY169" fmla="*/ 2018290 h 2344739"/>
              <a:gd name="connsiteX170" fmla="*/ 3611183 w 12193149"/>
              <a:gd name="connsiteY170" fmla="*/ 1986019 h 2344739"/>
              <a:gd name="connsiteX171" fmla="*/ 3605003 w 12193149"/>
              <a:gd name="connsiteY171" fmla="*/ 1987381 h 2344739"/>
              <a:gd name="connsiteX172" fmla="*/ 3595884 w 12193149"/>
              <a:gd name="connsiteY172" fmla="*/ 1987545 h 2344739"/>
              <a:gd name="connsiteX173" fmla="*/ 3595649 w 12193149"/>
              <a:gd name="connsiteY173" fmla="*/ 1987276 h 2344739"/>
              <a:gd name="connsiteX174" fmla="*/ 3587126 w 12193149"/>
              <a:gd name="connsiteY174" fmla="*/ 1987966 h 2344739"/>
              <a:gd name="connsiteX175" fmla="*/ 3537283 w 12193149"/>
              <a:gd name="connsiteY175" fmla="*/ 1978267 h 2344739"/>
              <a:gd name="connsiteX176" fmla="*/ 3474371 w 12193149"/>
              <a:gd name="connsiteY176" fmla="*/ 1974606 h 2344739"/>
              <a:gd name="connsiteX177" fmla="*/ 3401876 w 12193149"/>
              <a:gd name="connsiteY177" fmla="*/ 1962558 h 2344739"/>
              <a:gd name="connsiteX178" fmla="*/ 3365036 w 12193149"/>
              <a:gd name="connsiteY178" fmla="*/ 1979510 h 2344739"/>
              <a:gd name="connsiteX179" fmla="*/ 3345174 w 12193149"/>
              <a:gd name="connsiteY179" fmla="*/ 1981192 h 2344739"/>
              <a:gd name="connsiteX180" fmla="*/ 3342846 w 12193149"/>
              <a:gd name="connsiteY180" fmla="*/ 1980217 h 2344739"/>
              <a:gd name="connsiteX181" fmla="*/ 3263504 w 12193149"/>
              <a:gd name="connsiteY181" fmla="*/ 1986094 h 2344739"/>
              <a:gd name="connsiteX182" fmla="*/ 3143704 w 12193149"/>
              <a:gd name="connsiteY182" fmla="*/ 1993869 h 2344739"/>
              <a:gd name="connsiteX183" fmla="*/ 3031439 w 12193149"/>
              <a:gd name="connsiteY183" fmla="*/ 1996512 h 2344739"/>
              <a:gd name="connsiteX184" fmla="*/ 2782717 w 12193149"/>
              <a:gd name="connsiteY184" fmla="*/ 2018333 h 2344739"/>
              <a:gd name="connsiteX185" fmla="*/ 2647675 w 12193149"/>
              <a:gd name="connsiteY185" fmla="*/ 2028869 h 2344739"/>
              <a:gd name="connsiteX186" fmla="*/ 2569176 w 12193149"/>
              <a:gd name="connsiteY186" fmla="*/ 2002628 h 2344739"/>
              <a:gd name="connsiteX187" fmla="*/ 2444403 w 12193149"/>
              <a:gd name="connsiteY187" fmla="*/ 2016529 h 2344739"/>
              <a:gd name="connsiteX188" fmla="*/ 2316260 w 12193149"/>
              <a:gd name="connsiteY188" fmla="*/ 2024996 h 2344739"/>
              <a:gd name="connsiteX189" fmla="*/ 2209726 w 12193149"/>
              <a:gd name="connsiteY189" fmla="*/ 2019763 h 2344739"/>
              <a:gd name="connsiteX190" fmla="*/ 2095813 w 12193149"/>
              <a:gd name="connsiteY190" fmla="*/ 2003052 h 2344739"/>
              <a:gd name="connsiteX191" fmla="*/ 1998504 w 12193149"/>
              <a:gd name="connsiteY191" fmla="*/ 1995032 h 2344739"/>
              <a:gd name="connsiteX192" fmla="*/ 1929320 w 12193149"/>
              <a:gd name="connsiteY192" fmla="*/ 2016977 h 2344739"/>
              <a:gd name="connsiteX193" fmla="*/ 1922798 w 12193149"/>
              <a:gd name="connsiteY193" fmla="*/ 2012146 h 2344739"/>
              <a:gd name="connsiteX194" fmla="*/ 1874228 w 12193149"/>
              <a:gd name="connsiteY194" fmla="*/ 2013741 h 2344739"/>
              <a:gd name="connsiteX195" fmla="*/ 1787803 w 12193149"/>
              <a:gd name="connsiteY195" fmla="*/ 2041363 h 2344739"/>
              <a:gd name="connsiteX196" fmla="*/ 1739352 w 12193149"/>
              <a:gd name="connsiteY196" fmla="*/ 2036312 h 2344739"/>
              <a:gd name="connsiteX197" fmla="*/ 1676219 w 12193149"/>
              <a:gd name="connsiteY197" fmla="*/ 2019963 h 2344739"/>
              <a:gd name="connsiteX198" fmla="*/ 1609817 w 12193149"/>
              <a:gd name="connsiteY198" fmla="*/ 2013066 h 2344739"/>
              <a:gd name="connsiteX199" fmla="*/ 1497258 w 12193149"/>
              <a:gd name="connsiteY199" fmla="*/ 1987476 h 2344739"/>
              <a:gd name="connsiteX200" fmla="*/ 1151127 w 12193149"/>
              <a:gd name="connsiteY200" fmla="*/ 1938041 h 2344739"/>
              <a:gd name="connsiteX201" fmla="*/ 859417 w 12193149"/>
              <a:gd name="connsiteY201" fmla="*/ 1928608 h 2344739"/>
              <a:gd name="connsiteX202" fmla="*/ 838688 w 12193149"/>
              <a:gd name="connsiteY202" fmla="*/ 1929821 h 2344739"/>
              <a:gd name="connsiteX203" fmla="*/ 817957 w 12193149"/>
              <a:gd name="connsiteY203" fmla="*/ 1927857 h 2344739"/>
              <a:gd name="connsiteX204" fmla="*/ 812654 w 12193149"/>
              <a:gd name="connsiteY204" fmla="*/ 1930751 h 2344739"/>
              <a:gd name="connsiteX205" fmla="*/ 721195 w 12193149"/>
              <a:gd name="connsiteY205" fmla="*/ 1929661 h 2344739"/>
              <a:gd name="connsiteX206" fmla="*/ 720890 w 12193149"/>
              <a:gd name="connsiteY206" fmla="*/ 1928399 h 2344739"/>
              <a:gd name="connsiteX207" fmla="*/ 710023 w 12193149"/>
              <a:gd name="connsiteY207" fmla="*/ 1922722 h 2344739"/>
              <a:gd name="connsiteX208" fmla="*/ 597940 w 12193149"/>
              <a:gd name="connsiteY208" fmla="*/ 1879864 h 2344739"/>
              <a:gd name="connsiteX209" fmla="*/ 579683 w 12193149"/>
              <a:gd name="connsiteY209" fmla="*/ 1877212 h 2344739"/>
              <a:gd name="connsiteX210" fmla="*/ 572865 w 12193149"/>
              <a:gd name="connsiteY210" fmla="*/ 1877401 h 2344739"/>
              <a:gd name="connsiteX211" fmla="*/ 446247 w 12193149"/>
              <a:gd name="connsiteY211" fmla="*/ 1839371 h 2344739"/>
              <a:gd name="connsiteX212" fmla="*/ 405163 w 12193149"/>
              <a:gd name="connsiteY212" fmla="*/ 1833548 h 2344739"/>
              <a:gd name="connsiteX213" fmla="*/ 293583 w 12193149"/>
              <a:gd name="connsiteY213" fmla="*/ 1812852 h 2344739"/>
              <a:gd name="connsiteX214" fmla="*/ 119529 w 12193149"/>
              <a:gd name="connsiteY214" fmla="*/ 1761047 h 2344739"/>
              <a:gd name="connsiteX215" fmla="*/ 16674 w 12193149"/>
              <a:gd name="connsiteY215" fmla="*/ 1758191 h 2344739"/>
              <a:gd name="connsiteX216" fmla="*/ 1150 w 12193149"/>
              <a:gd name="connsiteY216" fmla="*/ 1752722 h 2344739"/>
              <a:gd name="connsiteX217" fmla="*/ 1148 w 12193149"/>
              <a:gd name="connsiteY217" fmla="*/ 222213 h 2344739"/>
              <a:gd name="connsiteX218" fmla="*/ 1148 w 12193149"/>
              <a:gd name="connsiteY218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8 w 12193149"/>
              <a:gd name="connsiteY2" fmla="*/ 222213 h 2344739"/>
              <a:gd name="connsiteX3" fmla="*/ 12193149 w 12193149"/>
              <a:gd name="connsiteY3" fmla="*/ 579739 h 2344739"/>
              <a:gd name="connsiteX4" fmla="*/ 12185986 w 12193149"/>
              <a:gd name="connsiteY4" fmla="*/ 584189 h 2344739"/>
              <a:gd name="connsiteX5" fmla="*/ 12156363 w 12193149"/>
              <a:gd name="connsiteY5" fmla="*/ 597366 h 2344739"/>
              <a:gd name="connsiteX6" fmla="*/ 12139215 w 12193149"/>
              <a:gd name="connsiteY6" fmla="*/ 623179 h 2344739"/>
              <a:gd name="connsiteX7" fmla="*/ 12126327 w 12193149"/>
              <a:gd name="connsiteY7" fmla="*/ 624690 h 2344739"/>
              <a:gd name="connsiteX8" fmla="*/ 12124007 w 12193149"/>
              <a:gd name="connsiteY8" fmla="*/ 624794 h 2344739"/>
              <a:gd name="connsiteX9" fmla="*/ 12116854 w 12193149"/>
              <a:gd name="connsiteY9" fmla="*/ 628608 h 2344739"/>
              <a:gd name="connsiteX10" fmla="*/ 12099497 w 12193149"/>
              <a:gd name="connsiteY10" fmla="*/ 628139 h 2344739"/>
              <a:gd name="connsiteX11" fmla="*/ 12087073 w 12193149"/>
              <a:gd name="connsiteY11" fmla="*/ 636341 h 2344739"/>
              <a:gd name="connsiteX12" fmla="*/ 12031073 w 12193149"/>
              <a:gd name="connsiteY12" fmla="*/ 680009 h 2344739"/>
              <a:gd name="connsiteX13" fmla="*/ 11995833 w 12193149"/>
              <a:gd name="connsiteY13" fmla="*/ 703458 h 2344739"/>
              <a:gd name="connsiteX14" fmla="*/ 11979717 w 12193149"/>
              <a:gd name="connsiteY14" fmla="*/ 708161 h 2344739"/>
              <a:gd name="connsiteX15" fmla="*/ 11959046 w 12193149"/>
              <a:gd name="connsiteY15" fmla="*/ 717558 h 2344739"/>
              <a:gd name="connsiteX16" fmla="*/ 11920454 w 12193149"/>
              <a:gd name="connsiteY16" fmla="*/ 730883 h 2344739"/>
              <a:gd name="connsiteX17" fmla="*/ 11903656 w 12193149"/>
              <a:gd name="connsiteY17" fmla="*/ 742426 h 2344739"/>
              <a:gd name="connsiteX18" fmla="*/ 11895048 w 12193149"/>
              <a:gd name="connsiteY18" fmla="*/ 744791 h 2344739"/>
              <a:gd name="connsiteX19" fmla="*/ 11891968 w 12193149"/>
              <a:gd name="connsiteY19" fmla="*/ 755729 h 2344739"/>
              <a:gd name="connsiteX20" fmla="*/ 11870776 w 12193149"/>
              <a:gd name="connsiteY20" fmla="*/ 777816 h 2344739"/>
              <a:gd name="connsiteX21" fmla="*/ 11813376 w 12193149"/>
              <a:gd name="connsiteY21" fmla="*/ 797659 h 2344739"/>
              <a:gd name="connsiteX22" fmla="*/ 11590693 w 12193149"/>
              <a:gd name="connsiteY22" fmla="*/ 963777 h 2344739"/>
              <a:gd name="connsiteX23" fmla="*/ 11506817 w 12193149"/>
              <a:gd name="connsiteY23" fmla="*/ 1033623 h 2344739"/>
              <a:gd name="connsiteX24" fmla="*/ 11280332 w 12193149"/>
              <a:gd name="connsiteY24" fmla="*/ 1223571 h 2344739"/>
              <a:gd name="connsiteX25" fmla="*/ 11228309 w 12193149"/>
              <a:gd name="connsiteY25" fmla="*/ 1276236 h 2344739"/>
              <a:gd name="connsiteX26" fmla="*/ 11218087 w 12193149"/>
              <a:gd name="connsiteY26" fmla="*/ 1275961 h 2344739"/>
              <a:gd name="connsiteX27" fmla="*/ 11217184 w 12193149"/>
              <a:gd name="connsiteY27" fmla="*/ 1275018 h 2344739"/>
              <a:gd name="connsiteX28" fmla="*/ 11188885 w 12193149"/>
              <a:gd name="connsiteY28" fmla="*/ 1292383 h 2344739"/>
              <a:gd name="connsiteX29" fmla="*/ 11184501 w 12193149"/>
              <a:gd name="connsiteY29" fmla="*/ 1292525 h 2344739"/>
              <a:gd name="connsiteX30" fmla="*/ 11166854 w 12193149"/>
              <a:gd name="connsiteY30" fmla="*/ 1306612 h 2344739"/>
              <a:gd name="connsiteX31" fmla="*/ 11157311 w 12193149"/>
              <a:gd name="connsiteY31" fmla="*/ 1312414 h 2344739"/>
              <a:gd name="connsiteX32" fmla="*/ 11155496 w 12193149"/>
              <a:gd name="connsiteY32" fmla="*/ 1317097 h 2344739"/>
              <a:gd name="connsiteX33" fmla="*/ 11140961 w 12193149"/>
              <a:gd name="connsiteY33" fmla="*/ 1324115 h 2344739"/>
              <a:gd name="connsiteX34" fmla="*/ 11138961 w 12193149"/>
              <a:gd name="connsiteY34" fmla="*/ 1323772 h 2344739"/>
              <a:gd name="connsiteX35" fmla="*/ 11128208 w 12193149"/>
              <a:gd name="connsiteY35" fmla="*/ 1333832 h 2344739"/>
              <a:gd name="connsiteX36" fmla="*/ 11120691 w 12193149"/>
              <a:gd name="connsiteY36" fmla="*/ 1347424 h 2344739"/>
              <a:gd name="connsiteX37" fmla="*/ 10894683 w 12193149"/>
              <a:gd name="connsiteY37" fmla="*/ 1473399 h 2344739"/>
              <a:gd name="connsiteX38" fmla="*/ 10773300 w 12193149"/>
              <a:gd name="connsiteY38" fmla="*/ 1523191 h 2344739"/>
              <a:gd name="connsiteX39" fmla="*/ 10627668 w 12193149"/>
              <a:gd name="connsiteY39" fmla="*/ 1559229 h 2344739"/>
              <a:gd name="connsiteX40" fmla="*/ 10581895 w 12193149"/>
              <a:gd name="connsiteY40" fmla="*/ 1568689 h 2344739"/>
              <a:gd name="connsiteX41" fmla="*/ 10547790 w 12193149"/>
              <a:gd name="connsiteY41" fmla="*/ 1598423 h 2344739"/>
              <a:gd name="connsiteX42" fmla="*/ 10529643 w 12193149"/>
              <a:gd name="connsiteY42" fmla="*/ 1596907 h 2344739"/>
              <a:gd name="connsiteX43" fmla="*/ 10526446 w 12193149"/>
              <a:gd name="connsiteY43" fmla="*/ 1596411 h 2344739"/>
              <a:gd name="connsiteX44" fmla="*/ 10515129 w 12193149"/>
              <a:gd name="connsiteY44" fmla="*/ 1599537 h 2344739"/>
              <a:gd name="connsiteX45" fmla="*/ 10491735 w 12193149"/>
              <a:gd name="connsiteY45" fmla="*/ 1594156 h 2344739"/>
              <a:gd name="connsiteX46" fmla="*/ 10471418 w 12193149"/>
              <a:gd name="connsiteY46" fmla="*/ 1601693 h 2344739"/>
              <a:gd name="connsiteX47" fmla="*/ 10377042 w 12193149"/>
              <a:gd name="connsiteY47" fmla="*/ 1644598 h 2344739"/>
              <a:gd name="connsiteX48" fmla="*/ 10319338 w 12193149"/>
              <a:gd name="connsiteY48" fmla="*/ 1666221 h 2344739"/>
              <a:gd name="connsiteX49" fmla="*/ 10295467 w 12193149"/>
              <a:gd name="connsiteY49" fmla="*/ 1668079 h 2344739"/>
              <a:gd name="connsiteX50" fmla="*/ 10263443 w 12193149"/>
              <a:gd name="connsiteY50" fmla="*/ 1674948 h 2344739"/>
              <a:gd name="connsiteX51" fmla="*/ 10205418 w 12193149"/>
              <a:gd name="connsiteY51" fmla="*/ 1682149 h 2344739"/>
              <a:gd name="connsiteX52" fmla="*/ 10177759 w 12193149"/>
              <a:gd name="connsiteY52" fmla="*/ 1692943 h 2344739"/>
              <a:gd name="connsiteX53" fmla="*/ 10165070 w 12193149"/>
              <a:gd name="connsiteY53" fmla="*/ 1693739 h 2344739"/>
              <a:gd name="connsiteX54" fmla="*/ 10156308 w 12193149"/>
              <a:gd name="connsiteY54" fmla="*/ 1707487 h 2344739"/>
              <a:gd name="connsiteX55" fmla="*/ 10118267 w 12193149"/>
              <a:gd name="connsiteY55" fmla="*/ 1731142 h 2344739"/>
              <a:gd name="connsiteX56" fmla="*/ 10083317 w 12193149"/>
              <a:gd name="connsiteY56" fmla="*/ 1743296 h 2344739"/>
              <a:gd name="connsiteX57" fmla="*/ 10040388 w 12193149"/>
              <a:gd name="connsiteY57" fmla="*/ 1741632 h 2344739"/>
              <a:gd name="connsiteX58" fmla="*/ 9961167 w 12193149"/>
              <a:gd name="connsiteY58" fmla="*/ 1757147 h 2344739"/>
              <a:gd name="connsiteX59" fmla="*/ 9848940 w 12193149"/>
              <a:gd name="connsiteY59" fmla="*/ 1763915 h 2344739"/>
              <a:gd name="connsiteX60" fmla="*/ 9729457 w 12193149"/>
              <a:gd name="connsiteY60" fmla="*/ 1784122 h 2344739"/>
              <a:gd name="connsiteX61" fmla="*/ 9613704 w 12193149"/>
              <a:gd name="connsiteY61" fmla="*/ 1812371 h 2344739"/>
              <a:gd name="connsiteX62" fmla="*/ 9338590 w 12193149"/>
              <a:gd name="connsiteY62" fmla="*/ 1869293 h 2344739"/>
              <a:gd name="connsiteX63" fmla="*/ 9232518 w 12193149"/>
              <a:gd name="connsiteY63" fmla="*/ 1893149 h 2344739"/>
              <a:gd name="connsiteX64" fmla="*/ 9156690 w 12193149"/>
              <a:gd name="connsiteY64" fmla="*/ 1903228 h 2344739"/>
              <a:gd name="connsiteX65" fmla="*/ 9054601 w 12193149"/>
              <a:gd name="connsiteY65" fmla="*/ 1910755 h 2344739"/>
              <a:gd name="connsiteX66" fmla="*/ 9006634 w 12193149"/>
              <a:gd name="connsiteY66" fmla="*/ 1914040 h 2344739"/>
              <a:gd name="connsiteX67" fmla="*/ 9006349 w 12193149"/>
              <a:gd name="connsiteY67" fmla="*/ 1913800 h 2344739"/>
              <a:gd name="connsiteX68" fmla="*/ 8997380 w 12193149"/>
              <a:gd name="connsiteY68" fmla="*/ 1915011 h 2344739"/>
              <a:gd name="connsiteX69" fmla="*/ 8991542 w 12193149"/>
              <a:gd name="connsiteY69" fmla="*/ 1917072 h 2344739"/>
              <a:gd name="connsiteX70" fmla="*/ 8975485 w 12193149"/>
              <a:gd name="connsiteY70" fmla="*/ 1920298 h 2344739"/>
              <a:gd name="connsiteX71" fmla="*/ 8969159 w 12193149"/>
              <a:gd name="connsiteY71" fmla="*/ 1919598 h 2344739"/>
              <a:gd name="connsiteX72" fmla="*/ 8964196 w 12193149"/>
              <a:gd name="connsiteY72" fmla="*/ 1917373 h 2344739"/>
              <a:gd name="connsiteX73" fmla="*/ 8930136 w 12193149"/>
              <a:gd name="connsiteY73" fmla="*/ 1914185 h 2344739"/>
              <a:gd name="connsiteX74" fmla="*/ 8753592 w 12193149"/>
              <a:gd name="connsiteY74" fmla="*/ 1933417 h 2344739"/>
              <a:gd name="connsiteX75" fmla="*/ 8708995 w 12193149"/>
              <a:gd name="connsiteY75" fmla="*/ 1935518 h 2344739"/>
              <a:gd name="connsiteX76" fmla="*/ 8597219 w 12193149"/>
              <a:gd name="connsiteY76" fmla="*/ 1944090 h 2344739"/>
              <a:gd name="connsiteX77" fmla="*/ 8526378 w 12193149"/>
              <a:gd name="connsiteY77" fmla="*/ 1929248 h 2344739"/>
              <a:gd name="connsiteX78" fmla="*/ 8512131 w 12193149"/>
              <a:gd name="connsiteY78" fmla="*/ 1935163 h 2344739"/>
              <a:gd name="connsiteX79" fmla="*/ 8507315 w 12193149"/>
              <a:gd name="connsiteY79" fmla="*/ 1938164 h 2344739"/>
              <a:gd name="connsiteX80" fmla="*/ 8499116 w 12193149"/>
              <a:gd name="connsiteY80" fmla="*/ 1940902 h 2344739"/>
              <a:gd name="connsiteX81" fmla="*/ 8498742 w 12193149"/>
              <a:gd name="connsiteY81" fmla="*/ 1940723 h 2344739"/>
              <a:gd name="connsiteX82" fmla="*/ 8491397 w 12193149"/>
              <a:gd name="connsiteY82" fmla="*/ 1943773 h 2344739"/>
              <a:gd name="connsiteX83" fmla="*/ 8368330 w 12193149"/>
              <a:gd name="connsiteY83" fmla="*/ 1957815 h 2344739"/>
              <a:gd name="connsiteX84" fmla="*/ 8354947 w 12193149"/>
              <a:gd name="connsiteY84" fmla="*/ 1958009 h 2344739"/>
              <a:gd name="connsiteX85" fmla="*/ 8321252 w 12193149"/>
              <a:gd name="connsiteY85" fmla="*/ 1974587 h 2344739"/>
              <a:gd name="connsiteX86" fmla="*/ 8315581 w 12193149"/>
              <a:gd name="connsiteY86" fmla="*/ 1974913 h 2344739"/>
              <a:gd name="connsiteX87" fmla="*/ 8296322 w 12193149"/>
              <a:gd name="connsiteY87" fmla="*/ 1988808 h 2344739"/>
              <a:gd name="connsiteX88" fmla="*/ 8285424 w 12193149"/>
              <a:gd name="connsiteY88" fmla="*/ 1994631 h 2344739"/>
              <a:gd name="connsiteX89" fmla="*/ 8284298 w 12193149"/>
              <a:gd name="connsiteY89" fmla="*/ 1999074 h 2344739"/>
              <a:gd name="connsiteX90" fmla="*/ 8267224 w 12193149"/>
              <a:gd name="connsiteY90" fmla="*/ 2006249 h 2344739"/>
              <a:gd name="connsiteX91" fmla="*/ 8264525 w 12193149"/>
              <a:gd name="connsiteY91" fmla="*/ 2006019 h 2344739"/>
              <a:gd name="connsiteX92" fmla="*/ 8253181 w 12193149"/>
              <a:gd name="connsiteY92" fmla="*/ 2015862 h 2344739"/>
              <a:gd name="connsiteX93" fmla="*/ 8246982 w 12193149"/>
              <a:gd name="connsiteY93" fmla="*/ 2028854 h 2344739"/>
              <a:gd name="connsiteX94" fmla="*/ 8091420 w 12193149"/>
              <a:gd name="connsiteY94" fmla="*/ 2075015 h 2344739"/>
              <a:gd name="connsiteX95" fmla="*/ 7906555 w 12193149"/>
              <a:gd name="connsiteY95" fmla="*/ 2116988 h 2344739"/>
              <a:gd name="connsiteX96" fmla="*/ 7719893 w 12193149"/>
              <a:gd name="connsiteY96" fmla="*/ 2142703 h 2344739"/>
              <a:gd name="connsiteX97" fmla="*/ 7615495 w 12193149"/>
              <a:gd name="connsiteY97" fmla="*/ 2139232 h 2344739"/>
              <a:gd name="connsiteX98" fmla="*/ 7528691 w 12193149"/>
              <a:gd name="connsiteY98" fmla="*/ 2145060 h 2344739"/>
              <a:gd name="connsiteX99" fmla="*/ 7520719 w 12193149"/>
              <a:gd name="connsiteY99" fmla="*/ 2147613 h 2344739"/>
              <a:gd name="connsiteX100" fmla="*/ 7508559 w 12193149"/>
              <a:gd name="connsiteY100" fmla="*/ 2148948 h 2344739"/>
              <a:gd name="connsiteX101" fmla="*/ 7508188 w 12193149"/>
              <a:gd name="connsiteY101" fmla="*/ 2148621 h 2344739"/>
              <a:gd name="connsiteX102" fmla="*/ 7496943 w 12193149"/>
              <a:gd name="connsiteY102" fmla="*/ 2150573 h 2344739"/>
              <a:gd name="connsiteX103" fmla="*/ 7219707 w 12193149"/>
              <a:gd name="connsiteY103" fmla="*/ 2156680 h 2344739"/>
              <a:gd name="connsiteX104" fmla="*/ 7202249 w 12193149"/>
              <a:gd name="connsiteY104" fmla="*/ 2161230 h 2344739"/>
              <a:gd name="connsiteX105" fmla="*/ 7198152 w 12193149"/>
              <a:gd name="connsiteY105" fmla="*/ 2166588 h 2344739"/>
              <a:gd name="connsiteX106" fmla="*/ 7171956 w 12193149"/>
              <a:gd name="connsiteY106" fmla="*/ 2171236 h 2344739"/>
              <a:gd name="connsiteX107" fmla="*/ 7098136 w 12193149"/>
              <a:gd name="connsiteY107" fmla="*/ 2183464 h 2344739"/>
              <a:gd name="connsiteX108" fmla="*/ 7019644 w 12193149"/>
              <a:gd name="connsiteY108" fmla="*/ 2183090 h 2344739"/>
              <a:gd name="connsiteX109" fmla="*/ 6905294 w 12193149"/>
              <a:gd name="connsiteY109" fmla="*/ 2212596 h 2344739"/>
              <a:gd name="connsiteX110" fmla="*/ 6709370 w 12193149"/>
              <a:gd name="connsiteY110" fmla="*/ 2240551 h 2344739"/>
              <a:gd name="connsiteX111" fmla="*/ 6550602 w 12193149"/>
              <a:gd name="connsiteY111" fmla="*/ 2269327 h 2344739"/>
              <a:gd name="connsiteX112" fmla="*/ 6318708 w 12193149"/>
              <a:gd name="connsiteY112" fmla="*/ 2316127 h 2344739"/>
              <a:gd name="connsiteX113" fmla="*/ 6169822 w 12193149"/>
              <a:gd name="connsiteY113" fmla="*/ 2318214 h 2344739"/>
              <a:gd name="connsiteX114" fmla="*/ 6074996 w 12193149"/>
              <a:gd name="connsiteY114" fmla="*/ 2338676 h 2344739"/>
              <a:gd name="connsiteX115" fmla="*/ 6069677 w 12193149"/>
              <a:gd name="connsiteY115" fmla="*/ 2337139 h 2344739"/>
              <a:gd name="connsiteX116" fmla="*/ 6049786 w 12193149"/>
              <a:gd name="connsiteY116" fmla="*/ 2337822 h 2344739"/>
              <a:gd name="connsiteX117" fmla="*/ 6042433 w 12193149"/>
              <a:gd name="connsiteY117" fmla="*/ 2329473 h 2344739"/>
              <a:gd name="connsiteX118" fmla="*/ 6011238 w 12193149"/>
              <a:gd name="connsiteY118" fmla="*/ 2324380 h 2344739"/>
              <a:gd name="connsiteX119" fmla="*/ 5958523 w 12193149"/>
              <a:gd name="connsiteY119" fmla="*/ 2328024 h 2344739"/>
              <a:gd name="connsiteX120" fmla="*/ 5760067 w 12193149"/>
              <a:gd name="connsiteY120" fmla="*/ 2343716 h 2344739"/>
              <a:gd name="connsiteX121" fmla="*/ 5628108 w 12193149"/>
              <a:gd name="connsiteY121" fmla="*/ 2344739 h 2344739"/>
              <a:gd name="connsiteX122" fmla="*/ 5472054 w 12193149"/>
              <a:gd name="connsiteY122" fmla="*/ 2330719 h 2344739"/>
              <a:gd name="connsiteX123" fmla="*/ 5433909 w 12193149"/>
              <a:gd name="connsiteY123" fmla="*/ 2319466 h 2344739"/>
              <a:gd name="connsiteX124" fmla="*/ 5382817 w 12193149"/>
              <a:gd name="connsiteY124" fmla="*/ 2301764 h 2344739"/>
              <a:gd name="connsiteX125" fmla="*/ 5262912 w 12193149"/>
              <a:gd name="connsiteY125" fmla="*/ 2281347 h 2344739"/>
              <a:gd name="connsiteX126" fmla="*/ 5224109 w 12193149"/>
              <a:gd name="connsiteY126" fmla="*/ 2270223 h 2344739"/>
              <a:gd name="connsiteX127" fmla="*/ 5175808 w 12193149"/>
              <a:gd name="connsiteY127" fmla="*/ 2267233 h 2344739"/>
              <a:gd name="connsiteX128" fmla="*/ 5157702 w 12193149"/>
              <a:gd name="connsiteY128" fmla="*/ 2260010 h 2344739"/>
              <a:gd name="connsiteX129" fmla="*/ 5143747 w 12193149"/>
              <a:gd name="connsiteY129" fmla="*/ 2256610 h 2344739"/>
              <a:gd name="connsiteX130" fmla="*/ 5140744 w 12193149"/>
              <a:gd name="connsiteY130" fmla="*/ 2254509 h 2344739"/>
              <a:gd name="connsiteX131" fmla="*/ 5122807 w 12193149"/>
              <a:gd name="connsiteY131" fmla="*/ 2243656 h 2344739"/>
              <a:gd name="connsiteX132" fmla="*/ 5066938 w 12193149"/>
              <a:gd name="connsiteY132" fmla="*/ 2250227 h 2344739"/>
              <a:gd name="connsiteX133" fmla="*/ 5012662 w 12193149"/>
              <a:gd name="connsiteY133" fmla="*/ 2233846 h 2344739"/>
              <a:gd name="connsiteX134" fmla="*/ 4841589 w 12193149"/>
              <a:gd name="connsiteY134" fmla="*/ 2209829 h 2344739"/>
              <a:gd name="connsiteX135" fmla="*/ 4763595 w 12193149"/>
              <a:gd name="connsiteY135" fmla="*/ 2182061 h 2344739"/>
              <a:gd name="connsiteX136" fmla="*/ 4724334 w 12193149"/>
              <a:gd name="connsiteY136" fmla="*/ 2173047 h 2344739"/>
              <a:gd name="connsiteX137" fmla="*/ 4722324 w 12193149"/>
              <a:gd name="connsiteY137" fmla="*/ 2172298 h 2344739"/>
              <a:gd name="connsiteX138" fmla="*/ 4723259 w 12193149"/>
              <a:gd name="connsiteY138" fmla="*/ 2172087 h 2344739"/>
              <a:gd name="connsiteX139" fmla="*/ 4718350 w 12193149"/>
              <a:gd name="connsiteY139" fmla="*/ 2170817 h 2344739"/>
              <a:gd name="connsiteX140" fmla="*/ 4722324 w 12193149"/>
              <a:gd name="connsiteY140" fmla="*/ 2172298 h 2344739"/>
              <a:gd name="connsiteX141" fmla="*/ 4716674 w 12193149"/>
              <a:gd name="connsiteY141" fmla="*/ 2173573 h 2344739"/>
              <a:gd name="connsiteX142" fmla="*/ 4516962 w 12193149"/>
              <a:gd name="connsiteY142" fmla="*/ 2163671 h 2344739"/>
              <a:gd name="connsiteX143" fmla="*/ 4429691 w 12193149"/>
              <a:gd name="connsiteY143" fmla="*/ 2153020 h 2344739"/>
              <a:gd name="connsiteX144" fmla="*/ 4364023 w 12193149"/>
              <a:gd name="connsiteY144" fmla="*/ 2151674 h 2344739"/>
              <a:gd name="connsiteX145" fmla="*/ 4318114 w 12193149"/>
              <a:gd name="connsiteY145" fmla="*/ 2158289 h 2344739"/>
              <a:gd name="connsiteX146" fmla="*/ 4316258 w 12193149"/>
              <a:gd name="connsiteY146" fmla="*/ 2156948 h 2344739"/>
              <a:gd name="connsiteX147" fmla="*/ 4296292 w 12193149"/>
              <a:gd name="connsiteY147" fmla="*/ 2155069 h 2344739"/>
              <a:gd name="connsiteX148" fmla="*/ 4291212 w 12193149"/>
              <a:gd name="connsiteY148" fmla="*/ 2157986 h 2344739"/>
              <a:gd name="connsiteX149" fmla="*/ 4277290 w 12193149"/>
              <a:gd name="connsiteY149" fmla="*/ 2157740 h 2344739"/>
              <a:gd name="connsiteX150" fmla="*/ 4249265 w 12193149"/>
              <a:gd name="connsiteY150" fmla="*/ 2160064 h 2344739"/>
              <a:gd name="connsiteX151" fmla="*/ 4203199 w 12193149"/>
              <a:gd name="connsiteY151" fmla="*/ 2157269 h 2344739"/>
              <a:gd name="connsiteX152" fmla="*/ 4202893 w 12193149"/>
              <a:gd name="connsiteY152" fmla="*/ 2156010 h 2344739"/>
              <a:gd name="connsiteX153" fmla="*/ 4192396 w 12193149"/>
              <a:gd name="connsiteY153" fmla="*/ 2150376 h 2344739"/>
              <a:gd name="connsiteX154" fmla="*/ 4143893 w 12193149"/>
              <a:gd name="connsiteY154" fmla="*/ 2134511 h 2344739"/>
              <a:gd name="connsiteX155" fmla="*/ 4084245 w 12193149"/>
              <a:gd name="connsiteY155" fmla="*/ 2107978 h 2344739"/>
              <a:gd name="connsiteX156" fmla="*/ 4075694 w 12193149"/>
              <a:gd name="connsiteY156" fmla="*/ 2107143 h 2344739"/>
              <a:gd name="connsiteX157" fmla="*/ 4075575 w 12193149"/>
              <a:gd name="connsiteY157" fmla="*/ 2106844 h 2344739"/>
              <a:gd name="connsiteX158" fmla="*/ 4066658 w 12193149"/>
              <a:gd name="connsiteY158" fmla="*/ 2105400 h 2344739"/>
              <a:gd name="connsiteX159" fmla="*/ 4060102 w 12193149"/>
              <a:gd name="connsiteY159" fmla="*/ 2105618 h 2344739"/>
              <a:gd name="connsiteX160" fmla="*/ 4043512 w 12193149"/>
              <a:gd name="connsiteY160" fmla="*/ 2103997 h 2344739"/>
              <a:gd name="connsiteX161" fmla="*/ 4038145 w 12193149"/>
              <a:gd name="connsiteY161" fmla="*/ 2101563 h 2344739"/>
              <a:gd name="connsiteX162" fmla="*/ 4036511 w 12193149"/>
              <a:gd name="connsiteY162" fmla="*/ 2097896 h 2344739"/>
              <a:gd name="connsiteX163" fmla="*/ 4034926 w 12193149"/>
              <a:gd name="connsiteY163" fmla="*/ 2098131 h 2344739"/>
              <a:gd name="connsiteX164" fmla="*/ 4005686 w 12193149"/>
              <a:gd name="connsiteY164" fmla="*/ 2085563 h 2344739"/>
              <a:gd name="connsiteX165" fmla="*/ 3937994 w 12193149"/>
              <a:gd name="connsiteY165" fmla="*/ 2068106 h 2344739"/>
              <a:gd name="connsiteX166" fmla="*/ 3898423 w 12193149"/>
              <a:gd name="connsiteY166" fmla="*/ 2062451 h 2344739"/>
              <a:gd name="connsiteX167" fmla="*/ 3790908 w 12193149"/>
              <a:gd name="connsiteY167" fmla="*/ 2042213 h 2344739"/>
              <a:gd name="connsiteX168" fmla="*/ 3683661 w 12193149"/>
              <a:gd name="connsiteY168" fmla="*/ 2018290 h 2344739"/>
              <a:gd name="connsiteX169" fmla="*/ 3611183 w 12193149"/>
              <a:gd name="connsiteY169" fmla="*/ 1986019 h 2344739"/>
              <a:gd name="connsiteX170" fmla="*/ 3605003 w 12193149"/>
              <a:gd name="connsiteY170" fmla="*/ 1987381 h 2344739"/>
              <a:gd name="connsiteX171" fmla="*/ 3595884 w 12193149"/>
              <a:gd name="connsiteY171" fmla="*/ 1987545 h 2344739"/>
              <a:gd name="connsiteX172" fmla="*/ 3595649 w 12193149"/>
              <a:gd name="connsiteY172" fmla="*/ 1987276 h 2344739"/>
              <a:gd name="connsiteX173" fmla="*/ 3587126 w 12193149"/>
              <a:gd name="connsiteY173" fmla="*/ 1987966 h 2344739"/>
              <a:gd name="connsiteX174" fmla="*/ 3537283 w 12193149"/>
              <a:gd name="connsiteY174" fmla="*/ 1978267 h 2344739"/>
              <a:gd name="connsiteX175" fmla="*/ 3474371 w 12193149"/>
              <a:gd name="connsiteY175" fmla="*/ 1974606 h 2344739"/>
              <a:gd name="connsiteX176" fmla="*/ 3401876 w 12193149"/>
              <a:gd name="connsiteY176" fmla="*/ 1962558 h 2344739"/>
              <a:gd name="connsiteX177" fmla="*/ 3365036 w 12193149"/>
              <a:gd name="connsiteY177" fmla="*/ 1979510 h 2344739"/>
              <a:gd name="connsiteX178" fmla="*/ 3345174 w 12193149"/>
              <a:gd name="connsiteY178" fmla="*/ 1981192 h 2344739"/>
              <a:gd name="connsiteX179" fmla="*/ 3342846 w 12193149"/>
              <a:gd name="connsiteY179" fmla="*/ 1980217 h 2344739"/>
              <a:gd name="connsiteX180" fmla="*/ 3263504 w 12193149"/>
              <a:gd name="connsiteY180" fmla="*/ 1986094 h 2344739"/>
              <a:gd name="connsiteX181" fmla="*/ 3143704 w 12193149"/>
              <a:gd name="connsiteY181" fmla="*/ 1993869 h 2344739"/>
              <a:gd name="connsiteX182" fmla="*/ 3031439 w 12193149"/>
              <a:gd name="connsiteY182" fmla="*/ 1996512 h 2344739"/>
              <a:gd name="connsiteX183" fmla="*/ 2782717 w 12193149"/>
              <a:gd name="connsiteY183" fmla="*/ 2018333 h 2344739"/>
              <a:gd name="connsiteX184" fmla="*/ 2647675 w 12193149"/>
              <a:gd name="connsiteY184" fmla="*/ 2028869 h 2344739"/>
              <a:gd name="connsiteX185" fmla="*/ 2569176 w 12193149"/>
              <a:gd name="connsiteY185" fmla="*/ 2002628 h 2344739"/>
              <a:gd name="connsiteX186" fmla="*/ 2444403 w 12193149"/>
              <a:gd name="connsiteY186" fmla="*/ 2016529 h 2344739"/>
              <a:gd name="connsiteX187" fmla="*/ 2316260 w 12193149"/>
              <a:gd name="connsiteY187" fmla="*/ 2024996 h 2344739"/>
              <a:gd name="connsiteX188" fmla="*/ 2209726 w 12193149"/>
              <a:gd name="connsiteY188" fmla="*/ 2019763 h 2344739"/>
              <a:gd name="connsiteX189" fmla="*/ 2095813 w 12193149"/>
              <a:gd name="connsiteY189" fmla="*/ 2003052 h 2344739"/>
              <a:gd name="connsiteX190" fmla="*/ 1998504 w 12193149"/>
              <a:gd name="connsiteY190" fmla="*/ 1995032 h 2344739"/>
              <a:gd name="connsiteX191" fmla="*/ 1929320 w 12193149"/>
              <a:gd name="connsiteY191" fmla="*/ 2016977 h 2344739"/>
              <a:gd name="connsiteX192" fmla="*/ 1922798 w 12193149"/>
              <a:gd name="connsiteY192" fmla="*/ 2012146 h 2344739"/>
              <a:gd name="connsiteX193" fmla="*/ 1874228 w 12193149"/>
              <a:gd name="connsiteY193" fmla="*/ 2013741 h 2344739"/>
              <a:gd name="connsiteX194" fmla="*/ 1787803 w 12193149"/>
              <a:gd name="connsiteY194" fmla="*/ 2041363 h 2344739"/>
              <a:gd name="connsiteX195" fmla="*/ 1739352 w 12193149"/>
              <a:gd name="connsiteY195" fmla="*/ 2036312 h 2344739"/>
              <a:gd name="connsiteX196" fmla="*/ 1676219 w 12193149"/>
              <a:gd name="connsiteY196" fmla="*/ 2019963 h 2344739"/>
              <a:gd name="connsiteX197" fmla="*/ 1609817 w 12193149"/>
              <a:gd name="connsiteY197" fmla="*/ 2013066 h 2344739"/>
              <a:gd name="connsiteX198" fmla="*/ 1497258 w 12193149"/>
              <a:gd name="connsiteY198" fmla="*/ 1987476 h 2344739"/>
              <a:gd name="connsiteX199" fmla="*/ 1151127 w 12193149"/>
              <a:gd name="connsiteY199" fmla="*/ 1938041 h 2344739"/>
              <a:gd name="connsiteX200" fmla="*/ 859417 w 12193149"/>
              <a:gd name="connsiteY200" fmla="*/ 1928608 h 2344739"/>
              <a:gd name="connsiteX201" fmla="*/ 838688 w 12193149"/>
              <a:gd name="connsiteY201" fmla="*/ 1929821 h 2344739"/>
              <a:gd name="connsiteX202" fmla="*/ 817957 w 12193149"/>
              <a:gd name="connsiteY202" fmla="*/ 1927857 h 2344739"/>
              <a:gd name="connsiteX203" fmla="*/ 812654 w 12193149"/>
              <a:gd name="connsiteY203" fmla="*/ 1930751 h 2344739"/>
              <a:gd name="connsiteX204" fmla="*/ 721195 w 12193149"/>
              <a:gd name="connsiteY204" fmla="*/ 1929661 h 2344739"/>
              <a:gd name="connsiteX205" fmla="*/ 720890 w 12193149"/>
              <a:gd name="connsiteY205" fmla="*/ 1928399 h 2344739"/>
              <a:gd name="connsiteX206" fmla="*/ 710023 w 12193149"/>
              <a:gd name="connsiteY206" fmla="*/ 1922722 h 2344739"/>
              <a:gd name="connsiteX207" fmla="*/ 597940 w 12193149"/>
              <a:gd name="connsiteY207" fmla="*/ 1879864 h 2344739"/>
              <a:gd name="connsiteX208" fmla="*/ 579683 w 12193149"/>
              <a:gd name="connsiteY208" fmla="*/ 1877212 h 2344739"/>
              <a:gd name="connsiteX209" fmla="*/ 572865 w 12193149"/>
              <a:gd name="connsiteY209" fmla="*/ 1877401 h 2344739"/>
              <a:gd name="connsiteX210" fmla="*/ 446247 w 12193149"/>
              <a:gd name="connsiteY210" fmla="*/ 1839371 h 2344739"/>
              <a:gd name="connsiteX211" fmla="*/ 405163 w 12193149"/>
              <a:gd name="connsiteY211" fmla="*/ 1833548 h 2344739"/>
              <a:gd name="connsiteX212" fmla="*/ 293583 w 12193149"/>
              <a:gd name="connsiteY212" fmla="*/ 1812852 h 2344739"/>
              <a:gd name="connsiteX213" fmla="*/ 119529 w 12193149"/>
              <a:gd name="connsiteY213" fmla="*/ 1761047 h 2344739"/>
              <a:gd name="connsiteX214" fmla="*/ 16674 w 12193149"/>
              <a:gd name="connsiteY214" fmla="*/ 1758191 h 2344739"/>
              <a:gd name="connsiteX215" fmla="*/ 1150 w 12193149"/>
              <a:gd name="connsiteY215" fmla="*/ 1752722 h 2344739"/>
              <a:gd name="connsiteX216" fmla="*/ 1148 w 12193149"/>
              <a:gd name="connsiteY216" fmla="*/ 222213 h 2344739"/>
              <a:gd name="connsiteX217" fmla="*/ 1148 w 12193149"/>
              <a:gd name="connsiteY217" fmla="*/ 0 h 2344739"/>
              <a:gd name="connsiteX0" fmla="*/ 1148 w 12193149"/>
              <a:gd name="connsiteY0" fmla="*/ 0 h 2344739"/>
              <a:gd name="connsiteX1" fmla="*/ 12193148 w 12193149"/>
              <a:gd name="connsiteY1" fmla="*/ 0 h 2344739"/>
              <a:gd name="connsiteX2" fmla="*/ 12193149 w 12193149"/>
              <a:gd name="connsiteY2" fmla="*/ 579739 h 2344739"/>
              <a:gd name="connsiteX3" fmla="*/ 12185986 w 12193149"/>
              <a:gd name="connsiteY3" fmla="*/ 584189 h 2344739"/>
              <a:gd name="connsiteX4" fmla="*/ 12156363 w 12193149"/>
              <a:gd name="connsiteY4" fmla="*/ 597366 h 2344739"/>
              <a:gd name="connsiteX5" fmla="*/ 12139215 w 12193149"/>
              <a:gd name="connsiteY5" fmla="*/ 623179 h 2344739"/>
              <a:gd name="connsiteX6" fmla="*/ 12126327 w 12193149"/>
              <a:gd name="connsiteY6" fmla="*/ 624690 h 2344739"/>
              <a:gd name="connsiteX7" fmla="*/ 12124007 w 12193149"/>
              <a:gd name="connsiteY7" fmla="*/ 624794 h 2344739"/>
              <a:gd name="connsiteX8" fmla="*/ 12116854 w 12193149"/>
              <a:gd name="connsiteY8" fmla="*/ 628608 h 2344739"/>
              <a:gd name="connsiteX9" fmla="*/ 12099497 w 12193149"/>
              <a:gd name="connsiteY9" fmla="*/ 628139 h 2344739"/>
              <a:gd name="connsiteX10" fmla="*/ 12087073 w 12193149"/>
              <a:gd name="connsiteY10" fmla="*/ 636341 h 2344739"/>
              <a:gd name="connsiteX11" fmla="*/ 12031073 w 12193149"/>
              <a:gd name="connsiteY11" fmla="*/ 680009 h 2344739"/>
              <a:gd name="connsiteX12" fmla="*/ 11995833 w 12193149"/>
              <a:gd name="connsiteY12" fmla="*/ 703458 h 2344739"/>
              <a:gd name="connsiteX13" fmla="*/ 11979717 w 12193149"/>
              <a:gd name="connsiteY13" fmla="*/ 708161 h 2344739"/>
              <a:gd name="connsiteX14" fmla="*/ 11959046 w 12193149"/>
              <a:gd name="connsiteY14" fmla="*/ 717558 h 2344739"/>
              <a:gd name="connsiteX15" fmla="*/ 11920454 w 12193149"/>
              <a:gd name="connsiteY15" fmla="*/ 730883 h 2344739"/>
              <a:gd name="connsiteX16" fmla="*/ 11903656 w 12193149"/>
              <a:gd name="connsiteY16" fmla="*/ 742426 h 2344739"/>
              <a:gd name="connsiteX17" fmla="*/ 11895048 w 12193149"/>
              <a:gd name="connsiteY17" fmla="*/ 744791 h 2344739"/>
              <a:gd name="connsiteX18" fmla="*/ 11891968 w 12193149"/>
              <a:gd name="connsiteY18" fmla="*/ 755729 h 2344739"/>
              <a:gd name="connsiteX19" fmla="*/ 11870776 w 12193149"/>
              <a:gd name="connsiteY19" fmla="*/ 777816 h 2344739"/>
              <a:gd name="connsiteX20" fmla="*/ 11813376 w 12193149"/>
              <a:gd name="connsiteY20" fmla="*/ 797659 h 2344739"/>
              <a:gd name="connsiteX21" fmla="*/ 11590693 w 12193149"/>
              <a:gd name="connsiteY21" fmla="*/ 963777 h 2344739"/>
              <a:gd name="connsiteX22" fmla="*/ 11506817 w 12193149"/>
              <a:gd name="connsiteY22" fmla="*/ 1033623 h 2344739"/>
              <a:gd name="connsiteX23" fmla="*/ 11280332 w 12193149"/>
              <a:gd name="connsiteY23" fmla="*/ 1223571 h 2344739"/>
              <a:gd name="connsiteX24" fmla="*/ 11228309 w 12193149"/>
              <a:gd name="connsiteY24" fmla="*/ 1276236 h 2344739"/>
              <a:gd name="connsiteX25" fmla="*/ 11218087 w 12193149"/>
              <a:gd name="connsiteY25" fmla="*/ 1275961 h 2344739"/>
              <a:gd name="connsiteX26" fmla="*/ 11217184 w 12193149"/>
              <a:gd name="connsiteY26" fmla="*/ 1275018 h 2344739"/>
              <a:gd name="connsiteX27" fmla="*/ 11188885 w 12193149"/>
              <a:gd name="connsiteY27" fmla="*/ 1292383 h 2344739"/>
              <a:gd name="connsiteX28" fmla="*/ 11184501 w 12193149"/>
              <a:gd name="connsiteY28" fmla="*/ 1292525 h 2344739"/>
              <a:gd name="connsiteX29" fmla="*/ 11166854 w 12193149"/>
              <a:gd name="connsiteY29" fmla="*/ 1306612 h 2344739"/>
              <a:gd name="connsiteX30" fmla="*/ 11157311 w 12193149"/>
              <a:gd name="connsiteY30" fmla="*/ 1312414 h 2344739"/>
              <a:gd name="connsiteX31" fmla="*/ 11155496 w 12193149"/>
              <a:gd name="connsiteY31" fmla="*/ 1317097 h 2344739"/>
              <a:gd name="connsiteX32" fmla="*/ 11140961 w 12193149"/>
              <a:gd name="connsiteY32" fmla="*/ 1324115 h 2344739"/>
              <a:gd name="connsiteX33" fmla="*/ 11138961 w 12193149"/>
              <a:gd name="connsiteY33" fmla="*/ 1323772 h 2344739"/>
              <a:gd name="connsiteX34" fmla="*/ 11128208 w 12193149"/>
              <a:gd name="connsiteY34" fmla="*/ 1333832 h 2344739"/>
              <a:gd name="connsiteX35" fmla="*/ 11120691 w 12193149"/>
              <a:gd name="connsiteY35" fmla="*/ 1347424 h 2344739"/>
              <a:gd name="connsiteX36" fmla="*/ 10894683 w 12193149"/>
              <a:gd name="connsiteY36" fmla="*/ 1473399 h 2344739"/>
              <a:gd name="connsiteX37" fmla="*/ 10773300 w 12193149"/>
              <a:gd name="connsiteY37" fmla="*/ 1523191 h 2344739"/>
              <a:gd name="connsiteX38" fmla="*/ 10627668 w 12193149"/>
              <a:gd name="connsiteY38" fmla="*/ 1559229 h 2344739"/>
              <a:gd name="connsiteX39" fmla="*/ 10581895 w 12193149"/>
              <a:gd name="connsiteY39" fmla="*/ 1568689 h 2344739"/>
              <a:gd name="connsiteX40" fmla="*/ 10547790 w 12193149"/>
              <a:gd name="connsiteY40" fmla="*/ 1598423 h 2344739"/>
              <a:gd name="connsiteX41" fmla="*/ 10529643 w 12193149"/>
              <a:gd name="connsiteY41" fmla="*/ 1596907 h 2344739"/>
              <a:gd name="connsiteX42" fmla="*/ 10526446 w 12193149"/>
              <a:gd name="connsiteY42" fmla="*/ 1596411 h 2344739"/>
              <a:gd name="connsiteX43" fmla="*/ 10515129 w 12193149"/>
              <a:gd name="connsiteY43" fmla="*/ 1599537 h 2344739"/>
              <a:gd name="connsiteX44" fmla="*/ 10491735 w 12193149"/>
              <a:gd name="connsiteY44" fmla="*/ 1594156 h 2344739"/>
              <a:gd name="connsiteX45" fmla="*/ 10471418 w 12193149"/>
              <a:gd name="connsiteY45" fmla="*/ 1601693 h 2344739"/>
              <a:gd name="connsiteX46" fmla="*/ 10377042 w 12193149"/>
              <a:gd name="connsiteY46" fmla="*/ 1644598 h 2344739"/>
              <a:gd name="connsiteX47" fmla="*/ 10319338 w 12193149"/>
              <a:gd name="connsiteY47" fmla="*/ 1666221 h 2344739"/>
              <a:gd name="connsiteX48" fmla="*/ 10295467 w 12193149"/>
              <a:gd name="connsiteY48" fmla="*/ 1668079 h 2344739"/>
              <a:gd name="connsiteX49" fmla="*/ 10263443 w 12193149"/>
              <a:gd name="connsiteY49" fmla="*/ 1674948 h 2344739"/>
              <a:gd name="connsiteX50" fmla="*/ 10205418 w 12193149"/>
              <a:gd name="connsiteY50" fmla="*/ 1682149 h 2344739"/>
              <a:gd name="connsiteX51" fmla="*/ 10177759 w 12193149"/>
              <a:gd name="connsiteY51" fmla="*/ 1692943 h 2344739"/>
              <a:gd name="connsiteX52" fmla="*/ 10165070 w 12193149"/>
              <a:gd name="connsiteY52" fmla="*/ 1693739 h 2344739"/>
              <a:gd name="connsiteX53" fmla="*/ 10156308 w 12193149"/>
              <a:gd name="connsiteY53" fmla="*/ 1707487 h 2344739"/>
              <a:gd name="connsiteX54" fmla="*/ 10118267 w 12193149"/>
              <a:gd name="connsiteY54" fmla="*/ 1731142 h 2344739"/>
              <a:gd name="connsiteX55" fmla="*/ 10083317 w 12193149"/>
              <a:gd name="connsiteY55" fmla="*/ 1743296 h 2344739"/>
              <a:gd name="connsiteX56" fmla="*/ 10040388 w 12193149"/>
              <a:gd name="connsiteY56" fmla="*/ 1741632 h 2344739"/>
              <a:gd name="connsiteX57" fmla="*/ 9961167 w 12193149"/>
              <a:gd name="connsiteY57" fmla="*/ 1757147 h 2344739"/>
              <a:gd name="connsiteX58" fmla="*/ 9848940 w 12193149"/>
              <a:gd name="connsiteY58" fmla="*/ 1763915 h 2344739"/>
              <a:gd name="connsiteX59" fmla="*/ 9729457 w 12193149"/>
              <a:gd name="connsiteY59" fmla="*/ 1784122 h 2344739"/>
              <a:gd name="connsiteX60" fmla="*/ 9613704 w 12193149"/>
              <a:gd name="connsiteY60" fmla="*/ 1812371 h 2344739"/>
              <a:gd name="connsiteX61" fmla="*/ 9338590 w 12193149"/>
              <a:gd name="connsiteY61" fmla="*/ 1869293 h 2344739"/>
              <a:gd name="connsiteX62" fmla="*/ 9232518 w 12193149"/>
              <a:gd name="connsiteY62" fmla="*/ 1893149 h 2344739"/>
              <a:gd name="connsiteX63" fmla="*/ 9156690 w 12193149"/>
              <a:gd name="connsiteY63" fmla="*/ 1903228 h 2344739"/>
              <a:gd name="connsiteX64" fmla="*/ 9054601 w 12193149"/>
              <a:gd name="connsiteY64" fmla="*/ 1910755 h 2344739"/>
              <a:gd name="connsiteX65" fmla="*/ 9006634 w 12193149"/>
              <a:gd name="connsiteY65" fmla="*/ 1914040 h 2344739"/>
              <a:gd name="connsiteX66" fmla="*/ 9006349 w 12193149"/>
              <a:gd name="connsiteY66" fmla="*/ 1913800 h 2344739"/>
              <a:gd name="connsiteX67" fmla="*/ 8997380 w 12193149"/>
              <a:gd name="connsiteY67" fmla="*/ 1915011 h 2344739"/>
              <a:gd name="connsiteX68" fmla="*/ 8991542 w 12193149"/>
              <a:gd name="connsiteY68" fmla="*/ 1917072 h 2344739"/>
              <a:gd name="connsiteX69" fmla="*/ 8975485 w 12193149"/>
              <a:gd name="connsiteY69" fmla="*/ 1920298 h 2344739"/>
              <a:gd name="connsiteX70" fmla="*/ 8969159 w 12193149"/>
              <a:gd name="connsiteY70" fmla="*/ 1919598 h 2344739"/>
              <a:gd name="connsiteX71" fmla="*/ 8964196 w 12193149"/>
              <a:gd name="connsiteY71" fmla="*/ 1917373 h 2344739"/>
              <a:gd name="connsiteX72" fmla="*/ 8930136 w 12193149"/>
              <a:gd name="connsiteY72" fmla="*/ 1914185 h 2344739"/>
              <a:gd name="connsiteX73" fmla="*/ 8753592 w 12193149"/>
              <a:gd name="connsiteY73" fmla="*/ 1933417 h 2344739"/>
              <a:gd name="connsiteX74" fmla="*/ 8708995 w 12193149"/>
              <a:gd name="connsiteY74" fmla="*/ 1935518 h 2344739"/>
              <a:gd name="connsiteX75" fmla="*/ 8597219 w 12193149"/>
              <a:gd name="connsiteY75" fmla="*/ 1944090 h 2344739"/>
              <a:gd name="connsiteX76" fmla="*/ 8526378 w 12193149"/>
              <a:gd name="connsiteY76" fmla="*/ 1929248 h 2344739"/>
              <a:gd name="connsiteX77" fmla="*/ 8512131 w 12193149"/>
              <a:gd name="connsiteY77" fmla="*/ 1935163 h 2344739"/>
              <a:gd name="connsiteX78" fmla="*/ 8507315 w 12193149"/>
              <a:gd name="connsiteY78" fmla="*/ 1938164 h 2344739"/>
              <a:gd name="connsiteX79" fmla="*/ 8499116 w 12193149"/>
              <a:gd name="connsiteY79" fmla="*/ 1940902 h 2344739"/>
              <a:gd name="connsiteX80" fmla="*/ 8498742 w 12193149"/>
              <a:gd name="connsiteY80" fmla="*/ 1940723 h 2344739"/>
              <a:gd name="connsiteX81" fmla="*/ 8491397 w 12193149"/>
              <a:gd name="connsiteY81" fmla="*/ 1943773 h 2344739"/>
              <a:gd name="connsiteX82" fmla="*/ 8368330 w 12193149"/>
              <a:gd name="connsiteY82" fmla="*/ 1957815 h 2344739"/>
              <a:gd name="connsiteX83" fmla="*/ 8354947 w 12193149"/>
              <a:gd name="connsiteY83" fmla="*/ 1958009 h 2344739"/>
              <a:gd name="connsiteX84" fmla="*/ 8321252 w 12193149"/>
              <a:gd name="connsiteY84" fmla="*/ 1974587 h 2344739"/>
              <a:gd name="connsiteX85" fmla="*/ 8315581 w 12193149"/>
              <a:gd name="connsiteY85" fmla="*/ 1974913 h 2344739"/>
              <a:gd name="connsiteX86" fmla="*/ 8296322 w 12193149"/>
              <a:gd name="connsiteY86" fmla="*/ 1988808 h 2344739"/>
              <a:gd name="connsiteX87" fmla="*/ 8285424 w 12193149"/>
              <a:gd name="connsiteY87" fmla="*/ 1994631 h 2344739"/>
              <a:gd name="connsiteX88" fmla="*/ 8284298 w 12193149"/>
              <a:gd name="connsiteY88" fmla="*/ 1999074 h 2344739"/>
              <a:gd name="connsiteX89" fmla="*/ 8267224 w 12193149"/>
              <a:gd name="connsiteY89" fmla="*/ 2006249 h 2344739"/>
              <a:gd name="connsiteX90" fmla="*/ 8264525 w 12193149"/>
              <a:gd name="connsiteY90" fmla="*/ 2006019 h 2344739"/>
              <a:gd name="connsiteX91" fmla="*/ 8253181 w 12193149"/>
              <a:gd name="connsiteY91" fmla="*/ 2015862 h 2344739"/>
              <a:gd name="connsiteX92" fmla="*/ 8246982 w 12193149"/>
              <a:gd name="connsiteY92" fmla="*/ 2028854 h 2344739"/>
              <a:gd name="connsiteX93" fmla="*/ 8091420 w 12193149"/>
              <a:gd name="connsiteY93" fmla="*/ 2075015 h 2344739"/>
              <a:gd name="connsiteX94" fmla="*/ 7906555 w 12193149"/>
              <a:gd name="connsiteY94" fmla="*/ 2116988 h 2344739"/>
              <a:gd name="connsiteX95" fmla="*/ 7719893 w 12193149"/>
              <a:gd name="connsiteY95" fmla="*/ 2142703 h 2344739"/>
              <a:gd name="connsiteX96" fmla="*/ 7615495 w 12193149"/>
              <a:gd name="connsiteY96" fmla="*/ 2139232 h 2344739"/>
              <a:gd name="connsiteX97" fmla="*/ 7528691 w 12193149"/>
              <a:gd name="connsiteY97" fmla="*/ 2145060 h 2344739"/>
              <a:gd name="connsiteX98" fmla="*/ 7520719 w 12193149"/>
              <a:gd name="connsiteY98" fmla="*/ 2147613 h 2344739"/>
              <a:gd name="connsiteX99" fmla="*/ 7508559 w 12193149"/>
              <a:gd name="connsiteY99" fmla="*/ 2148948 h 2344739"/>
              <a:gd name="connsiteX100" fmla="*/ 7508188 w 12193149"/>
              <a:gd name="connsiteY100" fmla="*/ 2148621 h 2344739"/>
              <a:gd name="connsiteX101" fmla="*/ 7496943 w 12193149"/>
              <a:gd name="connsiteY101" fmla="*/ 2150573 h 2344739"/>
              <a:gd name="connsiteX102" fmla="*/ 7219707 w 12193149"/>
              <a:gd name="connsiteY102" fmla="*/ 2156680 h 2344739"/>
              <a:gd name="connsiteX103" fmla="*/ 7202249 w 12193149"/>
              <a:gd name="connsiteY103" fmla="*/ 2161230 h 2344739"/>
              <a:gd name="connsiteX104" fmla="*/ 7198152 w 12193149"/>
              <a:gd name="connsiteY104" fmla="*/ 2166588 h 2344739"/>
              <a:gd name="connsiteX105" fmla="*/ 7171956 w 12193149"/>
              <a:gd name="connsiteY105" fmla="*/ 2171236 h 2344739"/>
              <a:gd name="connsiteX106" fmla="*/ 7098136 w 12193149"/>
              <a:gd name="connsiteY106" fmla="*/ 2183464 h 2344739"/>
              <a:gd name="connsiteX107" fmla="*/ 7019644 w 12193149"/>
              <a:gd name="connsiteY107" fmla="*/ 2183090 h 2344739"/>
              <a:gd name="connsiteX108" fmla="*/ 6905294 w 12193149"/>
              <a:gd name="connsiteY108" fmla="*/ 2212596 h 2344739"/>
              <a:gd name="connsiteX109" fmla="*/ 6709370 w 12193149"/>
              <a:gd name="connsiteY109" fmla="*/ 2240551 h 2344739"/>
              <a:gd name="connsiteX110" fmla="*/ 6550602 w 12193149"/>
              <a:gd name="connsiteY110" fmla="*/ 2269327 h 2344739"/>
              <a:gd name="connsiteX111" fmla="*/ 6318708 w 12193149"/>
              <a:gd name="connsiteY111" fmla="*/ 2316127 h 2344739"/>
              <a:gd name="connsiteX112" fmla="*/ 6169822 w 12193149"/>
              <a:gd name="connsiteY112" fmla="*/ 2318214 h 2344739"/>
              <a:gd name="connsiteX113" fmla="*/ 6074996 w 12193149"/>
              <a:gd name="connsiteY113" fmla="*/ 2338676 h 2344739"/>
              <a:gd name="connsiteX114" fmla="*/ 6069677 w 12193149"/>
              <a:gd name="connsiteY114" fmla="*/ 2337139 h 2344739"/>
              <a:gd name="connsiteX115" fmla="*/ 6049786 w 12193149"/>
              <a:gd name="connsiteY115" fmla="*/ 2337822 h 2344739"/>
              <a:gd name="connsiteX116" fmla="*/ 6042433 w 12193149"/>
              <a:gd name="connsiteY116" fmla="*/ 2329473 h 2344739"/>
              <a:gd name="connsiteX117" fmla="*/ 6011238 w 12193149"/>
              <a:gd name="connsiteY117" fmla="*/ 2324380 h 2344739"/>
              <a:gd name="connsiteX118" fmla="*/ 5958523 w 12193149"/>
              <a:gd name="connsiteY118" fmla="*/ 2328024 h 2344739"/>
              <a:gd name="connsiteX119" fmla="*/ 5760067 w 12193149"/>
              <a:gd name="connsiteY119" fmla="*/ 2343716 h 2344739"/>
              <a:gd name="connsiteX120" fmla="*/ 5628108 w 12193149"/>
              <a:gd name="connsiteY120" fmla="*/ 2344739 h 2344739"/>
              <a:gd name="connsiteX121" fmla="*/ 5472054 w 12193149"/>
              <a:gd name="connsiteY121" fmla="*/ 2330719 h 2344739"/>
              <a:gd name="connsiteX122" fmla="*/ 5433909 w 12193149"/>
              <a:gd name="connsiteY122" fmla="*/ 2319466 h 2344739"/>
              <a:gd name="connsiteX123" fmla="*/ 5382817 w 12193149"/>
              <a:gd name="connsiteY123" fmla="*/ 2301764 h 2344739"/>
              <a:gd name="connsiteX124" fmla="*/ 5262912 w 12193149"/>
              <a:gd name="connsiteY124" fmla="*/ 2281347 h 2344739"/>
              <a:gd name="connsiteX125" fmla="*/ 5224109 w 12193149"/>
              <a:gd name="connsiteY125" fmla="*/ 2270223 h 2344739"/>
              <a:gd name="connsiteX126" fmla="*/ 5175808 w 12193149"/>
              <a:gd name="connsiteY126" fmla="*/ 2267233 h 2344739"/>
              <a:gd name="connsiteX127" fmla="*/ 5157702 w 12193149"/>
              <a:gd name="connsiteY127" fmla="*/ 2260010 h 2344739"/>
              <a:gd name="connsiteX128" fmla="*/ 5143747 w 12193149"/>
              <a:gd name="connsiteY128" fmla="*/ 2256610 h 2344739"/>
              <a:gd name="connsiteX129" fmla="*/ 5140744 w 12193149"/>
              <a:gd name="connsiteY129" fmla="*/ 2254509 h 2344739"/>
              <a:gd name="connsiteX130" fmla="*/ 5122807 w 12193149"/>
              <a:gd name="connsiteY130" fmla="*/ 2243656 h 2344739"/>
              <a:gd name="connsiteX131" fmla="*/ 5066938 w 12193149"/>
              <a:gd name="connsiteY131" fmla="*/ 2250227 h 2344739"/>
              <a:gd name="connsiteX132" fmla="*/ 5012662 w 12193149"/>
              <a:gd name="connsiteY132" fmla="*/ 2233846 h 2344739"/>
              <a:gd name="connsiteX133" fmla="*/ 4841589 w 12193149"/>
              <a:gd name="connsiteY133" fmla="*/ 2209829 h 2344739"/>
              <a:gd name="connsiteX134" fmla="*/ 4763595 w 12193149"/>
              <a:gd name="connsiteY134" fmla="*/ 2182061 h 2344739"/>
              <a:gd name="connsiteX135" fmla="*/ 4724334 w 12193149"/>
              <a:gd name="connsiteY135" fmla="*/ 2173047 h 2344739"/>
              <a:gd name="connsiteX136" fmla="*/ 4722324 w 12193149"/>
              <a:gd name="connsiteY136" fmla="*/ 2172298 h 2344739"/>
              <a:gd name="connsiteX137" fmla="*/ 4723259 w 12193149"/>
              <a:gd name="connsiteY137" fmla="*/ 2172087 h 2344739"/>
              <a:gd name="connsiteX138" fmla="*/ 4718350 w 12193149"/>
              <a:gd name="connsiteY138" fmla="*/ 2170817 h 2344739"/>
              <a:gd name="connsiteX139" fmla="*/ 4722324 w 12193149"/>
              <a:gd name="connsiteY139" fmla="*/ 2172298 h 2344739"/>
              <a:gd name="connsiteX140" fmla="*/ 4716674 w 12193149"/>
              <a:gd name="connsiteY140" fmla="*/ 2173573 h 2344739"/>
              <a:gd name="connsiteX141" fmla="*/ 4516962 w 12193149"/>
              <a:gd name="connsiteY141" fmla="*/ 2163671 h 2344739"/>
              <a:gd name="connsiteX142" fmla="*/ 4429691 w 12193149"/>
              <a:gd name="connsiteY142" fmla="*/ 2153020 h 2344739"/>
              <a:gd name="connsiteX143" fmla="*/ 4364023 w 12193149"/>
              <a:gd name="connsiteY143" fmla="*/ 2151674 h 2344739"/>
              <a:gd name="connsiteX144" fmla="*/ 4318114 w 12193149"/>
              <a:gd name="connsiteY144" fmla="*/ 2158289 h 2344739"/>
              <a:gd name="connsiteX145" fmla="*/ 4316258 w 12193149"/>
              <a:gd name="connsiteY145" fmla="*/ 2156948 h 2344739"/>
              <a:gd name="connsiteX146" fmla="*/ 4296292 w 12193149"/>
              <a:gd name="connsiteY146" fmla="*/ 2155069 h 2344739"/>
              <a:gd name="connsiteX147" fmla="*/ 4291212 w 12193149"/>
              <a:gd name="connsiteY147" fmla="*/ 2157986 h 2344739"/>
              <a:gd name="connsiteX148" fmla="*/ 4277290 w 12193149"/>
              <a:gd name="connsiteY148" fmla="*/ 2157740 h 2344739"/>
              <a:gd name="connsiteX149" fmla="*/ 4249265 w 12193149"/>
              <a:gd name="connsiteY149" fmla="*/ 2160064 h 2344739"/>
              <a:gd name="connsiteX150" fmla="*/ 4203199 w 12193149"/>
              <a:gd name="connsiteY150" fmla="*/ 2157269 h 2344739"/>
              <a:gd name="connsiteX151" fmla="*/ 4202893 w 12193149"/>
              <a:gd name="connsiteY151" fmla="*/ 2156010 h 2344739"/>
              <a:gd name="connsiteX152" fmla="*/ 4192396 w 12193149"/>
              <a:gd name="connsiteY152" fmla="*/ 2150376 h 2344739"/>
              <a:gd name="connsiteX153" fmla="*/ 4143893 w 12193149"/>
              <a:gd name="connsiteY153" fmla="*/ 2134511 h 2344739"/>
              <a:gd name="connsiteX154" fmla="*/ 4084245 w 12193149"/>
              <a:gd name="connsiteY154" fmla="*/ 2107978 h 2344739"/>
              <a:gd name="connsiteX155" fmla="*/ 4075694 w 12193149"/>
              <a:gd name="connsiteY155" fmla="*/ 2107143 h 2344739"/>
              <a:gd name="connsiteX156" fmla="*/ 4075575 w 12193149"/>
              <a:gd name="connsiteY156" fmla="*/ 2106844 h 2344739"/>
              <a:gd name="connsiteX157" fmla="*/ 4066658 w 12193149"/>
              <a:gd name="connsiteY157" fmla="*/ 2105400 h 2344739"/>
              <a:gd name="connsiteX158" fmla="*/ 4060102 w 12193149"/>
              <a:gd name="connsiteY158" fmla="*/ 2105618 h 2344739"/>
              <a:gd name="connsiteX159" fmla="*/ 4043512 w 12193149"/>
              <a:gd name="connsiteY159" fmla="*/ 2103997 h 2344739"/>
              <a:gd name="connsiteX160" fmla="*/ 4038145 w 12193149"/>
              <a:gd name="connsiteY160" fmla="*/ 2101563 h 2344739"/>
              <a:gd name="connsiteX161" fmla="*/ 4036511 w 12193149"/>
              <a:gd name="connsiteY161" fmla="*/ 2097896 h 2344739"/>
              <a:gd name="connsiteX162" fmla="*/ 4034926 w 12193149"/>
              <a:gd name="connsiteY162" fmla="*/ 2098131 h 2344739"/>
              <a:gd name="connsiteX163" fmla="*/ 4005686 w 12193149"/>
              <a:gd name="connsiteY163" fmla="*/ 2085563 h 2344739"/>
              <a:gd name="connsiteX164" fmla="*/ 3937994 w 12193149"/>
              <a:gd name="connsiteY164" fmla="*/ 2068106 h 2344739"/>
              <a:gd name="connsiteX165" fmla="*/ 3898423 w 12193149"/>
              <a:gd name="connsiteY165" fmla="*/ 2062451 h 2344739"/>
              <a:gd name="connsiteX166" fmla="*/ 3790908 w 12193149"/>
              <a:gd name="connsiteY166" fmla="*/ 2042213 h 2344739"/>
              <a:gd name="connsiteX167" fmla="*/ 3683661 w 12193149"/>
              <a:gd name="connsiteY167" fmla="*/ 2018290 h 2344739"/>
              <a:gd name="connsiteX168" fmla="*/ 3611183 w 12193149"/>
              <a:gd name="connsiteY168" fmla="*/ 1986019 h 2344739"/>
              <a:gd name="connsiteX169" fmla="*/ 3605003 w 12193149"/>
              <a:gd name="connsiteY169" fmla="*/ 1987381 h 2344739"/>
              <a:gd name="connsiteX170" fmla="*/ 3595884 w 12193149"/>
              <a:gd name="connsiteY170" fmla="*/ 1987545 h 2344739"/>
              <a:gd name="connsiteX171" fmla="*/ 3595649 w 12193149"/>
              <a:gd name="connsiteY171" fmla="*/ 1987276 h 2344739"/>
              <a:gd name="connsiteX172" fmla="*/ 3587126 w 12193149"/>
              <a:gd name="connsiteY172" fmla="*/ 1987966 h 2344739"/>
              <a:gd name="connsiteX173" fmla="*/ 3537283 w 12193149"/>
              <a:gd name="connsiteY173" fmla="*/ 1978267 h 2344739"/>
              <a:gd name="connsiteX174" fmla="*/ 3474371 w 12193149"/>
              <a:gd name="connsiteY174" fmla="*/ 1974606 h 2344739"/>
              <a:gd name="connsiteX175" fmla="*/ 3401876 w 12193149"/>
              <a:gd name="connsiteY175" fmla="*/ 1962558 h 2344739"/>
              <a:gd name="connsiteX176" fmla="*/ 3365036 w 12193149"/>
              <a:gd name="connsiteY176" fmla="*/ 1979510 h 2344739"/>
              <a:gd name="connsiteX177" fmla="*/ 3345174 w 12193149"/>
              <a:gd name="connsiteY177" fmla="*/ 1981192 h 2344739"/>
              <a:gd name="connsiteX178" fmla="*/ 3342846 w 12193149"/>
              <a:gd name="connsiteY178" fmla="*/ 1980217 h 2344739"/>
              <a:gd name="connsiteX179" fmla="*/ 3263504 w 12193149"/>
              <a:gd name="connsiteY179" fmla="*/ 1986094 h 2344739"/>
              <a:gd name="connsiteX180" fmla="*/ 3143704 w 12193149"/>
              <a:gd name="connsiteY180" fmla="*/ 1993869 h 2344739"/>
              <a:gd name="connsiteX181" fmla="*/ 3031439 w 12193149"/>
              <a:gd name="connsiteY181" fmla="*/ 1996512 h 2344739"/>
              <a:gd name="connsiteX182" fmla="*/ 2782717 w 12193149"/>
              <a:gd name="connsiteY182" fmla="*/ 2018333 h 2344739"/>
              <a:gd name="connsiteX183" fmla="*/ 2647675 w 12193149"/>
              <a:gd name="connsiteY183" fmla="*/ 2028869 h 2344739"/>
              <a:gd name="connsiteX184" fmla="*/ 2569176 w 12193149"/>
              <a:gd name="connsiteY184" fmla="*/ 2002628 h 2344739"/>
              <a:gd name="connsiteX185" fmla="*/ 2444403 w 12193149"/>
              <a:gd name="connsiteY185" fmla="*/ 2016529 h 2344739"/>
              <a:gd name="connsiteX186" fmla="*/ 2316260 w 12193149"/>
              <a:gd name="connsiteY186" fmla="*/ 2024996 h 2344739"/>
              <a:gd name="connsiteX187" fmla="*/ 2209726 w 12193149"/>
              <a:gd name="connsiteY187" fmla="*/ 2019763 h 2344739"/>
              <a:gd name="connsiteX188" fmla="*/ 2095813 w 12193149"/>
              <a:gd name="connsiteY188" fmla="*/ 2003052 h 2344739"/>
              <a:gd name="connsiteX189" fmla="*/ 1998504 w 12193149"/>
              <a:gd name="connsiteY189" fmla="*/ 1995032 h 2344739"/>
              <a:gd name="connsiteX190" fmla="*/ 1929320 w 12193149"/>
              <a:gd name="connsiteY190" fmla="*/ 2016977 h 2344739"/>
              <a:gd name="connsiteX191" fmla="*/ 1922798 w 12193149"/>
              <a:gd name="connsiteY191" fmla="*/ 2012146 h 2344739"/>
              <a:gd name="connsiteX192" fmla="*/ 1874228 w 12193149"/>
              <a:gd name="connsiteY192" fmla="*/ 2013741 h 2344739"/>
              <a:gd name="connsiteX193" fmla="*/ 1787803 w 12193149"/>
              <a:gd name="connsiteY193" fmla="*/ 2041363 h 2344739"/>
              <a:gd name="connsiteX194" fmla="*/ 1739352 w 12193149"/>
              <a:gd name="connsiteY194" fmla="*/ 2036312 h 2344739"/>
              <a:gd name="connsiteX195" fmla="*/ 1676219 w 12193149"/>
              <a:gd name="connsiteY195" fmla="*/ 2019963 h 2344739"/>
              <a:gd name="connsiteX196" fmla="*/ 1609817 w 12193149"/>
              <a:gd name="connsiteY196" fmla="*/ 2013066 h 2344739"/>
              <a:gd name="connsiteX197" fmla="*/ 1497258 w 12193149"/>
              <a:gd name="connsiteY197" fmla="*/ 1987476 h 2344739"/>
              <a:gd name="connsiteX198" fmla="*/ 1151127 w 12193149"/>
              <a:gd name="connsiteY198" fmla="*/ 1938041 h 2344739"/>
              <a:gd name="connsiteX199" fmla="*/ 859417 w 12193149"/>
              <a:gd name="connsiteY199" fmla="*/ 1928608 h 2344739"/>
              <a:gd name="connsiteX200" fmla="*/ 838688 w 12193149"/>
              <a:gd name="connsiteY200" fmla="*/ 1929821 h 2344739"/>
              <a:gd name="connsiteX201" fmla="*/ 817957 w 12193149"/>
              <a:gd name="connsiteY201" fmla="*/ 1927857 h 2344739"/>
              <a:gd name="connsiteX202" fmla="*/ 812654 w 12193149"/>
              <a:gd name="connsiteY202" fmla="*/ 1930751 h 2344739"/>
              <a:gd name="connsiteX203" fmla="*/ 721195 w 12193149"/>
              <a:gd name="connsiteY203" fmla="*/ 1929661 h 2344739"/>
              <a:gd name="connsiteX204" fmla="*/ 720890 w 12193149"/>
              <a:gd name="connsiteY204" fmla="*/ 1928399 h 2344739"/>
              <a:gd name="connsiteX205" fmla="*/ 710023 w 12193149"/>
              <a:gd name="connsiteY205" fmla="*/ 1922722 h 2344739"/>
              <a:gd name="connsiteX206" fmla="*/ 597940 w 12193149"/>
              <a:gd name="connsiteY206" fmla="*/ 1879864 h 2344739"/>
              <a:gd name="connsiteX207" fmla="*/ 579683 w 12193149"/>
              <a:gd name="connsiteY207" fmla="*/ 1877212 h 2344739"/>
              <a:gd name="connsiteX208" fmla="*/ 572865 w 12193149"/>
              <a:gd name="connsiteY208" fmla="*/ 1877401 h 2344739"/>
              <a:gd name="connsiteX209" fmla="*/ 446247 w 12193149"/>
              <a:gd name="connsiteY209" fmla="*/ 1839371 h 2344739"/>
              <a:gd name="connsiteX210" fmla="*/ 405163 w 12193149"/>
              <a:gd name="connsiteY210" fmla="*/ 1833548 h 2344739"/>
              <a:gd name="connsiteX211" fmla="*/ 293583 w 12193149"/>
              <a:gd name="connsiteY211" fmla="*/ 1812852 h 2344739"/>
              <a:gd name="connsiteX212" fmla="*/ 119529 w 12193149"/>
              <a:gd name="connsiteY212" fmla="*/ 1761047 h 2344739"/>
              <a:gd name="connsiteX213" fmla="*/ 16674 w 12193149"/>
              <a:gd name="connsiteY213" fmla="*/ 1758191 h 2344739"/>
              <a:gd name="connsiteX214" fmla="*/ 1150 w 12193149"/>
              <a:gd name="connsiteY214" fmla="*/ 1752722 h 2344739"/>
              <a:gd name="connsiteX215" fmla="*/ 1148 w 12193149"/>
              <a:gd name="connsiteY215" fmla="*/ 222213 h 2344739"/>
              <a:gd name="connsiteX216" fmla="*/ 1148 w 12193149"/>
              <a:gd name="connsiteY216" fmla="*/ 0 h 2344739"/>
              <a:gd name="connsiteX0" fmla="*/ 1148 w 12193149"/>
              <a:gd name="connsiteY0" fmla="*/ 818782 h 3163521"/>
              <a:gd name="connsiteX1" fmla="*/ 12181789 w 12193149"/>
              <a:gd name="connsiteY1" fmla="*/ 0 h 3163521"/>
              <a:gd name="connsiteX2" fmla="*/ 12193149 w 12193149"/>
              <a:gd name="connsiteY2" fmla="*/ 1398521 h 3163521"/>
              <a:gd name="connsiteX3" fmla="*/ 12185986 w 12193149"/>
              <a:gd name="connsiteY3" fmla="*/ 1402971 h 3163521"/>
              <a:gd name="connsiteX4" fmla="*/ 12156363 w 12193149"/>
              <a:gd name="connsiteY4" fmla="*/ 1416148 h 3163521"/>
              <a:gd name="connsiteX5" fmla="*/ 12139215 w 12193149"/>
              <a:gd name="connsiteY5" fmla="*/ 1441961 h 3163521"/>
              <a:gd name="connsiteX6" fmla="*/ 12126327 w 12193149"/>
              <a:gd name="connsiteY6" fmla="*/ 1443472 h 3163521"/>
              <a:gd name="connsiteX7" fmla="*/ 12124007 w 12193149"/>
              <a:gd name="connsiteY7" fmla="*/ 1443576 h 3163521"/>
              <a:gd name="connsiteX8" fmla="*/ 12116854 w 12193149"/>
              <a:gd name="connsiteY8" fmla="*/ 1447390 h 3163521"/>
              <a:gd name="connsiteX9" fmla="*/ 12099497 w 12193149"/>
              <a:gd name="connsiteY9" fmla="*/ 1446921 h 3163521"/>
              <a:gd name="connsiteX10" fmla="*/ 12087073 w 12193149"/>
              <a:gd name="connsiteY10" fmla="*/ 1455123 h 3163521"/>
              <a:gd name="connsiteX11" fmla="*/ 12031073 w 12193149"/>
              <a:gd name="connsiteY11" fmla="*/ 1498791 h 3163521"/>
              <a:gd name="connsiteX12" fmla="*/ 11995833 w 12193149"/>
              <a:gd name="connsiteY12" fmla="*/ 1522240 h 3163521"/>
              <a:gd name="connsiteX13" fmla="*/ 11979717 w 12193149"/>
              <a:gd name="connsiteY13" fmla="*/ 1526943 h 3163521"/>
              <a:gd name="connsiteX14" fmla="*/ 11959046 w 12193149"/>
              <a:gd name="connsiteY14" fmla="*/ 1536340 h 3163521"/>
              <a:gd name="connsiteX15" fmla="*/ 11920454 w 12193149"/>
              <a:gd name="connsiteY15" fmla="*/ 1549665 h 3163521"/>
              <a:gd name="connsiteX16" fmla="*/ 11903656 w 12193149"/>
              <a:gd name="connsiteY16" fmla="*/ 1561208 h 3163521"/>
              <a:gd name="connsiteX17" fmla="*/ 11895048 w 12193149"/>
              <a:gd name="connsiteY17" fmla="*/ 1563573 h 3163521"/>
              <a:gd name="connsiteX18" fmla="*/ 11891968 w 12193149"/>
              <a:gd name="connsiteY18" fmla="*/ 1574511 h 3163521"/>
              <a:gd name="connsiteX19" fmla="*/ 11870776 w 12193149"/>
              <a:gd name="connsiteY19" fmla="*/ 1596598 h 3163521"/>
              <a:gd name="connsiteX20" fmla="*/ 11813376 w 12193149"/>
              <a:gd name="connsiteY20" fmla="*/ 1616441 h 3163521"/>
              <a:gd name="connsiteX21" fmla="*/ 11590693 w 12193149"/>
              <a:gd name="connsiteY21" fmla="*/ 1782559 h 3163521"/>
              <a:gd name="connsiteX22" fmla="*/ 11506817 w 12193149"/>
              <a:gd name="connsiteY22" fmla="*/ 1852405 h 3163521"/>
              <a:gd name="connsiteX23" fmla="*/ 11280332 w 12193149"/>
              <a:gd name="connsiteY23" fmla="*/ 2042353 h 3163521"/>
              <a:gd name="connsiteX24" fmla="*/ 11228309 w 12193149"/>
              <a:gd name="connsiteY24" fmla="*/ 2095018 h 3163521"/>
              <a:gd name="connsiteX25" fmla="*/ 11218087 w 12193149"/>
              <a:gd name="connsiteY25" fmla="*/ 2094743 h 3163521"/>
              <a:gd name="connsiteX26" fmla="*/ 11217184 w 12193149"/>
              <a:gd name="connsiteY26" fmla="*/ 2093800 h 3163521"/>
              <a:gd name="connsiteX27" fmla="*/ 11188885 w 12193149"/>
              <a:gd name="connsiteY27" fmla="*/ 2111165 h 3163521"/>
              <a:gd name="connsiteX28" fmla="*/ 11184501 w 12193149"/>
              <a:gd name="connsiteY28" fmla="*/ 2111307 h 3163521"/>
              <a:gd name="connsiteX29" fmla="*/ 11166854 w 12193149"/>
              <a:gd name="connsiteY29" fmla="*/ 2125394 h 3163521"/>
              <a:gd name="connsiteX30" fmla="*/ 11157311 w 12193149"/>
              <a:gd name="connsiteY30" fmla="*/ 2131196 h 3163521"/>
              <a:gd name="connsiteX31" fmla="*/ 11155496 w 12193149"/>
              <a:gd name="connsiteY31" fmla="*/ 2135879 h 3163521"/>
              <a:gd name="connsiteX32" fmla="*/ 11140961 w 12193149"/>
              <a:gd name="connsiteY32" fmla="*/ 2142897 h 3163521"/>
              <a:gd name="connsiteX33" fmla="*/ 11138961 w 12193149"/>
              <a:gd name="connsiteY33" fmla="*/ 2142554 h 3163521"/>
              <a:gd name="connsiteX34" fmla="*/ 11128208 w 12193149"/>
              <a:gd name="connsiteY34" fmla="*/ 2152614 h 3163521"/>
              <a:gd name="connsiteX35" fmla="*/ 11120691 w 12193149"/>
              <a:gd name="connsiteY35" fmla="*/ 2166206 h 3163521"/>
              <a:gd name="connsiteX36" fmla="*/ 10894683 w 12193149"/>
              <a:gd name="connsiteY36" fmla="*/ 2292181 h 3163521"/>
              <a:gd name="connsiteX37" fmla="*/ 10773300 w 12193149"/>
              <a:gd name="connsiteY37" fmla="*/ 2341973 h 3163521"/>
              <a:gd name="connsiteX38" fmla="*/ 10627668 w 12193149"/>
              <a:gd name="connsiteY38" fmla="*/ 2378011 h 3163521"/>
              <a:gd name="connsiteX39" fmla="*/ 10581895 w 12193149"/>
              <a:gd name="connsiteY39" fmla="*/ 2387471 h 3163521"/>
              <a:gd name="connsiteX40" fmla="*/ 10547790 w 12193149"/>
              <a:gd name="connsiteY40" fmla="*/ 2417205 h 3163521"/>
              <a:gd name="connsiteX41" fmla="*/ 10529643 w 12193149"/>
              <a:gd name="connsiteY41" fmla="*/ 2415689 h 3163521"/>
              <a:gd name="connsiteX42" fmla="*/ 10526446 w 12193149"/>
              <a:gd name="connsiteY42" fmla="*/ 2415193 h 3163521"/>
              <a:gd name="connsiteX43" fmla="*/ 10515129 w 12193149"/>
              <a:gd name="connsiteY43" fmla="*/ 2418319 h 3163521"/>
              <a:gd name="connsiteX44" fmla="*/ 10491735 w 12193149"/>
              <a:gd name="connsiteY44" fmla="*/ 2412938 h 3163521"/>
              <a:gd name="connsiteX45" fmla="*/ 10471418 w 12193149"/>
              <a:gd name="connsiteY45" fmla="*/ 2420475 h 3163521"/>
              <a:gd name="connsiteX46" fmla="*/ 10377042 w 12193149"/>
              <a:gd name="connsiteY46" fmla="*/ 2463380 h 3163521"/>
              <a:gd name="connsiteX47" fmla="*/ 10319338 w 12193149"/>
              <a:gd name="connsiteY47" fmla="*/ 2485003 h 3163521"/>
              <a:gd name="connsiteX48" fmla="*/ 10295467 w 12193149"/>
              <a:gd name="connsiteY48" fmla="*/ 2486861 h 3163521"/>
              <a:gd name="connsiteX49" fmla="*/ 10263443 w 12193149"/>
              <a:gd name="connsiteY49" fmla="*/ 2493730 h 3163521"/>
              <a:gd name="connsiteX50" fmla="*/ 10205418 w 12193149"/>
              <a:gd name="connsiteY50" fmla="*/ 2500931 h 3163521"/>
              <a:gd name="connsiteX51" fmla="*/ 10177759 w 12193149"/>
              <a:gd name="connsiteY51" fmla="*/ 2511725 h 3163521"/>
              <a:gd name="connsiteX52" fmla="*/ 10165070 w 12193149"/>
              <a:gd name="connsiteY52" fmla="*/ 2512521 h 3163521"/>
              <a:gd name="connsiteX53" fmla="*/ 10156308 w 12193149"/>
              <a:gd name="connsiteY53" fmla="*/ 2526269 h 3163521"/>
              <a:gd name="connsiteX54" fmla="*/ 10118267 w 12193149"/>
              <a:gd name="connsiteY54" fmla="*/ 2549924 h 3163521"/>
              <a:gd name="connsiteX55" fmla="*/ 10083317 w 12193149"/>
              <a:gd name="connsiteY55" fmla="*/ 2562078 h 3163521"/>
              <a:gd name="connsiteX56" fmla="*/ 10040388 w 12193149"/>
              <a:gd name="connsiteY56" fmla="*/ 2560414 h 3163521"/>
              <a:gd name="connsiteX57" fmla="*/ 9961167 w 12193149"/>
              <a:gd name="connsiteY57" fmla="*/ 2575929 h 3163521"/>
              <a:gd name="connsiteX58" fmla="*/ 9848940 w 12193149"/>
              <a:gd name="connsiteY58" fmla="*/ 2582697 h 3163521"/>
              <a:gd name="connsiteX59" fmla="*/ 9729457 w 12193149"/>
              <a:gd name="connsiteY59" fmla="*/ 2602904 h 3163521"/>
              <a:gd name="connsiteX60" fmla="*/ 9613704 w 12193149"/>
              <a:gd name="connsiteY60" fmla="*/ 2631153 h 3163521"/>
              <a:gd name="connsiteX61" fmla="*/ 9338590 w 12193149"/>
              <a:gd name="connsiteY61" fmla="*/ 2688075 h 3163521"/>
              <a:gd name="connsiteX62" fmla="*/ 9232518 w 12193149"/>
              <a:gd name="connsiteY62" fmla="*/ 2711931 h 3163521"/>
              <a:gd name="connsiteX63" fmla="*/ 9156690 w 12193149"/>
              <a:gd name="connsiteY63" fmla="*/ 2722010 h 3163521"/>
              <a:gd name="connsiteX64" fmla="*/ 9054601 w 12193149"/>
              <a:gd name="connsiteY64" fmla="*/ 2729537 h 3163521"/>
              <a:gd name="connsiteX65" fmla="*/ 9006634 w 12193149"/>
              <a:gd name="connsiteY65" fmla="*/ 2732822 h 3163521"/>
              <a:gd name="connsiteX66" fmla="*/ 9006349 w 12193149"/>
              <a:gd name="connsiteY66" fmla="*/ 2732582 h 3163521"/>
              <a:gd name="connsiteX67" fmla="*/ 8997380 w 12193149"/>
              <a:gd name="connsiteY67" fmla="*/ 2733793 h 3163521"/>
              <a:gd name="connsiteX68" fmla="*/ 8991542 w 12193149"/>
              <a:gd name="connsiteY68" fmla="*/ 2735854 h 3163521"/>
              <a:gd name="connsiteX69" fmla="*/ 8975485 w 12193149"/>
              <a:gd name="connsiteY69" fmla="*/ 2739080 h 3163521"/>
              <a:gd name="connsiteX70" fmla="*/ 8969159 w 12193149"/>
              <a:gd name="connsiteY70" fmla="*/ 2738380 h 3163521"/>
              <a:gd name="connsiteX71" fmla="*/ 8964196 w 12193149"/>
              <a:gd name="connsiteY71" fmla="*/ 2736155 h 3163521"/>
              <a:gd name="connsiteX72" fmla="*/ 8930136 w 12193149"/>
              <a:gd name="connsiteY72" fmla="*/ 2732967 h 3163521"/>
              <a:gd name="connsiteX73" fmla="*/ 8753592 w 12193149"/>
              <a:gd name="connsiteY73" fmla="*/ 2752199 h 3163521"/>
              <a:gd name="connsiteX74" fmla="*/ 8708995 w 12193149"/>
              <a:gd name="connsiteY74" fmla="*/ 2754300 h 3163521"/>
              <a:gd name="connsiteX75" fmla="*/ 8597219 w 12193149"/>
              <a:gd name="connsiteY75" fmla="*/ 2762872 h 3163521"/>
              <a:gd name="connsiteX76" fmla="*/ 8526378 w 12193149"/>
              <a:gd name="connsiteY76" fmla="*/ 2748030 h 3163521"/>
              <a:gd name="connsiteX77" fmla="*/ 8512131 w 12193149"/>
              <a:gd name="connsiteY77" fmla="*/ 2753945 h 3163521"/>
              <a:gd name="connsiteX78" fmla="*/ 8507315 w 12193149"/>
              <a:gd name="connsiteY78" fmla="*/ 2756946 h 3163521"/>
              <a:gd name="connsiteX79" fmla="*/ 8499116 w 12193149"/>
              <a:gd name="connsiteY79" fmla="*/ 2759684 h 3163521"/>
              <a:gd name="connsiteX80" fmla="*/ 8498742 w 12193149"/>
              <a:gd name="connsiteY80" fmla="*/ 2759505 h 3163521"/>
              <a:gd name="connsiteX81" fmla="*/ 8491397 w 12193149"/>
              <a:gd name="connsiteY81" fmla="*/ 2762555 h 3163521"/>
              <a:gd name="connsiteX82" fmla="*/ 8368330 w 12193149"/>
              <a:gd name="connsiteY82" fmla="*/ 2776597 h 3163521"/>
              <a:gd name="connsiteX83" fmla="*/ 8354947 w 12193149"/>
              <a:gd name="connsiteY83" fmla="*/ 2776791 h 3163521"/>
              <a:gd name="connsiteX84" fmla="*/ 8321252 w 12193149"/>
              <a:gd name="connsiteY84" fmla="*/ 2793369 h 3163521"/>
              <a:gd name="connsiteX85" fmla="*/ 8315581 w 12193149"/>
              <a:gd name="connsiteY85" fmla="*/ 2793695 h 3163521"/>
              <a:gd name="connsiteX86" fmla="*/ 8296322 w 12193149"/>
              <a:gd name="connsiteY86" fmla="*/ 2807590 h 3163521"/>
              <a:gd name="connsiteX87" fmla="*/ 8285424 w 12193149"/>
              <a:gd name="connsiteY87" fmla="*/ 2813413 h 3163521"/>
              <a:gd name="connsiteX88" fmla="*/ 8284298 w 12193149"/>
              <a:gd name="connsiteY88" fmla="*/ 2817856 h 3163521"/>
              <a:gd name="connsiteX89" fmla="*/ 8267224 w 12193149"/>
              <a:gd name="connsiteY89" fmla="*/ 2825031 h 3163521"/>
              <a:gd name="connsiteX90" fmla="*/ 8264525 w 12193149"/>
              <a:gd name="connsiteY90" fmla="*/ 2824801 h 3163521"/>
              <a:gd name="connsiteX91" fmla="*/ 8253181 w 12193149"/>
              <a:gd name="connsiteY91" fmla="*/ 2834644 h 3163521"/>
              <a:gd name="connsiteX92" fmla="*/ 8246982 w 12193149"/>
              <a:gd name="connsiteY92" fmla="*/ 2847636 h 3163521"/>
              <a:gd name="connsiteX93" fmla="*/ 8091420 w 12193149"/>
              <a:gd name="connsiteY93" fmla="*/ 2893797 h 3163521"/>
              <a:gd name="connsiteX94" fmla="*/ 7906555 w 12193149"/>
              <a:gd name="connsiteY94" fmla="*/ 2935770 h 3163521"/>
              <a:gd name="connsiteX95" fmla="*/ 7719893 w 12193149"/>
              <a:gd name="connsiteY95" fmla="*/ 2961485 h 3163521"/>
              <a:gd name="connsiteX96" fmla="*/ 7615495 w 12193149"/>
              <a:gd name="connsiteY96" fmla="*/ 2958014 h 3163521"/>
              <a:gd name="connsiteX97" fmla="*/ 7528691 w 12193149"/>
              <a:gd name="connsiteY97" fmla="*/ 2963842 h 3163521"/>
              <a:gd name="connsiteX98" fmla="*/ 7520719 w 12193149"/>
              <a:gd name="connsiteY98" fmla="*/ 2966395 h 3163521"/>
              <a:gd name="connsiteX99" fmla="*/ 7508559 w 12193149"/>
              <a:gd name="connsiteY99" fmla="*/ 2967730 h 3163521"/>
              <a:gd name="connsiteX100" fmla="*/ 7508188 w 12193149"/>
              <a:gd name="connsiteY100" fmla="*/ 2967403 h 3163521"/>
              <a:gd name="connsiteX101" fmla="*/ 7496943 w 12193149"/>
              <a:gd name="connsiteY101" fmla="*/ 2969355 h 3163521"/>
              <a:gd name="connsiteX102" fmla="*/ 7219707 w 12193149"/>
              <a:gd name="connsiteY102" fmla="*/ 2975462 h 3163521"/>
              <a:gd name="connsiteX103" fmla="*/ 7202249 w 12193149"/>
              <a:gd name="connsiteY103" fmla="*/ 2980012 h 3163521"/>
              <a:gd name="connsiteX104" fmla="*/ 7198152 w 12193149"/>
              <a:gd name="connsiteY104" fmla="*/ 2985370 h 3163521"/>
              <a:gd name="connsiteX105" fmla="*/ 7171956 w 12193149"/>
              <a:gd name="connsiteY105" fmla="*/ 2990018 h 3163521"/>
              <a:gd name="connsiteX106" fmla="*/ 7098136 w 12193149"/>
              <a:gd name="connsiteY106" fmla="*/ 3002246 h 3163521"/>
              <a:gd name="connsiteX107" fmla="*/ 7019644 w 12193149"/>
              <a:gd name="connsiteY107" fmla="*/ 3001872 h 3163521"/>
              <a:gd name="connsiteX108" fmla="*/ 6905294 w 12193149"/>
              <a:gd name="connsiteY108" fmla="*/ 3031378 h 3163521"/>
              <a:gd name="connsiteX109" fmla="*/ 6709370 w 12193149"/>
              <a:gd name="connsiteY109" fmla="*/ 3059333 h 3163521"/>
              <a:gd name="connsiteX110" fmla="*/ 6550602 w 12193149"/>
              <a:gd name="connsiteY110" fmla="*/ 3088109 h 3163521"/>
              <a:gd name="connsiteX111" fmla="*/ 6318708 w 12193149"/>
              <a:gd name="connsiteY111" fmla="*/ 3134909 h 3163521"/>
              <a:gd name="connsiteX112" fmla="*/ 6169822 w 12193149"/>
              <a:gd name="connsiteY112" fmla="*/ 3136996 h 3163521"/>
              <a:gd name="connsiteX113" fmla="*/ 6074996 w 12193149"/>
              <a:gd name="connsiteY113" fmla="*/ 3157458 h 3163521"/>
              <a:gd name="connsiteX114" fmla="*/ 6069677 w 12193149"/>
              <a:gd name="connsiteY114" fmla="*/ 3155921 h 3163521"/>
              <a:gd name="connsiteX115" fmla="*/ 6049786 w 12193149"/>
              <a:gd name="connsiteY115" fmla="*/ 3156604 h 3163521"/>
              <a:gd name="connsiteX116" fmla="*/ 6042433 w 12193149"/>
              <a:gd name="connsiteY116" fmla="*/ 3148255 h 3163521"/>
              <a:gd name="connsiteX117" fmla="*/ 6011238 w 12193149"/>
              <a:gd name="connsiteY117" fmla="*/ 3143162 h 3163521"/>
              <a:gd name="connsiteX118" fmla="*/ 5958523 w 12193149"/>
              <a:gd name="connsiteY118" fmla="*/ 3146806 h 3163521"/>
              <a:gd name="connsiteX119" fmla="*/ 5760067 w 12193149"/>
              <a:gd name="connsiteY119" fmla="*/ 3162498 h 3163521"/>
              <a:gd name="connsiteX120" fmla="*/ 5628108 w 12193149"/>
              <a:gd name="connsiteY120" fmla="*/ 3163521 h 3163521"/>
              <a:gd name="connsiteX121" fmla="*/ 5472054 w 12193149"/>
              <a:gd name="connsiteY121" fmla="*/ 3149501 h 3163521"/>
              <a:gd name="connsiteX122" fmla="*/ 5433909 w 12193149"/>
              <a:gd name="connsiteY122" fmla="*/ 3138248 h 3163521"/>
              <a:gd name="connsiteX123" fmla="*/ 5382817 w 12193149"/>
              <a:gd name="connsiteY123" fmla="*/ 3120546 h 3163521"/>
              <a:gd name="connsiteX124" fmla="*/ 5262912 w 12193149"/>
              <a:gd name="connsiteY124" fmla="*/ 3100129 h 3163521"/>
              <a:gd name="connsiteX125" fmla="*/ 5224109 w 12193149"/>
              <a:gd name="connsiteY125" fmla="*/ 3089005 h 3163521"/>
              <a:gd name="connsiteX126" fmla="*/ 5175808 w 12193149"/>
              <a:gd name="connsiteY126" fmla="*/ 3086015 h 3163521"/>
              <a:gd name="connsiteX127" fmla="*/ 5157702 w 12193149"/>
              <a:gd name="connsiteY127" fmla="*/ 3078792 h 3163521"/>
              <a:gd name="connsiteX128" fmla="*/ 5143747 w 12193149"/>
              <a:gd name="connsiteY128" fmla="*/ 3075392 h 3163521"/>
              <a:gd name="connsiteX129" fmla="*/ 5140744 w 12193149"/>
              <a:gd name="connsiteY129" fmla="*/ 3073291 h 3163521"/>
              <a:gd name="connsiteX130" fmla="*/ 5122807 w 12193149"/>
              <a:gd name="connsiteY130" fmla="*/ 3062438 h 3163521"/>
              <a:gd name="connsiteX131" fmla="*/ 5066938 w 12193149"/>
              <a:gd name="connsiteY131" fmla="*/ 3069009 h 3163521"/>
              <a:gd name="connsiteX132" fmla="*/ 5012662 w 12193149"/>
              <a:gd name="connsiteY132" fmla="*/ 3052628 h 3163521"/>
              <a:gd name="connsiteX133" fmla="*/ 4841589 w 12193149"/>
              <a:gd name="connsiteY133" fmla="*/ 3028611 h 3163521"/>
              <a:gd name="connsiteX134" fmla="*/ 4763595 w 12193149"/>
              <a:gd name="connsiteY134" fmla="*/ 3000843 h 3163521"/>
              <a:gd name="connsiteX135" fmla="*/ 4724334 w 12193149"/>
              <a:gd name="connsiteY135" fmla="*/ 2991829 h 3163521"/>
              <a:gd name="connsiteX136" fmla="*/ 4722324 w 12193149"/>
              <a:gd name="connsiteY136" fmla="*/ 2991080 h 3163521"/>
              <a:gd name="connsiteX137" fmla="*/ 4723259 w 12193149"/>
              <a:gd name="connsiteY137" fmla="*/ 2990869 h 3163521"/>
              <a:gd name="connsiteX138" fmla="*/ 4718350 w 12193149"/>
              <a:gd name="connsiteY138" fmla="*/ 2989599 h 3163521"/>
              <a:gd name="connsiteX139" fmla="*/ 4722324 w 12193149"/>
              <a:gd name="connsiteY139" fmla="*/ 2991080 h 3163521"/>
              <a:gd name="connsiteX140" fmla="*/ 4716674 w 12193149"/>
              <a:gd name="connsiteY140" fmla="*/ 2992355 h 3163521"/>
              <a:gd name="connsiteX141" fmla="*/ 4516962 w 12193149"/>
              <a:gd name="connsiteY141" fmla="*/ 2982453 h 3163521"/>
              <a:gd name="connsiteX142" fmla="*/ 4429691 w 12193149"/>
              <a:gd name="connsiteY142" fmla="*/ 2971802 h 3163521"/>
              <a:gd name="connsiteX143" fmla="*/ 4364023 w 12193149"/>
              <a:gd name="connsiteY143" fmla="*/ 2970456 h 3163521"/>
              <a:gd name="connsiteX144" fmla="*/ 4318114 w 12193149"/>
              <a:gd name="connsiteY144" fmla="*/ 2977071 h 3163521"/>
              <a:gd name="connsiteX145" fmla="*/ 4316258 w 12193149"/>
              <a:gd name="connsiteY145" fmla="*/ 2975730 h 3163521"/>
              <a:gd name="connsiteX146" fmla="*/ 4296292 w 12193149"/>
              <a:gd name="connsiteY146" fmla="*/ 2973851 h 3163521"/>
              <a:gd name="connsiteX147" fmla="*/ 4291212 w 12193149"/>
              <a:gd name="connsiteY147" fmla="*/ 2976768 h 3163521"/>
              <a:gd name="connsiteX148" fmla="*/ 4277290 w 12193149"/>
              <a:gd name="connsiteY148" fmla="*/ 2976522 h 3163521"/>
              <a:gd name="connsiteX149" fmla="*/ 4249265 w 12193149"/>
              <a:gd name="connsiteY149" fmla="*/ 2978846 h 3163521"/>
              <a:gd name="connsiteX150" fmla="*/ 4203199 w 12193149"/>
              <a:gd name="connsiteY150" fmla="*/ 2976051 h 3163521"/>
              <a:gd name="connsiteX151" fmla="*/ 4202893 w 12193149"/>
              <a:gd name="connsiteY151" fmla="*/ 2974792 h 3163521"/>
              <a:gd name="connsiteX152" fmla="*/ 4192396 w 12193149"/>
              <a:gd name="connsiteY152" fmla="*/ 2969158 h 3163521"/>
              <a:gd name="connsiteX153" fmla="*/ 4143893 w 12193149"/>
              <a:gd name="connsiteY153" fmla="*/ 2953293 h 3163521"/>
              <a:gd name="connsiteX154" fmla="*/ 4084245 w 12193149"/>
              <a:gd name="connsiteY154" fmla="*/ 2926760 h 3163521"/>
              <a:gd name="connsiteX155" fmla="*/ 4075694 w 12193149"/>
              <a:gd name="connsiteY155" fmla="*/ 2925925 h 3163521"/>
              <a:gd name="connsiteX156" fmla="*/ 4075575 w 12193149"/>
              <a:gd name="connsiteY156" fmla="*/ 2925626 h 3163521"/>
              <a:gd name="connsiteX157" fmla="*/ 4066658 w 12193149"/>
              <a:gd name="connsiteY157" fmla="*/ 2924182 h 3163521"/>
              <a:gd name="connsiteX158" fmla="*/ 4060102 w 12193149"/>
              <a:gd name="connsiteY158" fmla="*/ 2924400 h 3163521"/>
              <a:gd name="connsiteX159" fmla="*/ 4043512 w 12193149"/>
              <a:gd name="connsiteY159" fmla="*/ 2922779 h 3163521"/>
              <a:gd name="connsiteX160" fmla="*/ 4038145 w 12193149"/>
              <a:gd name="connsiteY160" fmla="*/ 2920345 h 3163521"/>
              <a:gd name="connsiteX161" fmla="*/ 4036511 w 12193149"/>
              <a:gd name="connsiteY161" fmla="*/ 2916678 h 3163521"/>
              <a:gd name="connsiteX162" fmla="*/ 4034926 w 12193149"/>
              <a:gd name="connsiteY162" fmla="*/ 2916913 h 3163521"/>
              <a:gd name="connsiteX163" fmla="*/ 4005686 w 12193149"/>
              <a:gd name="connsiteY163" fmla="*/ 2904345 h 3163521"/>
              <a:gd name="connsiteX164" fmla="*/ 3937994 w 12193149"/>
              <a:gd name="connsiteY164" fmla="*/ 2886888 h 3163521"/>
              <a:gd name="connsiteX165" fmla="*/ 3898423 w 12193149"/>
              <a:gd name="connsiteY165" fmla="*/ 2881233 h 3163521"/>
              <a:gd name="connsiteX166" fmla="*/ 3790908 w 12193149"/>
              <a:gd name="connsiteY166" fmla="*/ 2860995 h 3163521"/>
              <a:gd name="connsiteX167" fmla="*/ 3683661 w 12193149"/>
              <a:gd name="connsiteY167" fmla="*/ 2837072 h 3163521"/>
              <a:gd name="connsiteX168" fmla="*/ 3611183 w 12193149"/>
              <a:gd name="connsiteY168" fmla="*/ 2804801 h 3163521"/>
              <a:gd name="connsiteX169" fmla="*/ 3605003 w 12193149"/>
              <a:gd name="connsiteY169" fmla="*/ 2806163 h 3163521"/>
              <a:gd name="connsiteX170" fmla="*/ 3595884 w 12193149"/>
              <a:gd name="connsiteY170" fmla="*/ 2806327 h 3163521"/>
              <a:gd name="connsiteX171" fmla="*/ 3595649 w 12193149"/>
              <a:gd name="connsiteY171" fmla="*/ 2806058 h 3163521"/>
              <a:gd name="connsiteX172" fmla="*/ 3587126 w 12193149"/>
              <a:gd name="connsiteY172" fmla="*/ 2806748 h 3163521"/>
              <a:gd name="connsiteX173" fmla="*/ 3537283 w 12193149"/>
              <a:gd name="connsiteY173" fmla="*/ 2797049 h 3163521"/>
              <a:gd name="connsiteX174" fmla="*/ 3474371 w 12193149"/>
              <a:gd name="connsiteY174" fmla="*/ 2793388 h 3163521"/>
              <a:gd name="connsiteX175" fmla="*/ 3401876 w 12193149"/>
              <a:gd name="connsiteY175" fmla="*/ 2781340 h 3163521"/>
              <a:gd name="connsiteX176" fmla="*/ 3365036 w 12193149"/>
              <a:gd name="connsiteY176" fmla="*/ 2798292 h 3163521"/>
              <a:gd name="connsiteX177" fmla="*/ 3345174 w 12193149"/>
              <a:gd name="connsiteY177" fmla="*/ 2799974 h 3163521"/>
              <a:gd name="connsiteX178" fmla="*/ 3342846 w 12193149"/>
              <a:gd name="connsiteY178" fmla="*/ 2798999 h 3163521"/>
              <a:gd name="connsiteX179" fmla="*/ 3263504 w 12193149"/>
              <a:gd name="connsiteY179" fmla="*/ 2804876 h 3163521"/>
              <a:gd name="connsiteX180" fmla="*/ 3143704 w 12193149"/>
              <a:gd name="connsiteY180" fmla="*/ 2812651 h 3163521"/>
              <a:gd name="connsiteX181" fmla="*/ 3031439 w 12193149"/>
              <a:gd name="connsiteY181" fmla="*/ 2815294 h 3163521"/>
              <a:gd name="connsiteX182" fmla="*/ 2782717 w 12193149"/>
              <a:gd name="connsiteY182" fmla="*/ 2837115 h 3163521"/>
              <a:gd name="connsiteX183" fmla="*/ 2647675 w 12193149"/>
              <a:gd name="connsiteY183" fmla="*/ 2847651 h 3163521"/>
              <a:gd name="connsiteX184" fmla="*/ 2569176 w 12193149"/>
              <a:gd name="connsiteY184" fmla="*/ 2821410 h 3163521"/>
              <a:gd name="connsiteX185" fmla="*/ 2444403 w 12193149"/>
              <a:gd name="connsiteY185" fmla="*/ 2835311 h 3163521"/>
              <a:gd name="connsiteX186" fmla="*/ 2316260 w 12193149"/>
              <a:gd name="connsiteY186" fmla="*/ 2843778 h 3163521"/>
              <a:gd name="connsiteX187" fmla="*/ 2209726 w 12193149"/>
              <a:gd name="connsiteY187" fmla="*/ 2838545 h 3163521"/>
              <a:gd name="connsiteX188" fmla="*/ 2095813 w 12193149"/>
              <a:gd name="connsiteY188" fmla="*/ 2821834 h 3163521"/>
              <a:gd name="connsiteX189" fmla="*/ 1998504 w 12193149"/>
              <a:gd name="connsiteY189" fmla="*/ 2813814 h 3163521"/>
              <a:gd name="connsiteX190" fmla="*/ 1929320 w 12193149"/>
              <a:gd name="connsiteY190" fmla="*/ 2835759 h 3163521"/>
              <a:gd name="connsiteX191" fmla="*/ 1922798 w 12193149"/>
              <a:gd name="connsiteY191" fmla="*/ 2830928 h 3163521"/>
              <a:gd name="connsiteX192" fmla="*/ 1874228 w 12193149"/>
              <a:gd name="connsiteY192" fmla="*/ 2832523 h 3163521"/>
              <a:gd name="connsiteX193" fmla="*/ 1787803 w 12193149"/>
              <a:gd name="connsiteY193" fmla="*/ 2860145 h 3163521"/>
              <a:gd name="connsiteX194" fmla="*/ 1739352 w 12193149"/>
              <a:gd name="connsiteY194" fmla="*/ 2855094 h 3163521"/>
              <a:gd name="connsiteX195" fmla="*/ 1676219 w 12193149"/>
              <a:gd name="connsiteY195" fmla="*/ 2838745 h 3163521"/>
              <a:gd name="connsiteX196" fmla="*/ 1609817 w 12193149"/>
              <a:gd name="connsiteY196" fmla="*/ 2831848 h 3163521"/>
              <a:gd name="connsiteX197" fmla="*/ 1497258 w 12193149"/>
              <a:gd name="connsiteY197" fmla="*/ 2806258 h 3163521"/>
              <a:gd name="connsiteX198" fmla="*/ 1151127 w 12193149"/>
              <a:gd name="connsiteY198" fmla="*/ 2756823 h 3163521"/>
              <a:gd name="connsiteX199" fmla="*/ 859417 w 12193149"/>
              <a:gd name="connsiteY199" fmla="*/ 2747390 h 3163521"/>
              <a:gd name="connsiteX200" fmla="*/ 838688 w 12193149"/>
              <a:gd name="connsiteY200" fmla="*/ 2748603 h 3163521"/>
              <a:gd name="connsiteX201" fmla="*/ 817957 w 12193149"/>
              <a:gd name="connsiteY201" fmla="*/ 2746639 h 3163521"/>
              <a:gd name="connsiteX202" fmla="*/ 812654 w 12193149"/>
              <a:gd name="connsiteY202" fmla="*/ 2749533 h 3163521"/>
              <a:gd name="connsiteX203" fmla="*/ 721195 w 12193149"/>
              <a:gd name="connsiteY203" fmla="*/ 2748443 h 3163521"/>
              <a:gd name="connsiteX204" fmla="*/ 720890 w 12193149"/>
              <a:gd name="connsiteY204" fmla="*/ 2747181 h 3163521"/>
              <a:gd name="connsiteX205" fmla="*/ 710023 w 12193149"/>
              <a:gd name="connsiteY205" fmla="*/ 2741504 h 3163521"/>
              <a:gd name="connsiteX206" fmla="*/ 597940 w 12193149"/>
              <a:gd name="connsiteY206" fmla="*/ 2698646 h 3163521"/>
              <a:gd name="connsiteX207" fmla="*/ 579683 w 12193149"/>
              <a:gd name="connsiteY207" fmla="*/ 2695994 h 3163521"/>
              <a:gd name="connsiteX208" fmla="*/ 572865 w 12193149"/>
              <a:gd name="connsiteY208" fmla="*/ 2696183 h 3163521"/>
              <a:gd name="connsiteX209" fmla="*/ 446247 w 12193149"/>
              <a:gd name="connsiteY209" fmla="*/ 2658153 h 3163521"/>
              <a:gd name="connsiteX210" fmla="*/ 405163 w 12193149"/>
              <a:gd name="connsiteY210" fmla="*/ 2652330 h 3163521"/>
              <a:gd name="connsiteX211" fmla="*/ 293583 w 12193149"/>
              <a:gd name="connsiteY211" fmla="*/ 2631634 h 3163521"/>
              <a:gd name="connsiteX212" fmla="*/ 119529 w 12193149"/>
              <a:gd name="connsiteY212" fmla="*/ 2579829 h 3163521"/>
              <a:gd name="connsiteX213" fmla="*/ 16674 w 12193149"/>
              <a:gd name="connsiteY213" fmla="*/ 2576973 h 3163521"/>
              <a:gd name="connsiteX214" fmla="*/ 1150 w 12193149"/>
              <a:gd name="connsiteY214" fmla="*/ 2571504 h 3163521"/>
              <a:gd name="connsiteX215" fmla="*/ 1148 w 12193149"/>
              <a:gd name="connsiteY215" fmla="*/ 1040995 h 3163521"/>
              <a:gd name="connsiteX216" fmla="*/ 1148 w 12193149"/>
              <a:gd name="connsiteY216" fmla="*/ 818782 h 3163521"/>
              <a:gd name="connsiteX0" fmla="*/ 1148 w 12193149"/>
              <a:gd name="connsiteY0" fmla="*/ 0 h 3171710"/>
              <a:gd name="connsiteX1" fmla="*/ 12181789 w 12193149"/>
              <a:gd name="connsiteY1" fmla="*/ 8189 h 3171710"/>
              <a:gd name="connsiteX2" fmla="*/ 12193149 w 12193149"/>
              <a:gd name="connsiteY2" fmla="*/ 1406710 h 3171710"/>
              <a:gd name="connsiteX3" fmla="*/ 12185986 w 12193149"/>
              <a:gd name="connsiteY3" fmla="*/ 1411160 h 3171710"/>
              <a:gd name="connsiteX4" fmla="*/ 12156363 w 12193149"/>
              <a:gd name="connsiteY4" fmla="*/ 1424337 h 3171710"/>
              <a:gd name="connsiteX5" fmla="*/ 12139215 w 12193149"/>
              <a:gd name="connsiteY5" fmla="*/ 1450150 h 3171710"/>
              <a:gd name="connsiteX6" fmla="*/ 12126327 w 12193149"/>
              <a:gd name="connsiteY6" fmla="*/ 1451661 h 3171710"/>
              <a:gd name="connsiteX7" fmla="*/ 12124007 w 12193149"/>
              <a:gd name="connsiteY7" fmla="*/ 1451765 h 3171710"/>
              <a:gd name="connsiteX8" fmla="*/ 12116854 w 12193149"/>
              <a:gd name="connsiteY8" fmla="*/ 1455579 h 3171710"/>
              <a:gd name="connsiteX9" fmla="*/ 12099497 w 12193149"/>
              <a:gd name="connsiteY9" fmla="*/ 1455110 h 3171710"/>
              <a:gd name="connsiteX10" fmla="*/ 12087073 w 12193149"/>
              <a:gd name="connsiteY10" fmla="*/ 1463312 h 3171710"/>
              <a:gd name="connsiteX11" fmla="*/ 12031073 w 12193149"/>
              <a:gd name="connsiteY11" fmla="*/ 1506980 h 3171710"/>
              <a:gd name="connsiteX12" fmla="*/ 11995833 w 12193149"/>
              <a:gd name="connsiteY12" fmla="*/ 1530429 h 3171710"/>
              <a:gd name="connsiteX13" fmla="*/ 11979717 w 12193149"/>
              <a:gd name="connsiteY13" fmla="*/ 1535132 h 3171710"/>
              <a:gd name="connsiteX14" fmla="*/ 11959046 w 12193149"/>
              <a:gd name="connsiteY14" fmla="*/ 1544529 h 3171710"/>
              <a:gd name="connsiteX15" fmla="*/ 11920454 w 12193149"/>
              <a:gd name="connsiteY15" fmla="*/ 1557854 h 3171710"/>
              <a:gd name="connsiteX16" fmla="*/ 11903656 w 12193149"/>
              <a:gd name="connsiteY16" fmla="*/ 1569397 h 3171710"/>
              <a:gd name="connsiteX17" fmla="*/ 11895048 w 12193149"/>
              <a:gd name="connsiteY17" fmla="*/ 1571762 h 3171710"/>
              <a:gd name="connsiteX18" fmla="*/ 11891968 w 12193149"/>
              <a:gd name="connsiteY18" fmla="*/ 1582700 h 3171710"/>
              <a:gd name="connsiteX19" fmla="*/ 11870776 w 12193149"/>
              <a:gd name="connsiteY19" fmla="*/ 1604787 h 3171710"/>
              <a:gd name="connsiteX20" fmla="*/ 11813376 w 12193149"/>
              <a:gd name="connsiteY20" fmla="*/ 1624630 h 3171710"/>
              <a:gd name="connsiteX21" fmla="*/ 11590693 w 12193149"/>
              <a:gd name="connsiteY21" fmla="*/ 1790748 h 3171710"/>
              <a:gd name="connsiteX22" fmla="*/ 11506817 w 12193149"/>
              <a:gd name="connsiteY22" fmla="*/ 1860594 h 3171710"/>
              <a:gd name="connsiteX23" fmla="*/ 11280332 w 12193149"/>
              <a:gd name="connsiteY23" fmla="*/ 2050542 h 3171710"/>
              <a:gd name="connsiteX24" fmla="*/ 11228309 w 12193149"/>
              <a:gd name="connsiteY24" fmla="*/ 2103207 h 3171710"/>
              <a:gd name="connsiteX25" fmla="*/ 11218087 w 12193149"/>
              <a:gd name="connsiteY25" fmla="*/ 2102932 h 3171710"/>
              <a:gd name="connsiteX26" fmla="*/ 11217184 w 12193149"/>
              <a:gd name="connsiteY26" fmla="*/ 2101989 h 3171710"/>
              <a:gd name="connsiteX27" fmla="*/ 11188885 w 12193149"/>
              <a:gd name="connsiteY27" fmla="*/ 2119354 h 3171710"/>
              <a:gd name="connsiteX28" fmla="*/ 11184501 w 12193149"/>
              <a:gd name="connsiteY28" fmla="*/ 2119496 h 3171710"/>
              <a:gd name="connsiteX29" fmla="*/ 11166854 w 12193149"/>
              <a:gd name="connsiteY29" fmla="*/ 2133583 h 3171710"/>
              <a:gd name="connsiteX30" fmla="*/ 11157311 w 12193149"/>
              <a:gd name="connsiteY30" fmla="*/ 2139385 h 3171710"/>
              <a:gd name="connsiteX31" fmla="*/ 11155496 w 12193149"/>
              <a:gd name="connsiteY31" fmla="*/ 2144068 h 3171710"/>
              <a:gd name="connsiteX32" fmla="*/ 11140961 w 12193149"/>
              <a:gd name="connsiteY32" fmla="*/ 2151086 h 3171710"/>
              <a:gd name="connsiteX33" fmla="*/ 11138961 w 12193149"/>
              <a:gd name="connsiteY33" fmla="*/ 2150743 h 3171710"/>
              <a:gd name="connsiteX34" fmla="*/ 11128208 w 12193149"/>
              <a:gd name="connsiteY34" fmla="*/ 2160803 h 3171710"/>
              <a:gd name="connsiteX35" fmla="*/ 11120691 w 12193149"/>
              <a:gd name="connsiteY35" fmla="*/ 2174395 h 3171710"/>
              <a:gd name="connsiteX36" fmla="*/ 10894683 w 12193149"/>
              <a:gd name="connsiteY36" fmla="*/ 2300370 h 3171710"/>
              <a:gd name="connsiteX37" fmla="*/ 10773300 w 12193149"/>
              <a:gd name="connsiteY37" fmla="*/ 2350162 h 3171710"/>
              <a:gd name="connsiteX38" fmla="*/ 10627668 w 12193149"/>
              <a:gd name="connsiteY38" fmla="*/ 2386200 h 3171710"/>
              <a:gd name="connsiteX39" fmla="*/ 10581895 w 12193149"/>
              <a:gd name="connsiteY39" fmla="*/ 2395660 h 3171710"/>
              <a:gd name="connsiteX40" fmla="*/ 10547790 w 12193149"/>
              <a:gd name="connsiteY40" fmla="*/ 2425394 h 3171710"/>
              <a:gd name="connsiteX41" fmla="*/ 10529643 w 12193149"/>
              <a:gd name="connsiteY41" fmla="*/ 2423878 h 3171710"/>
              <a:gd name="connsiteX42" fmla="*/ 10526446 w 12193149"/>
              <a:gd name="connsiteY42" fmla="*/ 2423382 h 3171710"/>
              <a:gd name="connsiteX43" fmla="*/ 10515129 w 12193149"/>
              <a:gd name="connsiteY43" fmla="*/ 2426508 h 3171710"/>
              <a:gd name="connsiteX44" fmla="*/ 10491735 w 12193149"/>
              <a:gd name="connsiteY44" fmla="*/ 2421127 h 3171710"/>
              <a:gd name="connsiteX45" fmla="*/ 10471418 w 12193149"/>
              <a:gd name="connsiteY45" fmla="*/ 2428664 h 3171710"/>
              <a:gd name="connsiteX46" fmla="*/ 10377042 w 12193149"/>
              <a:gd name="connsiteY46" fmla="*/ 2471569 h 3171710"/>
              <a:gd name="connsiteX47" fmla="*/ 10319338 w 12193149"/>
              <a:gd name="connsiteY47" fmla="*/ 2493192 h 3171710"/>
              <a:gd name="connsiteX48" fmla="*/ 10295467 w 12193149"/>
              <a:gd name="connsiteY48" fmla="*/ 2495050 h 3171710"/>
              <a:gd name="connsiteX49" fmla="*/ 10263443 w 12193149"/>
              <a:gd name="connsiteY49" fmla="*/ 2501919 h 3171710"/>
              <a:gd name="connsiteX50" fmla="*/ 10205418 w 12193149"/>
              <a:gd name="connsiteY50" fmla="*/ 2509120 h 3171710"/>
              <a:gd name="connsiteX51" fmla="*/ 10177759 w 12193149"/>
              <a:gd name="connsiteY51" fmla="*/ 2519914 h 3171710"/>
              <a:gd name="connsiteX52" fmla="*/ 10165070 w 12193149"/>
              <a:gd name="connsiteY52" fmla="*/ 2520710 h 3171710"/>
              <a:gd name="connsiteX53" fmla="*/ 10156308 w 12193149"/>
              <a:gd name="connsiteY53" fmla="*/ 2534458 h 3171710"/>
              <a:gd name="connsiteX54" fmla="*/ 10118267 w 12193149"/>
              <a:gd name="connsiteY54" fmla="*/ 2558113 h 3171710"/>
              <a:gd name="connsiteX55" fmla="*/ 10083317 w 12193149"/>
              <a:gd name="connsiteY55" fmla="*/ 2570267 h 3171710"/>
              <a:gd name="connsiteX56" fmla="*/ 10040388 w 12193149"/>
              <a:gd name="connsiteY56" fmla="*/ 2568603 h 3171710"/>
              <a:gd name="connsiteX57" fmla="*/ 9961167 w 12193149"/>
              <a:gd name="connsiteY57" fmla="*/ 2584118 h 3171710"/>
              <a:gd name="connsiteX58" fmla="*/ 9848940 w 12193149"/>
              <a:gd name="connsiteY58" fmla="*/ 2590886 h 3171710"/>
              <a:gd name="connsiteX59" fmla="*/ 9729457 w 12193149"/>
              <a:gd name="connsiteY59" fmla="*/ 2611093 h 3171710"/>
              <a:gd name="connsiteX60" fmla="*/ 9613704 w 12193149"/>
              <a:gd name="connsiteY60" fmla="*/ 2639342 h 3171710"/>
              <a:gd name="connsiteX61" fmla="*/ 9338590 w 12193149"/>
              <a:gd name="connsiteY61" fmla="*/ 2696264 h 3171710"/>
              <a:gd name="connsiteX62" fmla="*/ 9232518 w 12193149"/>
              <a:gd name="connsiteY62" fmla="*/ 2720120 h 3171710"/>
              <a:gd name="connsiteX63" fmla="*/ 9156690 w 12193149"/>
              <a:gd name="connsiteY63" fmla="*/ 2730199 h 3171710"/>
              <a:gd name="connsiteX64" fmla="*/ 9054601 w 12193149"/>
              <a:gd name="connsiteY64" fmla="*/ 2737726 h 3171710"/>
              <a:gd name="connsiteX65" fmla="*/ 9006634 w 12193149"/>
              <a:gd name="connsiteY65" fmla="*/ 2741011 h 3171710"/>
              <a:gd name="connsiteX66" fmla="*/ 9006349 w 12193149"/>
              <a:gd name="connsiteY66" fmla="*/ 2740771 h 3171710"/>
              <a:gd name="connsiteX67" fmla="*/ 8997380 w 12193149"/>
              <a:gd name="connsiteY67" fmla="*/ 2741982 h 3171710"/>
              <a:gd name="connsiteX68" fmla="*/ 8991542 w 12193149"/>
              <a:gd name="connsiteY68" fmla="*/ 2744043 h 3171710"/>
              <a:gd name="connsiteX69" fmla="*/ 8975485 w 12193149"/>
              <a:gd name="connsiteY69" fmla="*/ 2747269 h 3171710"/>
              <a:gd name="connsiteX70" fmla="*/ 8969159 w 12193149"/>
              <a:gd name="connsiteY70" fmla="*/ 2746569 h 3171710"/>
              <a:gd name="connsiteX71" fmla="*/ 8964196 w 12193149"/>
              <a:gd name="connsiteY71" fmla="*/ 2744344 h 3171710"/>
              <a:gd name="connsiteX72" fmla="*/ 8930136 w 12193149"/>
              <a:gd name="connsiteY72" fmla="*/ 2741156 h 3171710"/>
              <a:gd name="connsiteX73" fmla="*/ 8753592 w 12193149"/>
              <a:gd name="connsiteY73" fmla="*/ 2760388 h 3171710"/>
              <a:gd name="connsiteX74" fmla="*/ 8708995 w 12193149"/>
              <a:gd name="connsiteY74" fmla="*/ 2762489 h 3171710"/>
              <a:gd name="connsiteX75" fmla="*/ 8597219 w 12193149"/>
              <a:gd name="connsiteY75" fmla="*/ 2771061 h 3171710"/>
              <a:gd name="connsiteX76" fmla="*/ 8526378 w 12193149"/>
              <a:gd name="connsiteY76" fmla="*/ 2756219 h 3171710"/>
              <a:gd name="connsiteX77" fmla="*/ 8512131 w 12193149"/>
              <a:gd name="connsiteY77" fmla="*/ 2762134 h 3171710"/>
              <a:gd name="connsiteX78" fmla="*/ 8507315 w 12193149"/>
              <a:gd name="connsiteY78" fmla="*/ 2765135 h 3171710"/>
              <a:gd name="connsiteX79" fmla="*/ 8499116 w 12193149"/>
              <a:gd name="connsiteY79" fmla="*/ 2767873 h 3171710"/>
              <a:gd name="connsiteX80" fmla="*/ 8498742 w 12193149"/>
              <a:gd name="connsiteY80" fmla="*/ 2767694 h 3171710"/>
              <a:gd name="connsiteX81" fmla="*/ 8491397 w 12193149"/>
              <a:gd name="connsiteY81" fmla="*/ 2770744 h 3171710"/>
              <a:gd name="connsiteX82" fmla="*/ 8368330 w 12193149"/>
              <a:gd name="connsiteY82" fmla="*/ 2784786 h 3171710"/>
              <a:gd name="connsiteX83" fmla="*/ 8354947 w 12193149"/>
              <a:gd name="connsiteY83" fmla="*/ 2784980 h 3171710"/>
              <a:gd name="connsiteX84" fmla="*/ 8321252 w 12193149"/>
              <a:gd name="connsiteY84" fmla="*/ 2801558 h 3171710"/>
              <a:gd name="connsiteX85" fmla="*/ 8315581 w 12193149"/>
              <a:gd name="connsiteY85" fmla="*/ 2801884 h 3171710"/>
              <a:gd name="connsiteX86" fmla="*/ 8296322 w 12193149"/>
              <a:gd name="connsiteY86" fmla="*/ 2815779 h 3171710"/>
              <a:gd name="connsiteX87" fmla="*/ 8285424 w 12193149"/>
              <a:gd name="connsiteY87" fmla="*/ 2821602 h 3171710"/>
              <a:gd name="connsiteX88" fmla="*/ 8284298 w 12193149"/>
              <a:gd name="connsiteY88" fmla="*/ 2826045 h 3171710"/>
              <a:gd name="connsiteX89" fmla="*/ 8267224 w 12193149"/>
              <a:gd name="connsiteY89" fmla="*/ 2833220 h 3171710"/>
              <a:gd name="connsiteX90" fmla="*/ 8264525 w 12193149"/>
              <a:gd name="connsiteY90" fmla="*/ 2832990 h 3171710"/>
              <a:gd name="connsiteX91" fmla="*/ 8253181 w 12193149"/>
              <a:gd name="connsiteY91" fmla="*/ 2842833 h 3171710"/>
              <a:gd name="connsiteX92" fmla="*/ 8246982 w 12193149"/>
              <a:gd name="connsiteY92" fmla="*/ 2855825 h 3171710"/>
              <a:gd name="connsiteX93" fmla="*/ 8091420 w 12193149"/>
              <a:gd name="connsiteY93" fmla="*/ 2901986 h 3171710"/>
              <a:gd name="connsiteX94" fmla="*/ 7906555 w 12193149"/>
              <a:gd name="connsiteY94" fmla="*/ 2943959 h 3171710"/>
              <a:gd name="connsiteX95" fmla="*/ 7719893 w 12193149"/>
              <a:gd name="connsiteY95" fmla="*/ 2969674 h 3171710"/>
              <a:gd name="connsiteX96" fmla="*/ 7615495 w 12193149"/>
              <a:gd name="connsiteY96" fmla="*/ 2966203 h 3171710"/>
              <a:gd name="connsiteX97" fmla="*/ 7528691 w 12193149"/>
              <a:gd name="connsiteY97" fmla="*/ 2972031 h 3171710"/>
              <a:gd name="connsiteX98" fmla="*/ 7520719 w 12193149"/>
              <a:gd name="connsiteY98" fmla="*/ 2974584 h 3171710"/>
              <a:gd name="connsiteX99" fmla="*/ 7508559 w 12193149"/>
              <a:gd name="connsiteY99" fmla="*/ 2975919 h 3171710"/>
              <a:gd name="connsiteX100" fmla="*/ 7508188 w 12193149"/>
              <a:gd name="connsiteY100" fmla="*/ 2975592 h 3171710"/>
              <a:gd name="connsiteX101" fmla="*/ 7496943 w 12193149"/>
              <a:gd name="connsiteY101" fmla="*/ 2977544 h 3171710"/>
              <a:gd name="connsiteX102" fmla="*/ 7219707 w 12193149"/>
              <a:gd name="connsiteY102" fmla="*/ 2983651 h 3171710"/>
              <a:gd name="connsiteX103" fmla="*/ 7202249 w 12193149"/>
              <a:gd name="connsiteY103" fmla="*/ 2988201 h 3171710"/>
              <a:gd name="connsiteX104" fmla="*/ 7198152 w 12193149"/>
              <a:gd name="connsiteY104" fmla="*/ 2993559 h 3171710"/>
              <a:gd name="connsiteX105" fmla="*/ 7171956 w 12193149"/>
              <a:gd name="connsiteY105" fmla="*/ 2998207 h 3171710"/>
              <a:gd name="connsiteX106" fmla="*/ 7098136 w 12193149"/>
              <a:gd name="connsiteY106" fmla="*/ 3010435 h 3171710"/>
              <a:gd name="connsiteX107" fmla="*/ 7019644 w 12193149"/>
              <a:gd name="connsiteY107" fmla="*/ 3010061 h 3171710"/>
              <a:gd name="connsiteX108" fmla="*/ 6905294 w 12193149"/>
              <a:gd name="connsiteY108" fmla="*/ 3039567 h 3171710"/>
              <a:gd name="connsiteX109" fmla="*/ 6709370 w 12193149"/>
              <a:gd name="connsiteY109" fmla="*/ 3067522 h 3171710"/>
              <a:gd name="connsiteX110" fmla="*/ 6550602 w 12193149"/>
              <a:gd name="connsiteY110" fmla="*/ 3096298 h 3171710"/>
              <a:gd name="connsiteX111" fmla="*/ 6318708 w 12193149"/>
              <a:gd name="connsiteY111" fmla="*/ 3143098 h 3171710"/>
              <a:gd name="connsiteX112" fmla="*/ 6169822 w 12193149"/>
              <a:gd name="connsiteY112" fmla="*/ 3145185 h 3171710"/>
              <a:gd name="connsiteX113" fmla="*/ 6074996 w 12193149"/>
              <a:gd name="connsiteY113" fmla="*/ 3165647 h 3171710"/>
              <a:gd name="connsiteX114" fmla="*/ 6069677 w 12193149"/>
              <a:gd name="connsiteY114" fmla="*/ 3164110 h 3171710"/>
              <a:gd name="connsiteX115" fmla="*/ 6049786 w 12193149"/>
              <a:gd name="connsiteY115" fmla="*/ 3164793 h 3171710"/>
              <a:gd name="connsiteX116" fmla="*/ 6042433 w 12193149"/>
              <a:gd name="connsiteY116" fmla="*/ 3156444 h 3171710"/>
              <a:gd name="connsiteX117" fmla="*/ 6011238 w 12193149"/>
              <a:gd name="connsiteY117" fmla="*/ 3151351 h 3171710"/>
              <a:gd name="connsiteX118" fmla="*/ 5958523 w 12193149"/>
              <a:gd name="connsiteY118" fmla="*/ 3154995 h 3171710"/>
              <a:gd name="connsiteX119" fmla="*/ 5760067 w 12193149"/>
              <a:gd name="connsiteY119" fmla="*/ 3170687 h 3171710"/>
              <a:gd name="connsiteX120" fmla="*/ 5628108 w 12193149"/>
              <a:gd name="connsiteY120" fmla="*/ 3171710 h 3171710"/>
              <a:gd name="connsiteX121" fmla="*/ 5472054 w 12193149"/>
              <a:gd name="connsiteY121" fmla="*/ 3157690 h 3171710"/>
              <a:gd name="connsiteX122" fmla="*/ 5433909 w 12193149"/>
              <a:gd name="connsiteY122" fmla="*/ 3146437 h 3171710"/>
              <a:gd name="connsiteX123" fmla="*/ 5382817 w 12193149"/>
              <a:gd name="connsiteY123" fmla="*/ 3128735 h 3171710"/>
              <a:gd name="connsiteX124" fmla="*/ 5262912 w 12193149"/>
              <a:gd name="connsiteY124" fmla="*/ 3108318 h 3171710"/>
              <a:gd name="connsiteX125" fmla="*/ 5224109 w 12193149"/>
              <a:gd name="connsiteY125" fmla="*/ 3097194 h 3171710"/>
              <a:gd name="connsiteX126" fmla="*/ 5175808 w 12193149"/>
              <a:gd name="connsiteY126" fmla="*/ 3094204 h 3171710"/>
              <a:gd name="connsiteX127" fmla="*/ 5157702 w 12193149"/>
              <a:gd name="connsiteY127" fmla="*/ 3086981 h 3171710"/>
              <a:gd name="connsiteX128" fmla="*/ 5143747 w 12193149"/>
              <a:gd name="connsiteY128" fmla="*/ 3083581 h 3171710"/>
              <a:gd name="connsiteX129" fmla="*/ 5140744 w 12193149"/>
              <a:gd name="connsiteY129" fmla="*/ 3081480 h 3171710"/>
              <a:gd name="connsiteX130" fmla="*/ 5122807 w 12193149"/>
              <a:gd name="connsiteY130" fmla="*/ 3070627 h 3171710"/>
              <a:gd name="connsiteX131" fmla="*/ 5066938 w 12193149"/>
              <a:gd name="connsiteY131" fmla="*/ 3077198 h 3171710"/>
              <a:gd name="connsiteX132" fmla="*/ 5012662 w 12193149"/>
              <a:gd name="connsiteY132" fmla="*/ 3060817 h 3171710"/>
              <a:gd name="connsiteX133" fmla="*/ 4841589 w 12193149"/>
              <a:gd name="connsiteY133" fmla="*/ 3036800 h 3171710"/>
              <a:gd name="connsiteX134" fmla="*/ 4763595 w 12193149"/>
              <a:gd name="connsiteY134" fmla="*/ 3009032 h 3171710"/>
              <a:gd name="connsiteX135" fmla="*/ 4724334 w 12193149"/>
              <a:gd name="connsiteY135" fmla="*/ 3000018 h 3171710"/>
              <a:gd name="connsiteX136" fmla="*/ 4722324 w 12193149"/>
              <a:gd name="connsiteY136" fmla="*/ 2999269 h 3171710"/>
              <a:gd name="connsiteX137" fmla="*/ 4723259 w 12193149"/>
              <a:gd name="connsiteY137" fmla="*/ 2999058 h 3171710"/>
              <a:gd name="connsiteX138" fmla="*/ 4718350 w 12193149"/>
              <a:gd name="connsiteY138" fmla="*/ 2997788 h 3171710"/>
              <a:gd name="connsiteX139" fmla="*/ 4722324 w 12193149"/>
              <a:gd name="connsiteY139" fmla="*/ 2999269 h 3171710"/>
              <a:gd name="connsiteX140" fmla="*/ 4716674 w 12193149"/>
              <a:gd name="connsiteY140" fmla="*/ 3000544 h 3171710"/>
              <a:gd name="connsiteX141" fmla="*/ 4516962 w 12193149"/>
              <a:gd name="connsiteY141" fmla="*/ 2990642 h 3171710"/>
              <a:gd name="connsiteX142" fmla="*/ 4429691 w 12193149"/>
              <a:gd name="connsiteY142" fmla="*/ 2979991 h 3171710"/>
              <a:gd name="connsiteX143" fmla="*/ 4364023 w 12193149"/>
              <a:gd name="connsiteY143" fmla="*/ 2978645 h 3171710"/>
              <a:gd name="connsiteX144" fmla="*/ 4318114 w 12193149"/>
              <a:gd name="connsiteY144" fmla="*/ 2985260 h 3171710"/>
              <a:gd name="connsiteX145" fmla="*/ 4316258 w 12193149"/>
              <a:gd name="connsiteY145" fmla="*/ 2983919 h 3171710"/>
              <a:gd name="connsiteX146" fmla="*/ 4296292 w 12193149"/>
              <a:gd name="connsiteY146" fmla="*/ 2982040 h 3171710"/>
              <a:gd name="connsiteX147" fmla="*/ 4291212 w 12193149"/>
              <a:gd name="connsiteY147" fmla="*/ 2984957 h 3171710"/>
              <a:gd name="connsiteX148" fmla="*/ 4277290 w 12193149"/>
              <a:gd name="connsiteY148" fmla="*/ 2984711 h 3171710"/>
              <a:gd name="connsiteX149" fmla="*/ 4249265 w 12193149"/>
              <a:gd name="connsiteY149" fmla="*/ 2987035 h 3171710"/>
              <a:gd name="connsiteX150" fmla="*/ 4203199 w 12193149"/>
              <a:gd name="connsiteY150" fmla="*/ 2984240 h 3171710"/>
              <a:gd name="connsiteX151" fmla="*/ 4202893 w 12193149"/>
              <a:gd name="connsiteY151" fmla="*/ 2982981 h 3171710"/>
              <a:gd name="connsiteX152" fmla="*/ 4192396 w 12193149"/>
              <a:gd name="connsiteY152" fmla="*/ 2977347 h 3171710"/>
              <a:gd name="connsiteX153" fmla="*/ 4143893 w 12193149"/>
              <a:gd name="connsiteY153" fmla="*/ 2961482 h 3171710"/>
              <a:gd name="connsiteX154" fmla="*/ 4084245 w 12193149"/>
              <a:gd name="connsiteY154" fmla="*/ 2934949 h 3171710"/>
              <a:gd name="connsiteX155" fmla="*/ 4075694 w 12193149"/>
              <a:gd name="connsiteY155" fmla="*/ 2934114 h 3171710"/>
              <a:gd name="connsiteX156" fmla="*/ 4075575 w 12193149"/>
              <a:gd name="connsiteY156" fmla="*/ 2933815 h 3171710"/>
              <a:gd name="connsiteX157" fmla="*/ 4066658 w 12193149"/>
              <a:gd name="connsiteY157" fmla="*/ 2932371 h 3171710"/>
              <a:gd name="connsiteX158" fmla="*/ 4060102 w 12193149"/>
              <a:gd name="connsiteY158" fmla="*/ 2932589 h 3171710"/>
              <a:gd name="connsiteX159" fmla="*/ 4043512 w 12193149"/>
              <a:gd name="connsiteY159" fmla="*/ 2930968 h 3171710"/>
              <a:gd name="connsiteX160" fmla="*/ 4038145 w 12193149"/>
              <a:gd name="connsiteY160" fmla="*/ 2928534 h 3171710"/>
              <a:gd name="connsiteX161" fmla="*/ 4036511 w 12193149"/>
              <a:gd name="connsiteY161" fmla="*/ 2924867 h 3171710"/>
              <a:gd name="connsiteX162" fmla="*/ 4034926 w 12193149"/>
              <a:gd name="connsiteY162" fmla="*/ 2925102 h 3171710"/>
              <a:gd name="connsiteX163" fmla="*/ 4005686 w 12193149"/>
              <a:gd name="connsiteY163" fmla="*/ 2912534 h 3171710"/>
              <a:gd name="connsiteX164" fmla="*/ 3937994 w 12193149"/>
              <a:gd name="connsiteY164" fmla="*/ 2895077 h 3171710"/>
              <a:gd name="connsiteX165" fmla="*/ 3898423 w 12193149"/>
              <a:gd name="connsiteY165" fmla="*/ 2889422 h 3171710"/>
              <a:gd name="connsiteX166" fmla="*/ 3790908 w 12193149"/>
              <a:gd name="connsiteY166" fmla="*/ 2869184 h 3171710"/>
              <a:gd name="connsiteX167" fmla="*/ 3683661 w 12193149"/>
              <a:gd name="connsiteY167" fmla="*/ 2845261 h 3171710"/>
              <a:gd name="connsiteX168" fmla="*/ 3611183 w 12193149"/>
              <a:gd name="connsiteY168" fmla="*/ 2812990 h 3171710"/>
              <a:gd name="connsiteX169" fmla="*/ 3605003 w 12193149"/>
              <a:gd name="connsiteY169" fmla="*/ 2814352 h 3171710"/>
              <a:gd name="connsiteX170" fmla="*/ 3595884 w 12193149"/>
              <a:gd name="connsiteY170" fmla="*/ 2814516 h 3171710"/>
              <a:gd name="connsiteX171" fmla="*/ 3595649 w 12193149"/>
              <a:gd name="connsiteY171" fmla="*/ 2814247 h 3171710"/>
              <a:gd name="connsiteX172" fmla="*/ 3587126 w 12193149"/>
              <a:gd name="connsiteY172" fmla="*/ 2814937 h 3171710"/>
              <a:gd name="connsiteX173" fmla="*/ 3537283 w 12193149"/>
              <a:gd name="connsiteY173" fmla="*/ 2805238 h 3171710"/>
              <a:gd name="connsiteX174" fmla="*/ 3474371 w 12193149"/>
              <a:gd name="connsiteY174" fmla="*/ 2801577 h 3171710"/>
              <a:gd name="connsiteX175" fmla="*/ 3401876 w 12193149"/>
              <a:gd name="connsiteY175" fmla="*/ 2789529 h 3171710"/>
              <a:gd name="connsiteX176" fmla="*/ 3365036 w 12193149"/>
              <a:gd name="connsiteY176" fmla="*/ 2806481 h 3171710"/>
              <a:gd name="connsiteX177" fmla="*/ 3345174 w 12193149"/>
              <a:gd name="connsiteY177" fmla="*/ 2808163 h 3171710"/>
              <a:gd name="connsiteX178" fmla="*/ 3342846 w 12193149"/>
              <a:gd name="connsiteY178" fmla="*/ 2807188 h 3171710"/>
              <a:gd name="connsiteX179" fmla="*/ 3263504 w 12193149"/>
              <a:gd name="connsiteY179" fmla="*/ 2813065 h 3171710"/>
              <a:gd name="connsiteX180" fmla="*/ 3143704 w 12193149"/>
              <a:gd name="connsiteY180" fmla="*/ 2820840 h 3171710"/>
              <a:gd name="connsiteX181" fmla="*/ 3031439 w 12193149"/>
              <a:gd name="connsiteY181" fmla="*/ 2823483 h 3171710"/>
              <a:gd name="connsiteX182" fmla="*/ 2782717 w 12193149"/>
              <a:gd name="connsiteY182" fmla="*/ 2845304 h 3171710"/>
              <a:gd name="connsiteX183" fmla="*/ 2647675 w 12193149"/>
              <a:gd name="connsiteY183" fmla="*/ 2855840 h 3171710"/>
              <a:gd name="connsiteX184" fmla="*/ 2569176 w 12193149"/>
              <a:gd name="connsiteY184" fmla="*/ 2829599 h 3171710"/>
              <a:gd name="connsiteX185" fmla="*/ 2444403 w 12193149"/>
              <a:gd name="connsiteY185" fmla="*/ 2843500 h 3171710"/>
              <a:gd name="connsiteX186" fmla="*/ 2316260 w 12193149"/>
              <a:gd name="connsiteY186" fmla="*/ 2851967 h 3171710"/>
              <a:gd name="connsiteX187" fmla="*/ 2209726 w 12193149"/>
              <a:gd name="connsiteY187" fmla="*/ 2846734 h 3171710"/>
              <a:gd name="connsiteX188" fmla="*/ 2095813 w 12193149"/>
              <a:gd name="connsiteY188" fmla="*/ 2830023 h 3171710"/>
              <a:gd name="connsiteX189" fmla="*/ 1998504 w 12193149"/>
              <a:gd name="connsiteY189" fmla="*/ 2822003 h 3171710"/>
              <a:gd name="connsiteX190" fmla="*/ 1929320 w 12193149"/>
              <a:gd name="connsiteY190" fmla="*/ 2843948 h 3171710"/>
              <a:gd name="connsiteX191" fmla="*/ 1922798 w 12193149"/>
              <a:gd name="connsiteY191" fmla="*/ 2839117 h 3171710"/>
              <a:gd name="connsiteX192" fmla="*/ 1874228 w 12193149"/>
              <a:gd name="connsiteY192" fmla="*/ 2840712 h 3171710"/>
              <a:gd name="connsiteX193" fmla="*/ 1787803 w 12193149"/>
              <a:gd name="connsiteY193" fmla="*/ 2868334 h 3171710"/>
              <a:gd name="connsiteX194" fmla="*/ 1739352 w 12193149"/>
              <a:gd name="connsiteY194" fmla="*/ 2863283 h 3171710"/>
              <a:gd name="connsiteX195" fmla="*/ 1676219 w 12193149"/>
              <a:gd name="connsiteY195" fmla="*/ 2846934 h 3171710"/>
              <a:gd name="connsiteX196" fmla="*/ 1609817 w 12193149"/>
              <a:gd name="connsiteY196" fmla="*/ 2840037 h 3171710"/>
              <a:gd name="connsiteX197" fmla="*/ 1497258 w 12193149"/>
              <a:gd name="connsiteY197" fmla="*/ 2814447 h 3171710"/>
              <a:gd name="connsiteX198" fmla="*/ 1151127 w 12193149"/>
              <a:gd name="connsiteY198" fmla="*/ 2765012 h 3171710"/>
              <a:gd name="connsiteX199" fmla="*/ 859417 w 12193149"/>
              <a:gd name="connsiteY199" fmla="*/ 2755579 h 3171710"/>
              <a:gd name="connsiteX200" fmla="*/ 838688 w 12193149"/>
              <a:gd name="connsiteY200" fmla="*/ 2756792 h 3171710"/>
              <a:gd name="connsiteX201" fmla="*/ 817957 w 12193149"/>
              <a:gd name="connsiteY201" fmla="*/ 2754828 h 3171710"/>
              <a:gd name="connsiteX202" fmla="*/ 812654 w 12193149"/>
              <a:gd name="connsiteY202" fmla="*/ 2757722 h 3171710"/>
              <a:gd name="connsiteX203" fmla="*/ 721195 w 12193149"/>
              <a:gd name="connsiteY203" fmla="*/ 2756632 h 3171710"/>
              <a:gd name="connsiteX204" fmla="*/ 720890 w 12193149"/>
              <a:gd name="connsiteY204" fmla="*/ 2755370 h 3171710"/>
              <a:gd name="connsiteX205" fmla="*/ 710023 w 12193149"/>
              <a:gd name="connsiteY205" fmla="*/ 2749693 h 3171710"/>
              <a:gd name="connsiteX206" fmla="*/ 597940 w 12193149"/>
              <a:gd name="connsiteY206" fmla="*/ 2706835 h 3171710"/>
              <a:gd name="connsiteX207" fmla="*/ 579683 w 12193149"/>
              <a:gd name="connsiteY207" fmla="*/ 2704183 h 3171710"/>
              <a:gd name="connsiteX208" fmla="*/ 572865 w 12193149"/>
              <a:gd name="connsiteY208" fmla="*/ 2704372 h 3171710"/>
              <a:gd name="connsiteX209" fmla="*/ 446247 w 12193149"/>
              <a:gd name="connsiteY209" fmla="*/ 2666342 h 3171710"/>
              <a:gd name="connsiteX210" fmla="*/ 405163 w 12193149"/>
              <a:gd name="connsiteY210" fmla="*/ 2660519 h 3171710"/>
              <a:gd name="connsiteX211" fmla="*/ 293583 w 12193149"/>
              <a:gd name="connsiteY211" fmla="*/ 2639823 h 3171710"/>
              <a:gd name="connsiteX212" fmla="*/ 119529 w 12193149"/>
              <a:gd name="connsiteY212" fmla="*/ 2588018 h 3171710"/>
              <a:gd name="connsiteX213" fmla="*/ 16674 w 12193149"/>
              <a:gd name="connsiteY213" fmla="*/ 2585162 h 3171710"/>
              <a:gd name="connsiteX214" fmla="*/ 1150 w 12193149"/>
              <a:gd name="connsiteY214" fmla="*/ 2579693 h 3171710"/>
              <a:gd name="connsiteX215" fmla="*/ 1148 w 12193149"/>
              <a:gd name="connsiteY215" fmla="*/ 1049184 h 3171710"/>
              <a:gd name="connsiteX216" fmla="*/ 1148 w 12193149"/>
              <a:gd name="connsiteY216" fmla="*/ 0 h 3171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</a:cxnLst>
            <a:rect l="l" t="t" r="r" b="b"/>
            <a:pathLst>
              <a:path w="12193149" h="3171710">
                <a:moveTo>
                  <a:pt x="1148" y="0"/>
                </a:moveTo>
                <a:lnTo>
                  <a:pt x="12181789" y="8189"/>
                </a:lnTo>
                <a:cubicBezTo>
                  <a:pt x="12181789" y="201435"/>
                  <a:pt x="12193149" y="1213464"/>
                  <a:pt x="12193149" y="1406710"/>
                </a:cubicBezTo>
                <a:lnTo>
                  <a:pt x="12185986" y="1411160"/>
                </a:lnTo>
                <a:cubicBezTo>
                  <a:pt x="12156393" y="1404401"/>
                  <a:pt x="12176978" y="1415299"/>
                  <a:pt x="12156363" y="1424337"/>
                </a:cubicBezTo>
                <a:cubicBezTo>
                  <a:pt x="12172308" y="1438279"/>
                  <a:pt x="12127905" y="1429847"/>
                  <a:pt x="12139215" y="1450150"/>
                </a:cubicBezTo>
                <a:cubicBezTo>
                  <a:pt x="12135103" y="1451151"/>
                  <a:pt x="12130766" y="1451483"/>
                  <a:pt x="12126327" y="1451661"/>
                </a:cubicBezTo>
                <a:lnTo>
                  <a:pt x="12124007" y="1451765"/>
                </a:lnTo>
                <a:lnTo>
                  <a:pt x="12116854" y="1455579"/>
                </a:lnTo>
                <a:lnTo>
                  <a:pt x="12099497" y="1455110"/>
                </a:lnTo>
                <a:cubicBezTo>
                  <a:pt x="12095162" y="1456775"/>
                  <a:pt x="12090978" y="1459336"/>
                  <a:pt x="12087073" y="1463312"/>
                </a:cubicBezTo>
                <a:cubicBezTo>
                  <a:pt x="12078890" y="1483714"/>
                  <a:pt x="12040481" y="1480817"/>
                  <a:pt x="12031073" y="1506980"/>
                </a:cubicBezTo>
                <a:cubicBezTo>
                  <a:pt x="12026399" y="1515225"/>
                  <a:pt x="12004497" y="1532326"/>
                  <a:pt x="11995833" y="1530429"/>
                </a:cubicBezTo>
                <a:cubicBezTo>
                  <a:pt x="11990333" y="1532938"/>
                  <a:pt x="11986699" y="1539016"/>
                  <a:pt x="11979717" y="1535132"/>
                </a:cubicBezTo>
                <a:cubicBezTo>
                  <a:pt x="11970382" y="1531211"/>
                  <a:pt x="11963763" y="1554233"/>
                  <a:pt x="11959046" y="1544529"/>
                </a:cubicBezTo>
                <a:lnTo>
                  <a:pt x="11920454" y="1557854"/>
                </a:lnTo>
                <a:cubicBezTo>
                  <a:pt x="11919152" y="1564914"/>
                  <a:pt x="11912619" y="1567116"/>
                  <a:pt x="11903656" y="1569397"/>
                </a:cubicBezTo>
                <a:lnTo>
                  <a:pt x="11895048" y="1571762"/>
                </a:lnTo>
                <a:lnTo>
                  <a:pt x="11891968" y="1582700"/>
                </a:lnTo>
                <a:cubicBezTo>
                  <a:pt x="11881074" y="1573372"/>
                  <a:pt x="11884523" y="1604713"/>
                  <a:pt x="11870776" y="1604787"/>
                </a:cubicBezTo>
                <a:lnTo>
                  <a:pt x="11813376" y="1624630"/>
                </a:lnTo>
                <a:lnTo>
                  <a:pt x="11590693" y="1790748"/>
                </a:lnTo>
                <a:cubicBezTo>
                  <a:pt x="11550201" y="1817685"/>
                  <a:pt x="11542649" y="1767741"/>
                  <a:pt x="11506817" y="1860594"/>
                </a:cubicBezTo>
                <a:cubicBezTo>
                  <a:pt x="11450023" y="1916431"/>
                  <a:pt x="11337127" y="2017145"/>
                  <a:pt x="11280332" y="2050542"/>
                </a:cubicBezTo>
                <a:cubicBezTo>
                  <a:pt x="11267547" y="2058142"/>
                  <a:pt x="11229147" y="2123560"/>
                  <a:pt x="11228309" y="2103207"/>
                </a:cubicBezTo>
                <a:cubicBezTo>
                  <a:pt x="11223950" y="2105174"/>
                  <a:pt x="11220761" y="2104651"/>
                  <a:pt x="11218087" y="2102932"/>
                </a:cubicBezTo>
                <a:lnTo>
                  <a:pt x="11217184" y="2101989"/>
                </a:lnTo>
                <a:lnTo>
                  <a:pt x="11188885" y="2119354"/>
                </a:lnTo>
                <a:lnTo>
                  <a:pt x="11184501" y="2119496"/>
                </a:lnTo>
                <a:lnTo>
                  <a:pt x="11166854" y="2133583"/>
                </a:lnTo>
                <a:lnTo>
                  <a:pt x="11157311" y="2139385"/>
                </a:lnTo>
                <a:lnTo>
                  <a:pt x="11155496" y="2144068"/>
                </a:lnTo>
                <a:cubicBezTo>
                  <a:pt x="11153045" y="2147436"/>
                  <a:pt x="11148902" y="2150083"/>
                  <a:pt x="11140961" y="2151086"/>
                </a:cubicBezTo>
                <a:lnTo>
                  <a:pt x="11138961" y="2150743"/>
                </a:lnTo>
                <a:lnTo>
                  <a:pt x="11128208" y="2160803"/>
                </a:lnTo>
                <a:cubicBezTo>
                  <a:pt x="11124962" y="2164785"/>
                  <a:pt x="11122359" y="2169258"/>
                  <a:pt x="11120691" y="2174395"/>
                </a:cubicBezTo>
                <a:cubicBezTo>
                  <a:pt x="11081770" y="2197656"/>
                  <a:pt x="10952581" y="2271077"/>
                  <a:pt x="10894683" y="2300370"/>
                </a:cubicBezTo>
                <a:cubicBezTo>
                  <a:pt x="10861781" y="2315405"/>
                  <a:pt x="10817803" y="2335857"/>
                  <a:pt x="10773300" y="2350162"/>
                </a:cubicBezTo>
                <a:cubicBezTo>
                  <a:pt x="10733414" y="2394390"/>
                  <a:pt x="10677791" y="2353706"/>
                  <a:pt x="10627668" y="2386200"/>
                </a:cubicBezTo>
                <a:cubicBezTo>
                  <a:pt x="10590276" y="2369074"/>
                  <a:pt x="10613693" y="2389253"/>
                  <a:pt x="10581895" y="2395660"/>
                </a:cubicBezTo>
                <a:cubicBezTo>
                  <a:pt x="10597733" y="2418627"/>
                  <a:pt x="10540912" y="2395212"/>
                  <a:pt x="10547790" y="2425394"/>
                </a:cubicBezTo>
                <a:cubicBezTo>
                  <a:pt x="10541784" y="2425603"/>
                  <a:pt x="10535750" y="2424857"/>
                  <a:pt x="10529643" y="2423878"/>
                </a:cubicBezTo>
                <a:lnTo>
                  <a:pt x="10526446" y="2423382"/>
                </a:lnTo>
                <a:lnTo>
                  <a:pt x="10515129" y="2426508"/>
                </a:lnTo>
                <a:lnTo>
                  <a:pt x="10491735" y="2421127"/>
                </a:lnTo>
                <a:cubicBezTo>
                  <a:pt x="10485147" y="2422161"/>
                  <a:pt x="10478389" y="2424430"/>
                  <a:pt x="10471418" y="2428664"/>
                </a:cubicBezTo>
                <a:cubicBezTo>
                  <a:pt x="10451763" y="2453636"/>
                  <a:pt x="10400774" y="2439247"/>
                  <a:pt x="10377042" y="2471569"/>
                </a:cubicBezTo>
                <a:cubicBezTo>
                  <a:pt x="10367240" y="2481286"/>
                  <a:pt x="10330319" y="2498097"/>
                  <a:pt x="10319338" y="2493192"/>
                </a:cubicBezTo>
                <a:cubicBezTo>
                  <a:pt x="10310813" y="2495031"/>
                  <a:pt x="10303331" y="2502144"/>
                  <a:pt x="10295467" y="2495050"/>
                </a:cubicBezTo>
                <a:cubicBezTo>
                  <a:pt x="10284420" y="2487261"/>
                  <a:pt x="10265794" y="2516157"/>
                  <a:pt x="10263443" y="2501919"/>
                </a:cubicBezTo>
                <a:lnTo>
                  <a:pt x="10205418" y="2509120"/>
                </a:lnTo>
                <a:cubicBezTo>
                  <a:pt x="10200696" y="2518180"/>
                  <a:pt x="10190895" y="2519327"/>
                  <a:pt x="10177759" y="2519914"/>
                </a:cubicBezTo>
                <a:lnTo>
                  <a:pt x="10165070" y="2520710"/>
                </a:lnTo>
                <a:lnTo>
                  <a:pt x="10156308" y="2534458"/>
                </a:lnTo>
                <a:cubicBezTo>
                  <a:pt x="10145406" y="2519028"/>
                  <a:pt x="10136981" y="2561781"/>
                  <a:pt x="10118267" y="2558113"/>
                </a:cubicBezTo>
                <a:lnTo>
                  <a:pt x="10083317" y="2570267"/>
                </a:lnTo>
                <a:cubicBezTo>
                  <a:pt x="10075718" y="2568198"/>
                  <a:pt x="10048011" y="2569526"/>
                  <a:pt x="10040388" y="2568603"/>
                </a:cubicBezTo>
                <a:cubicBezTo>
                  <a:pt x="9999609" y="2578704"/>
                  <a:pt x="9985545" y="2579194"/>
                  <a:pt x="9961167" y="2584118"/>
                </a:cubicBezTo>
                <a:cubicBezTo>
                  <a:pt x="9920131" y="2584260"/>
                  <a:pt x="9889892" y="2581061"/>
                  <a:pt x="9848940" y="2590886"/>
                </a:cubicBezTo>
                <a:lnTo>
                  <a:pt x="9729457" y="2611093"/>
                </a:lnTo>
                <a:cubicBezTo>
                  <a:pt x="9676207" y="2601507"/>
                  <a:pt x="9631235" y="2626730"/>
                  <a:pt x="9613704" y="2639342"/>
                </a:cubicBezTo>
                <a:cubicBezTo>
                  <a:pt x="9548152" y="2653618"/>
                  <a:pt x="9410970" y="2690964"/>
                  <a:pt x="9338590" y="2696264"/>
                </a:cubicBezTo>
                <a:lnTo>
                  <a:pt x="9232518" y="2720120"/>
                </a:lnTo>
                <a:lnTo>
                  <a:pt x="9156690" y="2730199"/>
                </a:lnTo>
                <a:lnTo>
                  <a:pt x="9054601" y="2737726"/>
                </a:lnTo>
                <a:lnTo>
                  <a:pt x="9006634" y="2741011"/>
                </a:lnTo>
                <a:lnTo>
                  <a:pt x="9006349" y="2740771"/>
                </a:lnTo>
                <a:cubicBezTo>
                  <a:pt x="9004294" y="2740551"/>
                  <a:pt x="9001475" y="2740879"/>
                  <a:pt x="8997380" y="2741982"/>
                </a:cubicBezTo>
                <a:lnTo>
                  <a:pt x="8991542" y="2744043"/>
                </a:lnTo>
                <a:lnTo>
                  <a:pt x="8975485" y="2747269"/>
                </a:lnTo>
                <a:lnTo>
                  <a:pt x="8969159" y="2746569"/>
                </a:lnTo>
                <a:lnTo>
                  <a:pt x="8964196" y="2744344"/>
                </a:lnTo>
                <a:cubicBezTo>
                  <a:pt x="8955841" y="2752295"/>
                  <a:pt x="8956668" y="2761243"/>
                  <a:pt x="8930136" y="2741156"/>
                </a:cubicBezTo>
                <a:cubicBezTo>
                  <a:pt x="8899182" y="2742176"/>
                  <a:pt x="8790451" y="2756831"/>
                  <a:pt x="8753592" y="2760388"/>
                </a:cubicBezTo>
                <a:cubicBezTo>
                  <a:pt x="8720970" y="2771108"/>
                  <a:pt x="8749345" y="2757447"/>
                  <a:pt x="8708995" y="2762489"/>
                </a:cubicBezTo>
                <a:cubicBezTo>
                  <a:pt x="8672757" y="2782024"/>
                  <a:pt x="8640293" y="2765584"/>
                  <a:pt x="8597219" y="2771061"/>
                </a:cubicBezTo>
                <a:lnTo>
                  <a:pt x="8526378" y="2756219"/>
                </a:lnTo>
                <a:lnTo>
                  <a:pt x="8512131" y="2762134"/>
                </a:lnTo>
                <a:lnTo>
                  <a:pt x="8507315" y="2765135"/>
                </a:lnTo>
                <a:cubicBezTo>
                  <a:pt x="8503797" y="2766912"/>
                  <a:pt x="8501196" y="2767723"/>
                  <a:pt x="8499116" y="2767873"/>
                </a:cubicBezTo>
                <a:lnTo>
                  <a:pt x="8498742" y="2767694"/>
                </a:lnTo>
                <a:lnTo>
                  <a:pt x="8491397" y="2770744"/>
                </a:lnTo>
                <a:lnTo>
                  <a:pt x="8368330" y="2784786"/>
                </a:lnTo>
                <a:cubicBezTo>
                  <a:pt x="8363173" y="2786811"/>
                  <a:pt x="8358881" y="2786463"/>
                  <a:pt x="8354947" y="2784980"/>
                </a:cubicBezTo>
                <a:lnTo>
                  <a:pt x="8321252" y="2801558"/>
                </a:lnTo>
                <a:lnTo>
                  <a:pt x="8315581" y="2801884"/>
                </a:lnTo>
                <a:lnTo>
                  <a:pt x="8296322" y="2815779"/>
                </a:lnTo>
                <a:lnTo>
                  <a:pt x="8285424" y="2821602"/>
                </a:lnTo>
                <a:lnTo>
                  <a:pt x="8284298" y="2826045"/>
                </a:lnTo>
                <a:cubicBezTo>
                  <a:pt x="8281994" y="2829290"/>
                  <a:pt x="8277300" y="2831938"/>
                  <a:pt x="8267224" y="2833220"/>
                </a:cubicBezTo>
                <a:lnTo>
                  <a:pt x="8264525" y="2832990"/>
                </a:lnTo>
                <a:lnTo>
                  <a:pt x="8253181" y="2842833"/>
                </a:lnTo>
                <a:cubicBezTo>
                  <a:pt x="8250007" y="2846683"/>
                  <a:pt x="8247795" y="2850965"/>
                  <a:pt x="8246982" y="2855825"/>
                </a:cubicBezTo>
                <a:cubicBezTo>
                  <a:pt x="8182975" y="2852918"/>
                  <a:pt x="8148279" y="2887040"/>
                  <a:pt x="8091420" y="2901986"/>
                </a:cubicBezTo>
                <a:cubicBezTo>
                  <a:pt x="8026616" y="2925128"/>
                  <a:pt x="7968218" y="2946364"/>
                  <a:pt x="7906555" y="2943959"/>
                </a:cubicBezTo>
                <a:cubicBezTo>
                  <a:pt x="7836267" y="2958871"/>
                  <a:pt x="7782114" y="2961102"/>
                  <a:pt x="7719893" y="2969674"/>
                </a:cubicBezTo>
                <a:lnTo>
                  <a:pt x="7615495" y="2966203"/>
                </a:lnTo>
                <a:lnTo>
                  <a:pt x="7528691" y="2972031"/>
                </a:lnTo>
                <a:lnTo>
                  <a:pt x="7520719" y="2974584"/>
                </a:lnTo>
                <a:cubicBezTo>
                  <a:pt x="7515141" y="2975923"/>
                  <a:pt x="7511320" y="2976273"/>
                  <a:pt x="7508559" y="2975919"/>
                </a:cubicBezTo>
                <a:lnTo>
                  <a:pt x="7508188" y="2975592"/>
                </a:lnTo>
                <a:lnTo>
                  <a:pt x="7496943" y="2977544"/>
                </a:lnTo>
                <a:lnTo>
                  <a:pt x="7219707" y="2983651"/>
                </a:lnTo>
                <a:lnTo>
                  <a:pt x="7202249" y="2988201"/>
                </a:lnTo>
                <a:lnTo>
                  <a:pt x="7198152" y="2993559"/>
                </a:lnTo>
                <a:cubicBezTo>
                  <a:pt x="7193259" y="2997082"/>
                  <a:pt x="7185654" y="2999221"/>
                  <a:pt x="7171956" y="2998207"/>
                </a:cubicBezTo>
                <a:lnTo>
                  <a:pt x="7098136" y="3010435"/>
                </a:lnTo>
                <a:cubicBezTo>
                  <a:pt x="7062296" y="3011413"/>
                  <a:pt x="7051336" y="3012390"/>
                  <a:pt x="7019644" y="3010061"/>
                </a:cubicBezTo>
                <a:cubicBezTo>
                  <a:pt x="6938675" y="3020999"/>
                  <a:pt x="6944793" y="3045165"/>
                  <a:pt x="6905294" y="3039567"/>
                </a:cubicBezTo>
                <a:cubicBezTo>
                  <a:pt x="6873070" y="3034359"/>
                  <a:pt x="6789137" y="3053433"/>
                  <a:pt x="6709370" y="3067522"/>
                </a:cubicBezTo>
                <a:cubicBezTo>
                  <a:pt x="6650254" y="3076977"/>
                  <a:pt x="6629253" y="3091078"/>
                  <a:pt x="6550602" y="3096298"/>
                </a:cubicBezTo>
                <a:cubicBezTo>
                  <a:pt x="6473302" y="3140388"/>
                  <a:pt x="6410843" y="3116665"/>
                  <a:pt x="6318708" y="3143098"/>
                </a:cubicBezTo>
                <a:cubicBezTo>
                  <a:pt x="6298698" y="3158620"/>
                  <a:pt x="6210439" y="3141427"/>
                  <a:pt x="6169822" y="3145185"/>
                </a:cubicBezTo>
                <a:cubicBezTo>
                  <a:pt x="6129203" y="3148943"/>
                  <a:pt x="6091688" y="3162491"/>
                  <a:pt x="6074996" y="3165647"/>
                </a:cubicBezTo>
                <a:lnTo>
                  <a:pt x="6069677" y="3164110"/>
                </a:lnTo>
                <a:lnTo>
                  <a:pt x="6049786" y="3164793"/>
                </a:lnTo>
                <a:lnTo>
                  <a:pt x="6042433" y="3156444"/>
                </a:lnTo>
                <a:lnTo>
                  <a:pt x="6011238" y="3151351"/>
                </a:lnTo>
                <a:cubicBezTo>
                  <a:pt x="5999830" y="3150764"/>
                  <a:pt x="5971276" y="3151677"/>
                  <a:pt x="5958523" y="3154995"/>
                </a:cubicBezTo>
                <a:lnTo>
                  <a:pt x="5760067" y="3170687"/>
                </a:lnTo>
                <a:lnTo>
                  <a:pt x="5628108" y="3171710"/>
                </a:lnTo>
                <a:lnTo>
                  <a:pt x="5472054" y="3157690"/>
                </a:lnTo>
                <a:cubicBezTo>
                  <a:pt x="5479284" y="3144662"/>
                  <a:pt x="5440157" y="3158728"/>
                  <a:pt x="5433909" y="3146437"/>
                </a:cubicBezTo>
                <a:cubicBezTo>
                  <a:pt x="5430517" y="3136405"/>
                  <a:pt x="5392976" y="3131721"/>
                  <a:pt x="5382817" y="3128735"/>
                </a:cubicBezTo>
                <a:lnTo>
                  <a:pt x="5262912" y="3108318"/>
                </a:lnTo>
                <a:cubicBezTo>
                  <a:pt x="5252746" y="3108134"/>
                  <a:pt x="5231699" y="3099824"/>
                  <a:pt x="5224109" y="3097194"/>
                </a:cubicBezTo>
                <a:lnTo>
                  <a:pt x="5175808" y="3094204"/>
                </a:lnTo>
                <a:lnTo>
                  <a:pt x="5157702" y="3086981"/>
                </a:lnTo>
                <a:lnTo>
                  <a:pt x="5143747" y="3083581"/>
                </a:lnTo>
                <a:lnTo>
                  <a:pt x="5140744" y="3081480"/>
                </a:lnTo>
                <a:cubicBezTo>
                  <a:pt x="5135026" y="3077440"/>
                  <a:pt x="5129229" y="3073629"/>
                  <a:pt x="5122807" y="3070627"/>
                </a:cubicBezTo>
                <a:cubicBezTo>
                  <a:pt x="5109467" y="3099246"/>
                  <a:pt x="5066004" y="3049810"/>
                  <a:pt x="5066938" y="3077198"/>
                </a:cubicBezTo>
                <a:cubicBezTo>
                  <a:pt x="5029345" y="3065682"/>
                  <a:pt x="5040096" y="3094771"/>
                  <a:pt x="5012662" y="3060817"/>
                </a:cubicBezTo>
                <a:cubicBezTo>
                  <a:pt x="4938174" y="3061200"/>
                  <a:pt x="4917504" y="3074207"/>
                  <a:pt x="4841589" y="3036800"/>
                </a:cubicBezTo>
                <a:cubicBezTo>
                  <a:pt x="4807890" y="3020158"/>
                  <a:pt x="4785258" y="3009012"/>
                  <a:pt x="4763595" y="3009032"/>
                </a:cubicBezTo>
                <a:cubicBezTo>
                  <a:pt x="4742475" y="3004532"/>
                  <a:pt x="4730631" y="3001709"/>
                  <a:pt x="4724334" y="3000018"/>
                </a:cubicBezTo>
                <a:lnTo>
                  <a:pt x="4722324" y="2999269"/>
                </a:lnTo>
                <a:lnTo>
                  <a:pt x="4723259" y="2999058"/>
                </a:lnTo>
                <a:cubicBezTo>
                  <a:pt x="4722296" y="2998416"/>
                  <a:pt x="4719415" y="2997810"/>
                  <a:pt x="4718350" y="2997788"/>
                </a:cubicBezTo>
                <a:lnTo>
                  <a:pt x="4722324" y="2999269"/>
                </a:lnTo>
                <a:lnTo>
                  <a:pt x="4716674" y="3000544"/>
                </a:lnTo>
                <a:cubicBezTo>
                  <a:pt x="4681300" y="2993588"/>
                  <a:pt x="4525895" y="2992780"/>
                  <a:pt x="4516962" y="2990642"/>
                </a:cubicBezTo>
                <a:cubicBezTo>
                  <a:pt x="4458971" y="2977530"/>
                  <a:pt x="4463810" y="2976789"/>
                  <a:pt x="4429691" y="2979991"/>
                </a:cubicBezTo>
                <a:cubicBezTo>
                  <a:pt x="4424455" y="2983362"/>
                  <a:pt x="4370126" y="2977068"/>
                  <a:pt x="4364023" y="2978645"/>
                </a:cubicBezTo>
                <a:lnTo>
                  <a:pt x="4318114" y="2985260"/>
                </a:lnTo>
                <a:lnTo>
                  <a:pt x="4316258" y="2983919"/>
                </a:lnTo>
                <a:cubicBezTo>
                  <a:pt x="4307275" y="2980548"/>
                  <a:pt x="4301145" y="2980549"/>
                  <a:pt x="4296292" y="2982040"/>
                </a:cubicBezTo>
                <a:lnTo>
                  <a:pt x="4291212" y="2984957"/>
                </a:lnTo>
                <a:lnTo>
                  <a:pt x="4277290" y="2984711"/>
                </a:lnTo>
                <a:lnTo>
                  <a:pt x="4249265" y="2987035"/>
                </a:lnTo>
                <a:lnTo>
                  <a:pt x="4203199" y="2984240"/>
                </a:lnTo>
                <a:cubicBezTo>
                  <a:pt x="4203096" y="2983820"/>
                  <a:pt x="4202995" y="2983401"/>
                  <a:pt x="4202893" y="2982981"/>
                </a:cubicBezTo>
                <a:cubicBezTo>
                  <a:pt x="4201267" y="2980144"/>
                  <a:pt x="4198292" y="2978025"/>
                  <a:pt x="4192396" y="2977347"/>
                </a:cubicBezTo>
                <a:cubicBezTo>
                  <a:pt x="4205365" y="2960058"/>
                  <a:pt x="4162425" y="2961953"/>
                  <a:pt x="4143893" y="2961482"/>
                </a:cubicBezTo>
                <a:cubicBezTo>
                  <a:pt x="4125868" y="2954416"/>
                  <a:pt x="4100250" y="2940836"/>
                  <a:pt x="4084245" y="2934949"/>
                </a:cubicBezTo>
                <a:lnTo>
                  <a:pt x="4075694" y="2934114"/>
                </a:lnTo>
                <a:cubicBezTo>
                  <a:pt x="4075655" y="2934013"/>
                  <a:pt x="4075614" y="2933914"/>
                  <a:pt x="4075575" y="2933815"/>
                </a:cubicBezTo>
                <a:cubicBezTo>
                  <a:pt x="4073829" y="2933031"/>
                  <a:pt x="4071057" y="2932530"/>
                  <a:pt x="4066658" y="2932371"/>
                </a:cubicBezTo>
                <a:lnTo>
                  <a:pt x="4060102" y="2932589"/>
                </a:lnTo>
                <a:lnTo>
                  <a:pt x="4043512" y="2930968"/>
                </a:lnTo>
                <a:lnTo>
                  <a:pt x="4038145" y="2928534"/>
                </a:lnTo>
                <a:lnTo>
                  <a:pt x="4036511" y="2924867"/>
                </a:lnTo>
                <a:lnTo>
                  <a:pt x="4034926" y="2925102"/>
                </a:lnTo>
                <a:cubicBezTo>
                  <a:pt x="4022576" y="2929966"/>
                  <a:pt x="4018025" y="2938342"/>
                  <a:pt x="4005686" y="2912534"/>
                </a:cubicBezTo>
                <a:lnTo>
                  <a:pt x="3937994" y="2895077"/>
                </a:lnTo>
                <a:cubicBezTo>
                  <a:pt x="3921658" y="2902801"/>
                  <a:pt x="3909686" y="2898112"/>
                  <a:pt x="3898423" y="2889422"/>
                </a:cubicBezTo>
                <a:cubicBezTo>
                  <a:pt x="3862243" y="2889918"/>
                  <a:pt x="3830779" y="2876048"/>
                  <a:pt x="3790908" y="2869184"/>
                </a:cubicBezTo>
                <a:cubicBezTo>
                  <a:pt x="3742158" y="2854478"/>
                  <a:pt x="3726280" y="2852501"/>
                  <a:pt x="3683661" y="2845261"/>
                </a:cubicBezTo>
                <a:lnTo>
                  <a:pt x="3611183" y="2812990"/>
                </a:lnTo>
                <a:lnTo>
                  <a:pt x="3605003" y="2814352"/>
                </a:lnTo>
                <a:cubicBezTo>
                  <a:pt x="3600731" y="2814971"/>
                  <a:pt x="3597877" y="2814971"/>
                  <a:pt x="3595884" y="2814516"/>
                </a:cubicBezTo>
                <a:lnTo>
                  <a:pt x="3595649" y="2814247"/>
                </a:lnTo>
                <a:lnTo>
                  <a:pt x="3587126" y="2814937"/>
                </a:lnTo>
                <a:cubicBezTo>
                  <a:pt x="3572774" y="2816728"/>
                  <a:pt x="3550540" y="2802529"/>
                  <a:pt x="3537283" y="2805238"/>
                </a:cubicBezTo>
                <a:cubicBezTo>
                  <a:pt x="3515092" y="2800942"/>
                  <a:pt x="3489773" y="2807207"/>
                  <a:pt x="3474371" y="2801577"/>
                </a:cubicBezTo>
                <a:lnTo>
                  <a:pt x="3401876" y="2789529"/>
                </a:lnTo>
                <a:lnTo>
                  <a:pt x="3365036" y="2806481"/>
                </a:lnTo>
                <a:cubicBezTo>
                  <a:pt x="3361007" y="2808779"/>
                  <a:pt x="3355145" y="2809857"/>
                  <a:pt x="3345174" y="2808163"/>
                </a:cubicBezTo>
                <a:lnTo>
                  <a:pt x="3342846" y="2807188"/>
                </a:lnTo>
                <a:cubicBezTo>
                  <a:pt x="3337528" y="2809659"/>
                  <a:pt x="3296694" y="2810789"/>
                  <a:pt x="3263504" y="2813065"/>
                </a:cubicBezTo>
                <a:cubicBezTo>
                  <a:pt x="3210873" y="2815406"/>
                  <a:pt x="3204538" y="2823378"/>
                  <a:pt x="3143704" y="2820840"/>
                </a:cubicBezTo>
                <a:cubicBezTo>
                  <a:pt x="3083839" y="2822069"/>
                  <a:pt x="3073438" y="2828075"/>
                  <a:pt x="3031439" y="2823483"/>
                </a:cubicBezTo>
                <a:lnTo>
                  <a:pt x="2782717" y="2845304"/>
                </a:lnTo>
                <a:cubicBezTo>
                  <a:pt x="2720447" y="2872959"/>
                  <a:pt x="2718750" y="2842390"/>
                  <a:pt x="2647675" y="2855840"/>
                </a:cubicBezTo>
                <a:cubicBezTo>
                  <a:pt x="2583664" y="2795905"/>
                  <a:pt x="2609849" y="2834173"/>
                  <a:pt x="2569176" y="2829599"/>
                </a:cubicBezTo>
                <a:lnTo>
                  <a:pt x="2444403" y="2843500"/>
                </a:lnTo>
                <a:cubicBezTo>
                  <a:pt x="2412730" y="2860060"/>
                  <a:pt x="2355175" y="2829971"/>
                  <a:pt x="2316260" y="2851967"/>
                </a:cubicBezTo>
                <a:cubicBezTo>
                  <a:pt x="2277148" y="2852505"/>
                  <a:pt x="2234330" y="2848310"/>
                  <a:pt x="2209726" y="2846734"/>
                </a:cubicBezTo>
                <a:cubicBezTo>
                  <a:pt x="2172984" y="2843077"/>
                  <a:pt x="2131016" y="2834145"/>
                  <a:pt x="2095813" y="2830023"/>
                </a:cubicBezTo>
                <a:cubicBezTo>
                  <a:pt x="2078687" y="2843632"/>
                  <a:pt x="2046700" y="2821328"/>
                  <a:pt x="1998504" y="2822003"/>
                </a:cubicBezTo>
                <a:cubicBezTo>
                  <a:pt x="1979851" y="2837650"/>
                  <a:pt x="1965997" y="2822267"/>
                  <a:pt x="1929320" y="2843948"/>
                </a:cubicBezTo>
                <a:cubicBezTo>
                  <a:pt x="1927506" y="2842156"/>
                  <a:pt x="1925308" y="2840529"/>
                  <a:pt x="1922798" y="2839117"/>
                </a:cubicBezTo>
                <a:cubicBezTo>
                  <a:pt x="1908224" y="2830923"/>
                  <a:pt x="1886476" y="2831636"/>
                  <a:pt x="1874228" y="2840712"/>
                </a:cubicBezTo>
                <a:cubicBezTo>
                  <a:pt x="1844711" y="2855471"/>
                  <a:pt x="1815838" y="2863248"/>
                  <a:pt x="1787803" y="2868334"/>
                </a:cubicBezTo>
                <a:lnTo>
                  <a:pt x="1739352" y="2863283"/>
                </a:lnTo>
                <a:cubicBezTo>
                  <a:pt x="1720756" y="2859717"/>
                  <a:pt x="1697809" y="2850808"/>
                  <a:pt x="1676219" y="2846934"/>
                </a:cubicBezTo>
                <a:cubicBezTo>
                  <a:pt x="1653856" y="2845729"/>
                  <a:pt x="1629782" y="2852334"/>
                  <a:pt x="1609817" y="2840037"/>
                </a:cubicBezTo>
                <a:cubicBezTo>
                  <a:pt x="1570834" y="2828361"/>
                  <a:pt x="1525521" y="2848516"/>
                  <a:pt x="1497258" y="2814447"/>
                </a:cubicBezTo>
                <a:cubicBezTo>
                  <a:pt x="1419429" y="2799738"/>
                  <a:pt x="1265224" y="2779725"/>
                  <a:pt x="1151127" y="2765012"/>
                </a:cubicBezTo>
                <a:cubicBezTo>
                  <a:pt x="1044820" y="2755201"/>
                  <a:pt x="911490" y="2756949"/>
                  <a:pt x="859417" y="2755579"/>
                </a:cubicBezTo>
                <a:lnTo>
                  <a:pt x="838688" y="2756792"/>
                </a:lnTo>
                <a:cubicBezTo>
                  <a:pt x="829380" y="2753383"/>
                  <a:pt x="823010" y="2753358"/>
                  <a:pt x="817957" y="2754828"/>
                </a:cubicBezTo>
                <a:lnTo>
                  <a:pt x="812654" y="2757722"/>
                </a:lnTo>
                <a:lnTo>
                  <a:pt x="721195" y="2756632"/>
                </a:lnTo>
                <a:cubicBezTo>
                  <a:pt x="721095" y="2756212"/>
                  <a:pt x="720991" y="2755791"/>
                  <a:pt x="720890" y="2755370"/>
                </a:cubicBezTo>
                <a:cubicBezTo>
                  <a:pt x="719222" y="2752527"/>
                  <a:pt x="716144" y="2750395"/>
                  <a:pt x="710023" y="2749693"/>
                </a:cubicBezTo>
                <a:cubicBezTo>
                  <a:pt x="689532" y="2741604"/>
                  <a:pt x="619665" y="2714421"/>
                  <a:pt x="597940" y="2706835"/>
                </a:cubicBezTo>
                <a:cubicBezTo>
                  <a:pt x="587430" y="2706236"/>
                  <a:pt x="583862" y="2704593"/>
                  <a:pt x="579683" y="2704183"/>
                </a:cubicBezTo>
                <a:lnTo>
                  <a:pt x="572865" y="2704372"/>
                </a:lnTo>
                <a:cubicBezTo>
                  <a:pt x="550627" y="2698066"/>
                  <a:pt x="474197" y="2673651"/>
                  <a:pt x="446247" y="2666342"/>
                </a:cubicBezTo>
                <a:cubicBezTo>
                  <a:pt x="429213" y="2673994"/>
                  <a:pt x="416808" y="2669256"/>
                  <a:pt x="405163" y="2660519"/>
                </a:cubicBezTo>
                <a:cubicBezTo>
                  <a:pt x="367566" y="2660861"/>
                  <a:pt x="334968" y="2646856"/>
                  <a:pt x="293583" y="2639823"/>
                </a:cubicBezTo>
                <a:lnTo>
                  <a:pt x="119529" y="2588018"/>
                </a:lnTo>
                <a:cubicBezTo>
                  <a:pt x="73377" y="2578908"/>
                  <a:pt x="36403" y="2586550"/>
                  <a:pt x="16674" y="2585162"/>
                </a:cubicBezTo>
                <a:lnTo>
                  <a:pt x="1150" y="2579693"/>
                </a:lnTo>
                <a:cubicBezTo>
                  <a:pt x="-1438" y="2323697"/>
                  <a:pt x="1148" y="1341304"/>
                  <a:pt x="1148" y="1049184"/>
                </a:cubicBezTo>
                <a:lnTo>
                  <a:pt x="1148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1137036" y="548640"/>
            <a:ext cx="9916632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Why do we need math to study disease?</a:t>
            </a: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57987" y="2431767"/>
            <a:ext cx="8276026" cy="3685156"/>
          </a:xfrm>
        </p:spPr>
        <p:txBody>
          <a:bodyPr anchor="ctr">
            <a:normAutofit/>
          </a:bodyPr>
          <a:lstStyle/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Infectious diseases are still a major cause of mortality and morbidity throughout the world 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Allows study beyond what is ethically or biologically feasible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Development process helps to formulate quantitative understanding of disease dynamics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Helps identify data gaps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Provides insights into key elements influencing disease spread leading to control options</a:t>
            </a:r>
          </a:p>
        </p:txBody>
      </p:sp>
    </p:spTree>
    <p:extLst>
      <p:ext uri="{BB962C8B-B14F-4D97-AF65-F5344CB8AC3E}">
        <p14:creationId xmlns:p14="http://schemas.microsoft.com/office/powerpoint/2010/main" val="174936419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82" name="Picture 178181">
            <a:extLst>
              <a:ext uri="{FF2B5EF4-FFF2-40B4-BE49-F238E27FC236}">
                <a16:creationId xmlns:a16="http://schemas.microsoft.com/office/drawing/2014/main" id="{8BA3A894-BDDC-B755-1FA7-A191287EF957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</a:blip>
          <a:srcRect t="26710"/>
          <a:stretch>
            <a:fillRect/>
          </a:stretch>
        </p:blipFill>
        <p:spPr>
          <a:xfrm>
            <a:off x="20" y="10"/>
            <a:ext cx="12191980" cy="6857990"/>
          </a:xfrm>
          <a:prstGeom prst="rect">
            <a:avLst/>
          </a:prstGeom>
        </p:spPr>
      </p:pic>
      <p:sp>
        <p:nvSpPr>
          <p:cNvPr id="178186" name="Rectangle 178185">
            <a:extLst>
              <a:ext uri="{FF2B5EF4-FFF2-40B4-BE49-F238E27FC236}">
                <a16:creationId xmlns:a16="http://schemas.microsoft.com/office/drawing/2014/main" id="{B50AB553-2A96-4A92-96F2-93548E0969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">
                <a:schemeClr val="bg2">
                  <a:alpha val="68000"/>
                </a:schemeClr>
              </a:gs>
              <a:gs pos="85000">
                <a:schemeClr val="bg2">
                  <a:alpha val="97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178" name="Rectangle 2"/>
          <p:cNvSpPr>
            <a:spLocks noGrp="1" noChangeArrowheads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US"/>
              <a:t>A little bit of history</a:t>
            </a:r>
          </a:p>
        </p:txBody>
      </p:sp>
      <p:graphicFrame>
        <p:nvGraphicFramePr>
          <p:cNvPr id="178181" name="Rectangle 3">
            <a:extLst>
              <a:ext uri="{FF2B5EF4-FFF2-40B4-BE49-F238E27FC236}">
                <a16:creationId xmlns:a16="http://schemas.microsoft.com/office/drawing/2014/main" id="{E3A4C69F-B22D-4175-B545-61A9CD34E7B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7322580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412163387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76" name="Rectangle 7175">
            <a:extLst>
              <a:ext uri="{FF2B5EF4-FFF2-40B4-BE49-F238E27FC236}">
                <a16:creationId xmlns:a16="http://schemas.microsoft.com/office/drawing/2014/main" id="{A8F90D1A-DCE2-4FBC-8CFD-82ACF4C876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78" name="Rectangle 7177">
            <a:extLst>
              <a:ext uri="{FF2B5EF4-FFF2-40B4-BE49-F238E27FC236}">
                <a16:creationId xmlns:a16="http://schemas.microsoft.com/office/drawing/2014/main" id="{8F44E252-99EF-49EF-858E-C7598F848E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2133600" y="685800"/>
            <a:ext cx="10058400" cy="54864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ctr">
            <a:sp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3000" b="0" i="0" u="none" strike="noStrike" cap="none" spc="0" normalizeH="0" baseline="0" dirty="0">
              <a:ln>
                <a:noFill/>
              </a:ln>
              <a:solidFill>
                <a:srgbClr val="000000"/>
              </a:solidFill>
              <a:effectLst/>
              <a:uFillTx/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7180" name="Graphic 14">
            <a:extLst>
              <a:ext uri="{FF2B5EF4-FFF2-40B4-BE49-F238E27FC236}">
                <a16:creationId xmlns:a16="http://schemas.microsoft.com/office/drawing/2014/main" id="{2929DB54-1BF0-4191-88B1-ADEBA6E9A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6680579" y="344262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85" name="Graphic 14">
            <a:extLst>
              <a:ext uri="{FF2B5EF4-FFF2-40B4-BE49-F238E27FC236}">
                <a16:creationId xmlns:a16="http://schemas.microsoft.com/office/drawing/2014/main" id="{2CF7CF5F-D747-47B3-80B1-8392750446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V="1">
            <a:off x="6680579" y="70284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70" name="Rectangle 2"/>
          <p:cNvSpPr>
            <a:spLocks noGrp="1" noChangeArrowheads="1"/>
          </p:cNvSpPr>
          <p:nvPr>
            <p:ph type="title"/>
          </p:nvPr>
        </p:nvSpPr>
        <p:spPr>
          <a:xfrm>
            <a:off x="1463040" y="685800"/>
            <a:ext cx="7935718" cy="2229684"/>
          </a:xfrm>
        </p:spPr>
        <p:txBody>
          <a:bodyPr anchor="t">
            <a:normAutofit/>
          </a:bodyPr>
          <a:lstStyle/>
          <a:p>
            <a:r>
              <a:rPr lang="en-US" sz="5000"/>
              <a:t>Rules for Games</a:t>
            </a:r>
          </a:p>
        </p:txBody>
      </p:sp>
      <p:sp>
        <p:nvSpPr>
          <p:cNvPr id="7184" name="Rectangle 7183">
            <a:extLst>
              <a:ext uri="{FF2B5EF4-FFF2-40B4-BE49-F238E27FC236}">
                <a16:creationId xmlns:a16="http://schemas.microsoft.com/office/drawing/2014/main" id="{83596CE6-3568-460E-A577-FC0E4BC87D4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159764" y="685797"/>
            <a:ext cx="118872" cy="155045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463040" y="3133724"/>
            <a:ext cx="7935718" cy="2746621"/>
          </a:xfrm>
        </p:spPr>
        <p:txBody>
          <a:bodyPr>
            <a:normAutofit/>
          </a:bodyPr>
          <a:lstStyle/>
          <a:p>
            <a:r>
              <a:rPr lang="en-US" sz="1800"/>
              <a:t>Divide into groups of 2-3 students</a:t>
            </a:r>
          </a:p>
          <a:p>
            <a:r>
              <a:rPr lang="en-US" sz="1800"/>
              <a:t>Share responsibility for tasks</a:t>
            </a:r>
          </a:p>
          <a:p>
            <a:r>
              <a:rPr lang="en-US" sz="1800"/>
              <a:t>Don’t spill the beads!!</a:t>
            </a:r>
          </a:p>
          <a:p>
            <a:r>
              <a:rPr lang="en-US" sz="1800"/>
              <a:t>Ask any questions you have</a:t>
            </a:r>
          </a:p>
        </p:txBody>
      </p:sp>
      <p:sp>
        <p:nvSpPr>
          <p:cNvPr id="7186" name="Graphic 14">
            <a:extLst>
              <a:ext uri="{FF2B5EF4-FFF2-40B4-BE49-F238E27FC236}">
                <a16:creationId xmlns:a16="http://schemas.microsoft.com/office/drawing/2014/main" id="{6E28FA02-41B9-466D-B728-320B55FB0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9423779" y="344262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88" name="Graphic 14">
            <a:extLst>
              <a:ext uri="{FF2B5EF4-FFF2-40B4-BE49-F238E27FC236}">
                <a16:creationId xmlns:a16="http://schemas.microsoft.com/office/drawing/2014/main" id="{CE1108CD-786E-4304-9504-9C5AD64829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 flipV="1">
            <a:off x="9423779" y="702847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90" name="Rectangle 7189">
            <a:extLst>
              <a:ext uri="{FF2B5EF4-FFF2-40B4-BE49-F238E27FC236}">
                <a16:creationId xmlns:a16="http://schemas.microsoft.com/office/drawing/2014/main" id="{585A1349-C783-41E9-B9AA-20D51A7FB7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2073128" y="6172201"/>
            <a:ext cx="118872" cy="685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081496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20" name="Rectangle 13319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22" name="Freeform: Shape 13321">
            <a:extLst>
              <a:ext uri="{FF2B5EF4-FFF2-40B4-BE49-F238E27FC236}">
                <a16:creationId xmlns:a16="http://schemas.microsoft.com/office/drawing/2014/main" id="{DC5FB7E8-B636-40FA-BE8D-48145C0F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4"/>
            <a:ext cx="12192000" cy="2295238"/>
          </a:xfrm>
          <a:custGeom>
            <a:avLst/>
            <a:gdLst>
              <a:gd name="connsiteX0" fmla="*/ 12160143 w 12192000"/>
              <a:gd name="connsiteY0" fmla="*/ 831692 h 2079137"/>
              <a:gd name="connsiteX1" fmla="*/ 12159112 w 12192000"/>
              <a:gd name="connsiteY1" fmla="*/ 833361 h 2079137"/>
              <a:gd name="connsiteX2" fmla="*/ 12158912 w 12192000"/>
              <a:gd name="connsiteY2" fmla="*/ 832430 h 2079137"/>
              <a:gd name="connsiteX3" fmla="*/ 0 w 12192000"/>
              <a:gd name="connsiteY3" fmla="*/ 0 h 2079137"/>
              <a:gd name="connsiteX4" fmla="*/ 12192000 w 12192000"/>
              <a:gd name="connsiteY4" fmla="*/ 0 h 2079137"/>
              <a:gd name="connsiteX5" fmla="*/ 12192000 w 12192000"/>
              <a:gd name="connsiteY5" fmla="*/ 558063 h 2079137"/>
              <a:gd name="connsiteX6" fmla="*/ 12189259 w 12192000"/>
              <a:gd name="connsiteY6" fmla="*/ 810508 h 2079137"/>
              <a:gd name="connsiteX7" fmla="*/ 12170847 w 12192000"/>
              <a:gd name="connsiteY7" fmla="*/ 825280 h 2079137"/>
              <a:gd name="connsiteX8" fmla="*/ 12160143 w 12192000"/>
              <a:gd name="connsiteY8" fmla="*/ 831692 h 2079137"/>
              <a:gd name="connsiteX9" fmla="*/ 12163806 w 12192000"/>
              <a:gd name="connsiteY9" fmla="*/ 825759 h 2079137"/>
              <a:gd name="connsiteX10" fmla="*/ 12056557 w 12192000"/>
              <a:gd name="connsiteY10" fmla="*/ 810176 h 2079137"/>
              <a:gd name="connsiteX11" fmla="*/ 11900316 w 12192000"/>
              <a:gd name="connsiteY11" fmla="*/ 789618 h 2079137"/>
              <a:gd name="connsiteX12" fmla="*/ 11791206 w 12192000"/>
              <a:gd name="connsiteY12" fmla="*/ 824176 h 2079137"/>
              <a:gd name="connsiteX13" fmla="*/ 11659257 w 12192000"/>
              <a:gd name="connsiteY13" fmla="*/ 800841 h 2079137"/>
              <a:gd name="connsiteX14" fmla="*/ 11569789 w 12192000"/>
              <a:gd name="connsiteY14" fmla="*/ 797135 h 2079137"/>
              <a:gd name="connsiteX15" fmla="*/ 11367885 w 12192000"/>
              <a:gd name="connsiteY15" fmla="*/ 791985 h 2079137"/>
              <a:gd name="connsiteX16" fmla="*/ 11174663 w 12192000"/>
              <a:gd name="connsiteY16" fmla="*/ 788721 h 2079137"/>
              <a:gd name="connsiteX17" fmla="*/ 11068220 w 12192000"/>
              <a:gd name="connsiteY17" fmla="*/ 786994 h 2079137"/>
              <a:gd name="connsiteX18" fmla="*/ 10893266 w 12192000"/>
              <a:gd name="connsiteY18" fmla="*/ 794013 h 2079137"/>
              <a:gd name="connsiteX19" fmla="*/ 10844025 w 12192000"/>
              <a:gd name="connsiteY19" fmla="*/ 789857 h 2079137"/>
              <a:gd name="connsiteX20" fmla="*/ 10814353 w 12192000"/>
              <a:gd name="connsiteY20" fmla="*/ 789010 h 2079137"/>
              <a:gd name="connsiteX21" fmla="*/ 10748393 w 12192000"/>
              <a:gd name="connsiteY21" fmla="*/ 806738 h 2079137"/>
              <a:gd name="connsiteX22" fmla="*/ 10468256 w 12192000"/>
              <a:gd name="connsiteY22" fmla="*/ 778733 h 2079137"/>
              <a:gd name="connsiteX23" fmla="*/ 10256131 w 12192000"/>
              <a:gd name="connsiteY23" fmla="*/ 788332 h 2079137"/>
              <a:gd name="connsiteX24" fmla="*/ 10177442 w 12192000"/>
              <a:gd name="connsiteY24" fmla="*/ 777371 h 2079137"/>
              <a:gd name="connsiteX25" fmla="*/ 10006086 w 12192000"/>
              <a:gd name="connsiteY25" fmla="*/ 792651 h 2079137"/>
              <a:gd name="connsiteX26" fmla="*/ 9952382 w 12192000"/>
              <a:gd name="connsiteY26" fmla="*/ 815411 h 2079137"/>
              <a:gd name="connsiteX27" fmla="*/ 9926457 w 12192000"/>
              <a:gd name="connsiteY27" fmla="*/ 827295 h 2079137"/>
              <a:gd name="connsiteX28" fmla="*/ 9843405 w 12192000"/>
              <a:gd name="connsiteY28" fmla="*/ 867046 h 2079137"/>
              <a:gd name="connsiteX29" fmla="*/ 9830866 w 12192000"/>
              <a:gd name="connsiteY29" fmla="*/ 875047 h 2079137"/>
              <a:gd name="connsiteX30" fmla="*/ 9801807 w 12192000"/>
              <a:gd name="connsiteY30" fmla="*/ 872272 h 2079137"/>
              <a:gd name="connsiteX31" fmla="*/ 9785653 w 12192000"/>
              <a:gd name="connsiteY31" fmla="*/ 861743 h 2079137"/>
              <a:gd name="connsiteX32" fmla="*/ 9781177 w 12192000"/>
              <a:gd name="connsiteY32" fmla="*/ 864820 h 2079137"/>
              <a:gd name="connsiteX33" fmla="*/ 9768640 w 12192000"/>
              <a:gd name="connsiteY33" fmla="*/ 869379 h 2079137"/>
              <a:gd name="connsiteX34" fmla="*/ 9712211 w 12192000"/>
              <a:gd name="connsiteY34" fmla="*/ 900283 h 2079137"/>
              <a:gd name="connsiteX35" fmla="*/ 9689465 w 12192000"/>
              <a:gd name="connsiteY35" fmla="*/ 899268 h 2079137"/>
              <a:gd name="connsiteX36" fmla="*/ 9600339 w 12192000"/>
              <a:gd name="connsiteY36" fmla="*/ 922112 h 2079137"/>
              <a:gd name="connsiteX37" fmla="*/ 9582850 w 12192000"/>
              <a:gd name="connsiteY37" fmla="*/ 925510 h 2079137"/>
              <a:gd name="connsiteX38" fmla="*/ 9549638 w 12192000"/>
              <a:gd name="connsiteY38" fmla="*/ 940845 h 2079137"/>
              <a:gd name="connsiteX39" fmla="*/ 9539471 w 12192000"/>
              <a:gd name="connsiteY39" fmla="*/ 941799 h 2079137"/>
              <a:gd name="connsiteX40" fmla="*/ 9505592 w 12192000"/>
              <a:gd name="connsiteY40" fmla="*/ 955533 h 2079137"/>
              <a:gd name="connsiteX41" fmla="*/ 9432569 w 12192000"/>
              <a:gd name="connsiteY41" fmla="*/ 985377 h 2079137"/>
              <a:gd name="connsiteX42" fmla="*/ 9414216 w 12192000"/>
              <a:gd name="connsiteY42" fmla="*/ 992655 h 2079137"/>
              <a:gd name="connsiteX43" fmla="*/ 9397106 w 12192000"/>
              <a:gd name="connsiteY43" fmla="*/ 992980 h 2079137"/>
              <a:gd name="connsiteX44" fmla="*/ 9305108 w 12192000"/>
              <a:gd name="connsiteY44" fmla="*/ 1007767 h 2079137"/>
              <a:gd name="connsiteX45" fmla="*/ 9282434 w 12192000"/>
              <a:gd name="connsiteY45" fmla="*/ 1007523 h 2079137"/>
              <a:gd name="connsiteX46" fmla="*/ 9271941 w 12192000"/>
              <a:gd name="connsiteY46" fmla="*/ 1002839 h 2079137"/>
              <a:gd name="connsiteX47" fmla="*/ 9238227 w 12192000"/>
              <a:gd name="connsiteY47" fmla="*/ 1017668 h 2079137"/>
              <a:gd name="connsiteX48" fmla="*/ 9184265 w 12192000"/>
              <a:gd name="connsiteY48" fmla="*/ 1031275 h 2079137"/>
              <a:gd name="connsiteX49" fmla="*/ 9159000 w 12192000"/>
              <a:gd name="connsiteY49" fmla="*/ 1039569 h 2079137"/>
              <a:gd name="connsiteX50" fmla="*/ 9137031 w 12192000"/>
              <a:gd name="connsiteY50" fmla="*/ 1038699 h 2079137"/>
              <a:gd name="connsiteX51" fmla="*/ 9015702 w 12192000"/>
              <a:gd name="connsiteY51" fmla="*/ 1051400 h 2079137"/>
              <a:gd name="connsiteX52" fmla="*/ 8971403 w 12192000"/>
              <a:gd name="connsiteY52" fmla="*/ 1040542 h 2079137"/>
              <a:gd name="connsiteX53" fmla="*/ 8961826 w 12192000"/>
              <a:gd name="connsiteY53" fmla="*/ 1045364 h 2079137"/>
              <a:gd name="connsiteX54" fmla="*/ 8888623 w 12192000"/>
              <a:gd name="connsiteY54" fmla="*/ 1053908 h 2079137"/>
              <a:gd name="connsiteX55" fmla="*/ 8841066 w 12192000"/>
              <a:gd name="connsiteY55" fmla="*/ 1060421 h 2079137"/>
              <a:gd name="connsiteX56" fmla="*/ 8752342 w 12192000"/>
              <a:gd name="connsiteY56" fmla="*/ 1080646 h 2079137"/>
              <a:gd name="connsiteX57" fmla="*/ 8699139 w 12192000"/>
              <a:gd name="connsiteY57" fmla="*/ 1087885 h 2079137"/>
              <a:gd name="connsiteX58" fmla="*/ 8667273 w 12192000"/>
              <a:gd name="connsiteY58" fmla="*/ 1092062 h 2079137"/>
              <a:gd name="connsiteX59" fmla="*/ 8586064 w 12192000"/>
              <a:gd name="connsiteY59" fmla="*/ 1114603 h 2079137"/>
              <a:gd name="connsiteX60" fmla="*/ 8460312 w 12192000"/>
              <a:gd name="connsiteY60" fmla="*/ 1179878 h 2079137"/>
              <a:gd name="connsiteX61" fmla="*/ 8419023 w 12192000"/>
              <a:gd name="connsiteY61" fmla="*/ 1191748 h 2079137"/>
              <a:gd name="connsiteX62" fmla="*/ 8410939 w 12192000"/>
              <a:gd name="connsiteY62" fmla="*/ 1189696 h 2079137"/>
              <a:gd name="connsiteX63" fmla="*/ 8362040 w 12192000"/>
              <a:gd name="connsiteY63" fmla="*/ 1220820 h 2079137"/>
              <a:gd name="connsiteX64" fmla="*/ 8273677 w 12192000"/>
              <a:gd name="connsiteY64" fmla="*/ 1236495 h 2079137"/>
              <a:gd name="connsiteX65" fmla="*/ 8204283 w 12192000"/>
              <a:gd name="connsiteY65" fmla="*/ 1243537 h 2079137"/>
              <a:gd name="connsiteX66" fmla="*/ 8166550 w 12192000"/>
              <a:gd name="connsiteY66" fmla="*/ 1249551 h 2079137"/>
              <a:gd name="connsiteX67" fmla="*/ 8137785 w 12192000"/>
              <a:gd name="connsiteY67" fmla="*/ 1251636 h 2079137"/>
              <a:gd name="connsiteX68" fmla="*/ 8071596 w 12192000"/>
              <a:gd name="connsiteY68" fmla="*/ 1269274 h 2079137"/>
              <a:gd name="connsiteX69" fmla="*/ 7964816 w 12192000"/>
              <a:gd name="connsiteY69" fmla="*/ 1303668 h 2079137"/>
              <a:gd name="connsiteX70" fmla="*/ 7941495 w 12192000"/>
              <a:gd name="connsiteY70" fmla="*/ 1309821 h 2079137"/>
              <a:gd name="connsiteX71" fmla="*/ 7919123 w 12192000"/>
              <a:gd name="connsiteY71" fmla="*/ 1310466 h 2079137"/>
              <a:gd name="connsiteX72" fmla="*/ 7911902 w 12192000"/>
              <a:gd name="connsiteY72" fmla="*/ 1306569 h 2079137"/>
              <a:gd name="connsiteX73" fmla="*/ 7898703 w 12192000"/>
              <a:gd name="connsiteY73" fmla="*/ 1309208 h 2079137"/>
              <a:gd name="connsiteX74" fmla="*/ 7894703 w 12192000"/>
              <a:gd name="connsiteY74" fmla="*/ 1308939 h 2079137"/>
              <a:gd name="connsiteX75" fmla="*/ 7872267 w 12192000"/>
              <a:gd name="connsiteY75" fmla="*/ 1308370 h 2079137"/>
              <a:gd name="connsiteX76" fmla="*/ 7836454 w 12192000"/>
              <a:gd name="connsiteY76" fmla="*/ 1331265 h 2079137"/>
              <a:gd name="connsiteX77" fmla="*/ 7782451 w 12192000"/>
              <a:gd name="connsiteY77" fmla="*/ 1339601 h 2079137"/>
              <a:gd name="connsiteX78" fmla="*/ 7542969 w 12192000"/>
              <a:gd name="connsiteY78" fmla="*/ 1372495 h 2079137"/>
              <a:gd name="connsiteX79" fmla="*/ 7476832 w 12192000"/>
              <a:gd name="connsiteY79" fmla="*/ 1431655 h 2079137"/>
              <a:gd name="connsiteX80" fmla="*/ 7370237 w 12192000"/>
              <a:gd name="connsiteY80" fmla="*/ 1474339 h 2079137"/>
              <a:gd name="connsiteX81" fmla="*/ 7222223 w 12192000"/>
              <a:gd name="connsiteY81" fmla="*/ 1510199 h 2079137"/>
              <a:gd name="connsiteX82" fmla="*/ 7215703 w 12192000"/>
              <a:gd name="connsiteY82" fmla="*/ 1520424 h 2079137"/>
              <a:gd name="connsiteX83" fmla="*/ 7204548 w 12192000"/>
              <a:gd name="connsiteY83" fmla="*/ 1528145 h 2079137"/>
              <a:gd name="connsiteX84" fmla="*/ 7202038 w 12192000"/>
              <a:gd name="connsiteY84" fmla="*/ 1527954 h 2079137"/>
              <a:gd name="connsiteX85" fmla="*/ 7173860 w 12192000"/>
              <a:gd name="connsiteY85" fmla="*/ 1541605 h 2079137"/>
              <a:gd name="connsiteX86" fmla="*/ 7155079 w 12192000"/>
              <a:gd name="connsiteY86" fmla="*/ 1552495 h 2079137"/>
              <a:gd name="connsiteX87" fmla="*/ 7149757 w 12192000"/>
              <a:gd name="connsiteY87" fmla="*/ 1552732 h 2079137"/>
              <a:gd name="connsiteX88" fmla="*/ 7104804 w 12192000"/>
              <a:gd name="connsiteY88" fmla="*/ 1565792 h 2079137"/>
              <a:gd name="connsiteX89" fmla="*/ 7082824 w 12192000"/>
              <a:gd name="connsiteY89" fmla="*/ 1567947 h 2079137"/>
              <a:gd name="connsiteX90" fmla="*/ 7021520 w 12192000"/>
              <a:gd name="connsiteY90" fmla="*/ 1562334 h 2079137"/>
              <a:gd name="connsiteX91" fmla="*/ 6988956 w 12192000"/>
              <a:gd name="connsiteY91" fmla="*/ 1576442 h 2079137"/>
              <a:gd name="connsiteX92" fmla="*/ 6981922 w 12192000"/>
              <a:gd name="connsiteY92" fmla="*/ 1578821 h 2079137"/>
              <a:gd name="connsiteX93" fmla="*/ 6981583 w 12192000"/>
              <a:gd name="connsiteY93" fmla="*/ 1578678 h 2079137"/>
              <a:gd name="connsiteX94" fmla="*/ 6973762 w 12192000"/>
              <a:gd name="connsiteY94" fmla="*/ 1580811 h 2079137"/>
              <a:gd name="connsiteX95" fmla="*/ 6969093 w 12192000"/>
              <a:gd name="connsiteY95" fmla="*/ 1583157 h 2079137"/>
              <a:gd name="connsiteX96" fmla="*/ 6890037 w 12192000"/>
              <a:gd name="connsiteY96" fmla="*/ 1575825 h 2079137"/>
              <a:gd name="connsiteX97" fmla="*/ 6785054 w 12192000"/>
              <a:gd name="connsiteY97" fmla="*/ 1582200 h 2079137"/>
              <a:gd name="connsiteX98" fmla="*/ 6681692 w 12192000"/>
              <a:gd name="connsiteY98" fmla="*/ 1591296 h 2079137"/>
              <a:gd name="connsiteX99" fmla="*/ 6644556 w 12192000"/>
              <a:gd name="connsiteY99" fmla="*/ 1595940 h 2079137"/>
              <a:gd name="connsiteX100" fmla="*/ 6577106 w 12192000"/>
              <a:gd name="connsiteY100" fmla="*/ 1598261 h 2079137"/>
              <a:gd name="connsiteX101" fmla="*/ 6544183 w 12192000"/>
              <a:gd name="connsiteY101" fmla="*/ 1596149 h 2079137"/>
              <a:gd name="connsiteX102" fmla="*/ 6540921 w 12192000"/>
              <a:gd name="connsiteY102" fmla="*/ 1593857 h 2079137"/>
              <a:gd name="connsiteX103" fmla="*/ 6535046 w 12192000"/>
              <a:gd name="connsiteY103" fmla="*/ 1593283 h 2079137"/>
              <a:gd name="connsiteX104" fmla="*/ 6519853 w 12192000"/>
              <a:gd name="connsiteY104" fmla="*/ 1595771 h 2079137"/>
              <a:gd name="connsiteX105" fmla="*/ 6514280 w 12192000"/>
              <a:gd name="connsiteY105" fmla="*/ 1597376 h 2079137"/>
              <a:gd name="connsiteX106" fmla="*/ 6505824 w 12192000"/>
              <a:gd name="connsiteY106" fmla="*/ 1598298 h 2079137"/>
              <a:gd name="connsiteX107" fmla="*/ 6505573 w 12192000"/>
              <a:gd name="connsiteY107" fmla="*/ 1598109 h 2079137"/>
              <a:gd name="connsiteX108" fmla="*/ 6497741 w 12192000"/>
              <a:gd name="connsiteY108" fmla="*/ 1599392 h 2079137"/>
              <a:gd name="connsiteX109" fmla="*/ 6459992 w 12192000"/>
              <a:gd name="connsiteY109" fmla="*/ 1608358 h 2079137"/>
              <a:gd name="connsiteX110" fmla="*/ 6404572 w 12192000"/>
              <a:gd name="connsiteY110" fmla="*/ 1593771 h 2079137"/>
              <a:gd name="connsiteX111" fmla="*/ 6382671 w 12192000"/>
              <a:gd name="connsiteY111" fmla="*/ 1592612 h 2079137"/>
              <a:gd name="connsiteX112" fmla="*/ 6369843 w 12192000"/>
              <a:gd name="connsiteY112" fmla="*/ 1590015 h 2079137"/>
              <a:gd name="connsiteX113" fmla="*/ 6269740 w 12192000"/>
              <a:gd name="connsiteY113" fmla="*/ 1614633 h 2079137"/>
              <a:gd name="connsiteX114" fmla="*/ 6255405 w 12192000"/>
              <a:gd name="connsiteY114" fmla="*/ 1620529 h 2079137"/>
              <a:gd name="connsiteX115" fmla="*/ 6244248 w 12192000"/>
              <a:gd name="connsiteY115" fmla="*/ 1629561 h 2079137"/>
              <a:gd name="connsiteX116" fmla="*/ 6086396 w 12192000"/>
              <a:gd name="connsiteY116" fmla="*/ 1642666 h 2079137"/>
              <a:gd name="connsiteX117" fmla="*/ 5867429 w 12192000"/>
              <a:gd name="connsiteY117" fmla="*/ 1695554 h 2079137"/>
              <a:gd name="connsiteX118" fmla="*/ 5772864 w 12192000"/>
              <a:gd name="connsiteY118" fmla="*/ 1689002 h 2079137"/>
              <a:gd name="connsiteX119" fmla="*/ 5629833 w 12192000"/>
              <a:gd name="connsiteY119" fmla="*/ 1713273 h 2079137"/>
              <a:gd name="connsiteX120" fmla="*/ 5504771 w 12192000"/>
              <a:gd name="connsiteY120" fmla="*/ 1725744 h 2079137"/>
              <a:gd name="connsiteX121" fmla="*/ 5490967 w 12192000"/>
              <a:gd name="connsiteY121" fmla="*/ 1726367 h 2079137"/>
              <a:gd name="connsiteX122" fmla="*/ 5486015 w 12192000"/>
              <a:gd name="connsiteY122" fmla="*/ 1721481 h 2079137"/>
              <a:gd name="connsiteX123" fmla="*/ 5439364 w 12192000"/>
              <a:gd name="connsiteY123" fmla="*/ 1721349 h 2079137"/>
              <a:gd name="connsiteX124" fmla="*/ 5350025 w 12192000"/>
              <a:gd name="connsiteY124" fmla="*/ 1729885 h 2079137"/>
              <a:gd name="connsiteX125" fmla="*/ 5336104 w 12192000"/>
              <a:gd name="connsiteY125" fmla="*/ 1734377 h 2079137"/>
              <a:gd name="connsiteX126" fmla="*/ 5245234 w 12192000"/>
              <a:gd name="connsiteY126" fmla="*/ 1738520 h 2079137"/>
              <a:gd name="connsiteX127" fmla="*/ 5182955 w 12192000"/>
              <a:gd name="connsiteY127" fmla="*/ 1744622 h 2079137"/>
              <a:gd name="connsiteX128" fmla="*/ 5169506 w 12192000"/>
              <a:gd name="connsiteY128" fmla="*/ 1748993 h 2079137"/>
              <a:gd name="connsiteX129" fmla="*/ 5154299 w 12192000"/>
              <a:gd name="connsiteY129" fmla="*/ 1744080 h 2079137"/>
              <a:gd name="connsiteX130" fmla="*/ 5149917 w 12192000"/>
              <a:gd name="connsiteY130" fmla="*/ 1739727 h 2079137"/>
              <a:gd name="connsiteX131" fmla="*/ 5100319 w 12192000"/>
              <a:gd name="connsiteY131" fmla="*/ 1745797 h 2079137"/>
              <a:gd name="connsiteX132" fmla="*/ 5094361 w 12192000"/>
              <a:gd name="connsiteY132" fmla="*/ 1745767 h 2079137"/>
              <a:gd name="connsiteX133" fmla="*/ 5053410 w 12192000"/>
              <a:gd name="connsiteY133" fmla="*/ 1742790 h 2079137"/>
              <a:gd name="connsiteX134" fmla="*/ 4992711 w 12192000"/>
              <a:gd name="connsiteY134" fmla="*/ 1734075 h 2079137"/>
              <a:gd name="connsiteX135" fmla="*/ 4930098 w 12192000"/>
              <a:gd name="connsiteY135" fmla="*/ 1717312 h 2079137"/>
              <a:gd name="connsiteX136" fmla="*/ 4893834 w 12192000"/>
              <a:gd name="connsiteY136" fmla="*/ 1710028 h 2079137"/>
              <a:gd name="connsiteX137" fmla="*/ 4868730 w 12192000"/>
              <a:gd name="connsiteY137" fmla="*/ 1702384 h 2079137"/>
              <a:gd name="connsiteX138" fmla="*/ 4797925 w 12192000"/>
              <a:gd name="connsiteY138" fmla="*/ 1695535 h 2079137"/>
              <a:gd name="connsiteX139" fmla="*/ 4677670 w 12192000"/>
              <a:gd name="connsiteY139" fmla="*/ 1689453 h 2079137"/>
              <a:gd name="connsiteX140" fmla="*/ 4634248 w 12192000"/>
              <a:gd name="connsiteY140" fmla="*/ 1680227 h 2079137"/>
              <a:gd name="connsiteX141" fmla="*/ 4632434 w 12192000"/>
              <a:gd name="connsiteY141" fmla="*/ 1674607 h 2079137"/>
              <a:gd name="connsiteX142" fmla="*/ 4619204 w 12192000"/>
              <a:gd name="connsiteY142" fmla="*/ 1672507 h 2079137"/>
              <a:gd name="connsiteX143" fmla="*/ 4616283 w 12192000"/>
              <a:gd name="connsiteY143" fmla="*/ 1670977 h 2079137"/>
              <a:gd name="connsiteX144" fmla="*/ 4598926 w 12192000"/>
              <a:gd name="connsiteY144" fmla="*/ 1663178 h 2079137"/>
              <a:gd name="connsiteX145" fmla="*/ 4547069 w 12192000"/>
              <a:gd name="connsiteY145" fmla="*/ 1670642 h 2079137"/>
              <a:gd name="connsiteX146" fmla="*/ 4523516 w 12192000"/>
              <a:gd name="connsiteY146" fmla="*/ 1669785 h 2079137"/>
              <a:gd name="connsiteX147" fmla="*/ 4500586 w 12192000"/>
              <a:gd name="connsiteY147" fmla="*/ 1675912 h 2079137"/>
              <a:gd name="connsiteX148" fmla="*/ 4488196 w 12192000"/>
              <a:gd name="connsiteY148" fmla="*/ 1683463 h 2079137"/>
              <a:gd name="connsiteX149" fmla="*/ 4445463 w 12192000"/>
              <a:gd name="connsiteY149" fmla="*/ 1695634 h 2079137"/>
              <a:gd name="connsiteX150" fmla="*/ 4446550 w 12192000"/>
              <a:gd name="connsiteY150" fmla="*/ 1680538 h 2079137"/>
              <a:gd name="connsiteX151" fmla="*/ 4365375 w 12192000"/>
              <a:gd name="connsiteY151" fmla="*/ 1697935 h 2079137"/>
              <a:gd name="connsiteX152" fmla="*/ 4305123 w 12192000"/>
              <a:gd name="connsiteY152" fmla="*/ 1714185 h 2079137"/>
              <a:gd name="connsiteX153" fmla="*/ 4292665 w 12192000"/>
              <a:gd name="connsiteY153" fmla="*/ 1720703 h 2079137"/>
              <a:gd name="connsiteX154" fmla="*/ 4276789 w 12192000"/>
              <a:gd name="connsiteY154" fmla="*/ 1718367 h 2079137"/>
              <a:gd name="connsiteX155" fmla="*/ 4271683 w 12192000"/>
              <a:gd name="connsiteY155" fmla="*/ 1714801 h 2079137"/>
              <a:gd name="connsiteX156" fmla="*/ 4223918 w 12192000"/>
              <a:gd name="connsiteY156" fmla="*/ 1728936 h 2079137"/>
              <a:gd name="connsiteX157" fmla="*/ 4218039 w 12192000"/>
              <a:gd name="connsiteY157" fmla="*/ 1729885 h 2079137"/>
              <a:gd name="connsiteX158" fmla="*/ 4177153 w 12192000"/>
              <a:gd name="connsiteY158" fmla="*/ 1733691 h 2079137"/>
              <a:gd name="connsiteX159" fmla="*/ 4051032 w 12192000"/>
              <a:gd name="connsiteY159" fmla="*/ 1728886 h 2079137"/>
              <a:gd name="connsiteX160" fmla="*/ 4013978 w 12192000"/>
              <a:gd name="connsiteY160" fmla="*/ 1727679 h 2079137"/>
              <a:gd name="connsiteX161" fmla="*/ 3987857 w 12192000"/>
              <a:gd name="connsiteY161" fmla="*/ 1724282 h 2079137"/>
              <a:gd name="connsiteX162" fmla="*/ 3916852 w 12192000"/>
              <a:gd name="connsiteY162" fmla="*/ 1729184 h 2079137"/>
              <a:gd name="connsiteX163" fmla="*/ 3797263 w 12192000"/>
              <a:gd name="connsiteY163" fmla="*/ 1742976 h 2079137"/>
              <a:gd name="connsiteX164" fmla="*/ 3752806 w 12192000"/>
              <a:gd name="connsiteY164" fmla="*/ 1741033 h 2079137"/>
              <a:gd name="connsiteX165" fmla="*/ 3749997 w 12192000"/>
              <a:gd name="connsiteY165" fmla="*/ 1735799 h 2079137"/>
              <a:gd name="connsiteX166" fmla="*/ 3736582 w 12192000"/>
              <a:gd name="connsiteY166" fmla="*/ 1735907 h 2079137"/>
              <a:gd name="connsiteX167" fmla="*/ 3733428 w 12192000"/>
              <a:gd name="connsiteY167" fmla="*/ 1734881 h 2079137"/>
              <a:gd name="connsiteX168" fmla="*/ 3714911 w 12192000"/>
              <a:gd name="connsiteY168" fmla="*/ 1730056 h 2079137"/>
              <a:gd name="connsiteX169" fmla="*/ 3665172 w 12192000"/>
              <a:gd name="connsiteY169" fmla="*/ 1745936 h 2079137"/>
              <a:gd name="connsiteX170" fmla="*/ 3552006 w 12192000"/>
              <a:gd name="connsiteY170" fmla="*/ 1755220 h 2079137"/>
              <a:gd name="connsiteX171" fmla="*/ 3390301 w 12192000"/>
              <a:gd name="connsiteY171" fmla="*/ 1762546 h 2079137"/>
              <a:gd name="connsiteX172" fmla="*/ 3264312 w 12192000"/>
              <a:gd name="connsiteY172" fmla="*/ 1774620 h 2079137"/>
              <a:gd name="connsiteX173" fmla="*/ 3106901 w 12192000"/>
              <a:gd name="connsiteY173" fmla="*/ 1804264 h 2079137"/>
              <a:gd name="connsiteX174" fmla="*/ 2993303 w 12192000"/>
              <a:gd name="connsiteY174" fmla="*/ 1806542 h 2079137"/>
              <a:gd name="connsiteX175" fmla="*/ 2979115 w 12192000"/>
              <a:gd name="connsiteY175" fmla="*/ 1815432 h 2079137"/>
              <a:gd name="connsiteX176" fmla="*/ 2963118 w 12192000"/>
              <a:gd name="connsiteY176" fmla="*/ 1820962 h 2079137"/>
              <a:gd name="connsiteX177" fmla="*/ 2961156 w 12192000"/>
              <a:gd name="connsiteY177" fmla="*/ 1820297 h 2079137"/>
              <a:gd name="connsiteX178" fmla="*/ 2925719 w 12192000"/>
              <a:gd name="connsiteY178" fmla="*/ 1828468 h 2079137"/>
              <a:gd name="connsiteX179" fmla="*/ 2857951 w 12192000"/>
              <a:gd name="connsiteY179" fmla="*/ 1842496 h 2079137"/>
              <a:gd name="connsiteX180" fmla="*/ 2857427 w 12192000"/>
              <a:gd name="connsiteY180" fmla="*/ 1841591 h 2079137"/>
              <a:gd name="connsiteX181" fmla="*/ 2846731 w 12192000"/>
              <a:gd name="connsiteY181" fmla="*/ 1839316 h 2079137"/>
              <a:gd name="connsiteX182" fmla="*/ 2826290 w 12192000"/>
              <a:gd name="connsiteY182" fmla="*/ 1837274 h 2079137"/>
              <a:gd name="connsiteX183" fmla="*/ 2779146 w 12192000"/>
              <a:gd name="connsiteY183" fmla="*/ 1820071 h 2079137"/>
              <a:gd name="connsiteX184" fmla="*/ 2739608 w 12192000"/>
              <a:gd name="connsiteY184" fmla="*/ 1827861 h 2079137"/>
              <a:gd name="connsiteX185" fmla="*/ 2731631 w 12192000"/>
              <a:gd name="connsiteY185" fmla="*/ 1828881 h 2079137"/>
              <a:gd name="connsiteX186" fmla="*/ 2731464 w 12192000"/>
              <a:gd name="connsiteY186" fmla="*/ 1828677 h 2079137"/>
              <a:gd name="connsiteX187" fmla="*/ 2723037 w 12192000"/>
              <a:gd name="connsiteY187" fmla="*/ 1829303 h 2079137"/>
              <a:gd name="connsiteX188" fmla="*/ 2701616 w 12192000"/>
              <a:gd name="connsiteY188" fmla="*/ 1832725 h 2079137"/>
              <a:gd name="connsiteX189" fmla="*/ 2696239 w 12192000"/>
              <a:gd name="connsiteY189" fmla="*/ 1831904 h 2079137"/>
              <a:gd name="connsiteX190" fmla="*/ 2663445 w 12192000"/>
              <a:gd name="connsiteY190" fmla="*/ 1825958 h 2079137"/>
              <a:gd name="connsiteX191" fmla="*/ 2560925 w 12192000"/>
              <a:gd name="connsiteY191" fmla="*/ 1829094 h 2079137"/>
              <a:gd name="connsiteX192" fmla="*/ 2458739 w 12192000"/>
              <a:gd name="connsiteY192" fmla="*/ 1834479 h 2079137"/>
              <a:gd name="connsiteX193" fmla="*/ 2356074 w 12192000"/>
              <a:gd name="connsiteY193" fmla="*/ 1836991 h 2079137"/>
              <a:gd name="connsiteX194" fmla="*/ 2304241 w 12192000"/>
              <a:gd name="connsiteY194" fmla="*/ 1822021 h 2079137"/>
              <a:gd name="connsiteX195" fmla="*/ 2298362 w 12192000"/>
              <a:gd name="connsiteY195" fmla="*/ 1822125 h 2079137"/>
              <a:gd name="connsiteX196" fmla="*/ 2283527 w 12192000"/>
              <a:gd name="connsiteY196" fmla="*/ 1826361 h 2079137"/>
              <a:gd name="connsiteX197" fmla="*/ 2278150 w 12192000"/>
              <a:gd name="connsiteY197" fmla="*/ 1828604 h 2079137"/>
              <a:gd name="connsiteX198" fmla="*/ 2269853 w 12192000"/>
              <a:gd name="connsiteY198" fmla="*/ 1830502 h 2079137"/>
              <a:gd name="connsiteX199" fmla="*/ 2269585 w 12192000"/>
              <a:gd name="connsiteY199" fmla="*/ 1830341 h 2079137"/>
              <a:gd name="connsiteX200" fmla="*/ 2225332 w 12192000"/>
              <a:gd name="connsiteY200" fmla="*/ 1845825 h 2079137"/>
              <a:gd name="connsiteX201" fmla="*/ 2169048 w 12192000"/>
              <a:gd name="connsiteY201" fmla="*/ 1837658 h 2079137"/>
              <a:gd name="connsiteX202" fmla="*/ 2147231 w 12192000"/>
              <a:gd name="connsiteY202" fmla="*/ 1839027 h 2079137"/>
              <a:gd name="connsiteX203" fmla="*/ 2135241 w 12192000"/>
              <a:gd name="connsiteY203" fmla="*/ 1838652 h 2079137"/>
              <a:gd name="connsiteX204" fmla="*/ 2099215 w 12192000"/>
              <a:gd name="connsiteY204" fmla="*/ 1850768 h 2079137"/>
              <a:gd name="connsiteX205" fmla="*/ 2094046 w 12192000"/>
              <a:gd name="connsiteY205" fmla="*/ 1850806 h 2079137"/>
              <a:gd name="connsiteX206" fmla="*/ 2071850 w 12192000"/>
              <a:gd name="connsiteY206" fmla="*/ 1861319 h 2079137"/>
              <a:gd name="connsiteX207" fmla="*/ 2039607 w 12192000"/>
              <a:gd name="connsiteY207" fmla="*/ 1874318 h 2079137"/>
              <a:gd name="connsiteX208" fmla="*/ 2037289 w 12192000"/>
              <a:gd name="connsiteY208" fmla="*/ 1874025 h 2079137"/>
              <a:gd name="connsiteX209" fmla="*/ 2023615 w 12192000"/>
              <a:gd name="connsiteY209" fmla="*/ 1881562 h 2079137"/>
              <a:gd name="connsiteX210" fmla="*/ 1957176 w 12192000"/>
              <a:gd name="connsiteY210" fmla="*/ 1898709 h 2079137"/>
              <a:gd name="connsiteX211" fmla="*/ 1858081 w 12192000"/>
              <a:gd name="connsiteY211" fmla="*/ 1923144 h 2079137"/>
              <a:gd name="connsiteX212" fmla="*/ 1738865 w 12192000"/>
              <a:gd name="connsiteY212" fmla="*/ 1944965 h 2079137"/>
              <a:gd name="connsiteX213" fmla="*/ 1616692 w 12192000"/>
              <a:gd name="connsiteY213" fmla="*/ 1989107 h 2079137"/>
              <a:gd name="connsiteX214" fmla="*/ 1411898 w 12192000"/>
              <a:gd name="connsiteY214" fmla="*/ 2046254 h 2079137"/>
              <a:gd name="connsiteX215" fmla="*/ 1375780 w 12192000"/>
              <a:gd name="connsiteY215" fmla="*/ 2047961 h 2079137"/>
              <a:gd name="connsiteX216" fmla="*/ 1375707 w 12192000"/>
              <a:gd name="connsiteY216" fmla="*/ 2047981 h 2079137"/>
              <a:gd name="connsiteX217" fmla="*/ 1285585 w 12192000"/>
              <a:gd name="connsiteY217" fmla="*/ 2047113 h 2079137"/>
              <a:gd name="connsiteX218" fmla="*/ 1263658 w 12192000"/>
              <a:gd name="connsiteY218" fmla="*/ 2041397 h 2079137"/>
              <a:gd name="connsiteX219" fmla="*/ 1170403 w 12192000"/>
              <a:gd name="connsiteY219" fmla="*/ 2033399 h 2079137"/>
              <a:gd name="connsiteX220" fmla="*/ 1153718 w 12192000"/>
              <a:gd name="connsiteY220" fmla="*/ 2029576 h 2079137"/>
              <a:gd name="connsiteX221" fmla="*/ 1133937 w 12192000"/>
              <a:gd name="connsiteY221" fmla="*/ 2032149 h 2079137"/>
              <a:gd name="connsiteX222" fmla="*/ 1054999 w 12192000"/>
              <a:gd name="connsiteY222" fmla="*/ 2043242 h 2079137"/>
              <a:gd name="connsiteX223" fmla="*/ 1018405 w 12192000"/>
              <a:gd name="connsiteY223" fmla="*/ 2048281 h 2079137"/>
              <a:gd name="connsiteX224" fmla="*/ 1016563 w 12192000"/>
              <a:gd name="connsiteY224" fmla="*/ 2051718 h 2079137"/>
              <a:gd name="connsiteX225" fmla="*/ 1008284 w 12192000"/>
              <a:gd name="connsiteY225" fmla="*/ 2046742 h 2079137"/>
              <a:gd name="connsiteX226" fmla="*/ 981974 w 12192000"/>
              <a:gd name="connsiteY226" fmla="*/ 2048363 h 2079137"/>
              <a:gd name="connsiteX227" fmla="*/ 971903 w 12192000"/>
              <a:gd name="connsiteY227" fmla="*/ 2053484 h 2079137"/>
              <a:gd name="connsiteX228" fmla="*/ 954015 w 12192000"/>
              <a:gd name="connsiteY228" fmla="*/ 2052529 h 2079137"/>
              <a:gd name="connsiteX229" fmla="*/ 839571 w 12192000"/>
              <a:gd name="connsiteY229" fmla="*/ 2046509 h 2079137"/>
              <a:gd name="connsiteX230" fmla="*/ 823321 w 12192000"/>
              <a:gd name="connsiteY230" fmla="*/ 2054296 h 2079137"/>
              <a:gd name="connsiteX231" fmla="*/ 800990 w 12192000"/>
              <a:gd name="connsiteY231" fmla="*/ 2051523 h 2079137"/>
              <a:gd name="connsiteX232" fmla="*/ 776439 w 12192000"/>
              <a:gd name="connsiteY232" fmla="*/ 2062634 h 2079137"/>
              <a:gd name="connsiteX233" fmla="*/ 763041 w 12192000"/>
              <a:gd name="connsiteY233" fmla="*/ 2063995 h 2079137"/>
              <a:gd name="connsiteX234" fmla="*/ 757863 w 12192000"/>
              <a:gd name="connsiteY234" fmla="*/ 2065877 h 2079137"/>
              <a:gd name="connsiteX235" fmla="*/ 745053 w 12192000"/>
              <a:gd name="connsiteY235" fmla="*/ 2051831 h 2079137"/>
              <a:gd name="connsiteX236" fmla="*/ 722609 w 12192000"/>
              <a:gd name="connsiteY236" fmla="*/ 2049504 h 2079137"/>
              <a:gd name="connsiteX237" fmla="*/ 717618 w 12192000"/>
              <a:gd name="connsiteY237" fmla="*/ 2042131 h 2079137"/>
              <a:gd name="connsiteX238" fmla="*/ 703285 w 12192000"/>
              <a:gd name="connsiteY238" fmla="*/ 2046808 h 2079137"/>
              <a:gd name="connsiteX239" fmla="*/ 680199 w 12192000"/>
              <a:gd name="connsiteY239" fmla="*/ 2051947 h 2079137"/>
              <a:gd name="connsiteX240" fmla="*/ 667351 w 12192000"/>
              <a:gd name="connsiteY240" fmla="*/ 2054469 h 2079137"/>
              <a:gd name="connsiteX241" fmla="*/ 660961 w 12192000"/>
              <a:gd name="connsiteY241" fmla="*/ 2049404 h 2079137"/>
              <a:gd name="connsiteX242" fmla="*/ 638282 w 12192000"/>
              <a:gd name="connsiteY242" fmla="*/ 2060093 h 2079137"/>
              <a:gd name="connsiteX243" fmla="*/ 583551 w 12192000"/>
              <a:gd name="connsiteY243" fmla="*/ 2070197 h 2079137"/>
              <a:gd name="connsiteX244" fmla="*/ 525274 w 12192000"/>
              <a:gd name="connsiteY244" fmla="*/ 2079137 h 2079137"/>
              <a:gd name="connsiteX245" fmla="*/ 405635 w 12192000"/>
              <a:gd name="connsiteY245" fmla="*/ 2059339 h 2079137"/>
              <a:gd name="connsiteX246" fmla="*/ 281555 w 12192000"/>
              <a:gd name="connsiteY246" fmla="*/ 2022847 h 2079137"/>
              <a:gd name="connsiteX247" fmla="*/ 98513 w 12192000"/>
              <a:gd name="connsiteY247" fmla="*/ 1969504 h 2079137"/>
              <a:gd name="connsiteX248" fmla="*/ 56191 w 12192000"/>
              <a:gd name="connsiteY248" fmla="*/ 1950709 h 2079137"/>
              <a:gd name="connsiteX249" fmla="*/ 0 w 12192000"/>
              <a:gd name="connsiteY249" fmla="*/ 1935789 h 207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12192000" h="2079137">
                <a:moveTo>
                  <a:pt x="12160143" y="831692"/>
                </a:moveTo>
                <a:lnTo>
                  <a:pt x="12159112" y="833361"/>
                </a:lnTo>
                <a:cubicBezTo>
                  <a:pt x="12157915" y="833832"/>
                  <a:pt x="12157402" y="833649"/>
                  <a:pt x="12158912" y="83243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558063"/>
                </a:lnTo>
                <a:lnTo>
                  <a:pt x="12189259" y="810508"/>
                </a:lnTo>
                <a:lnTo>
                  <a:pt x="12170847" y="825280"/>
                </a:lnTo>
                <a:lnTo>
                  <a:pt x="12160143" y="831692"/>
                </a:lnTo>
                <a:lnTo>
                  <a:pt x="12163806" y="825759"/>
                </a:lnTo>
                <a:cubicBezTo>
                  <a:pt x="12125449" y="821525"/>
                  <a:pt x="12082203" y="824698"/>
                  <a:pt x="12056557" y="810176"/>
                </a:cubicBezTo>
                <a:cubicBezTo>
                  <a:pt x="12050902" y="790976"/>
                  <a:pt x="11923731" y="799312"/>
                  <a:pt x="11900316" y="789618"/>
                </a:cubicBezTo>
                <a:cubicBezTo>
                  <a:pt x="11841702" y="803374"/>
                  <a:pt x="11823963" y="832645"/>
                  <a:pt x="11791206" y="824176"/>
                </a:cubicBezTo>
                <a:cubicBezTo>
                  <a:pt x="11768977" y="817380"/>
                  <a:pt x="11683857" y="828947"/>
                  <a:pt x="11659257" y="800841"/>
                </a:cubicBezTo>
                <a:cubicBezTo>
                  <a:pt x="11617173" y="818107"/>
                  <a:pt x="11602556" y="790694"/>
                  <a:pt x="11569789" y="797135"/>
                </a:cubicBezTo>
                <a:cubicBezTo>
                  <a:pt x="11498310" y="795094"/>
                  <a:pt x="11458472" y="819882"/>
                  <a:pt x="11367885" y="791985"/>
                </a:cubicBezTo>
                <a:cubicBezTo>
                  <a:pt x="11325508" y="798158"/>
                  <a:pt x="11266580" y="755023"/>
                  <a:pt x="11174663" y="788721"/>
                </a:cubicBezTo>
                <a:cubicBezTo>
                  <a:pt x="11122703" y="792192"/>
                  <a:pt x="11150009" y="775410"/>
                  <a:pt x="11068220" y="786994"/>
                </a:cubicBezTo>
                <a:cubicBezTo>
                  <a:pt x="11046931" y="759861"/>
                  <a:pt x="10919185" y="793102"/>
                  <a:pt x="10893266" y="794013"/>
                </a:cubicBezTo>
                <a:cubicBezTo>
                  <a:pt x="10874184" y="776189"/>
                  <a:pt x="10862860" y="788743"/>
                  <a:pt x="10844025" y="789857"/>
                </a:cubicBezTo>
                <a:cubicBezTo>
                  <a:pt x="10836453" y="779294"/>
                  <a:pt x="10820690" y="778184"/>
                  <a:pt x="10814353" y="789010"/>
                </a:cubicBezTo>
                <a:cubicBezTo>
                  <a:pt x="10819669" y="816016"/>
                  <a:pt x="10754019" y="789067"/>
                  <a:pt x="10748393" y="806738"/>
                </a:cubicBezTo>
                <a:cubicBezTo>
                  <a:pt x="10687156" y="807873"/>
                  <a:pt x="10550299" y="781800"/>
                  <a:pt x="10468256" y="778733"/>
                </a:cubicBezTo>
                <a:cubicBezTo>
                  <a:pt x="10436666" y="770025"/>
                  <a:pt x="10371995" y="797252"/>
                  <a:pt x="10256131" y="788332"/>
                </a:cubicBezTo>
                <a:cubicBezTo>
                  <a:pt x="10240995" y="781626"/>
                  <a:pt x="10182664" y="765742"/>
                  <a:pt x="10177442" y="777371"/>
                </a:cubicBezTo>
                <a:cubicBezTo>
                  <a:pt x="10141447" y="775683"/>
                  <a:pt x="10030323" y="810071"/>
                  <a:pt x="10006086" y="792651"/>
                </a:cubicBezTo>
                <a:cubicBezTo>
                  <a:pt x="10009448" y="818833"/>
                  <a:pt x="9960389" y="791426"/>
                  <a:pt x="9952382" y="815411"/>
                </a:cubicBezTo>
                <a:lnTo>
                  <a:pt x="9926457" y="827295"/>
                </a:lnTo>
                <a:lnTo>
                  <a:pt x="9843405" y="867046"/>
                </a:lnTo>
                <a:lnTo>
                  <a:pt x="9830866" y="875047"/>
                </a:lnTo>
                <a:lnTo>
                  <a:pt x="9801807" y="872272"/>
                </a:lnTo>
                <a:lnTo>
                  <a:pt x="9785653" y="861743"/>
                </a:lnTo>
                <a:lnTo>
                  <a:pt x="9781177" y="864820"/>
                </a:lnTo>
                <a:cubicBezTo>
                  <a:pt x="9776153" y="871003"/>
                  <a:pt x="9773556" y="874842"/>
                  <a:pt x="9768640" y="869379"/>
                </a:cubicBezTo>
                <a:lnTo>
                  <a:pt x="9712211" y="900283"/>
                </a:lnTo>
                <a:cubicBezTo>
                  <a:pt x="9706243" y="902750"/>
                  <a:pt x="9698952" y="902954"/>
                  <a:pt x="9689465" y="899268"/>
                </a:cubicBezTo>
                <a:cubicBezTo>
                  <a:pt x="9670819" y="902906"/>
                  <a:pt x="9618108" y="917739"/>
                  <a:pt x="9600339" y="922112"/>
                </a:cubicBezTo>
                <a:lnTo>
                  <a:pt x="9582850" y="925510"/>
                </a:lnTo>
                <a:cubicBezTo>
                  <a:pt x="9574400" y="928631"/>
                  <a:pt x="9556868" y="938130"/>
                  <a:pt x="9549638" y="940845"/>
                </a:cubicBezTo>
                <a:cubicBezTo>
                  <a:pt x="9543792" y="942327"/>
                  <a:pt x="9546812" y="939351"/>
                  <a:pt x="9539471" y="941799"/>
                </a:cubicBezTo>
                <a:cubicBezTo>
                  <a:pt x="9538994" y="947702"/>
                  <a:pt x="9536009" y="953248"/>
                  <a:pt x="9505592" y="955533"/>
                </a:cubicBezTo>
                <a:cubicBezTo>
                  <a:pt x="9486013" y="968563"/>
                  <a:pt x="9460860" y="978842"/>
                  <a:pt x="9432569" y="985377"/>
                </a:cubicBezTo>
                <a:cubicBezTo>
                  <a:pt x="9426990" y="980335"/>
                  <a:pt x="9418918" y="990185"/>
                  <a:pt x="9414216" y="992655"/>
                </a:cubicBezTo>
                <a:cubicBezTo>
                  <a:pt x="9412644" y="989014"/>
                  <a:pt x="9400057" y="989255"/>
                  <a:pt x="9397106" y="992980"/>
                </a:cubicBezTo>
                <a:cubicBezTo>
                  <a:pt x="9314093" y="1020862"/>
                  <a:pt x="9349678" y="978420"/>
                  <a:pt x="9305108" y="1007767"/>
                </a:cubicBezTo>
                <a:cubicBezTo>
                  <a:pt x="9296670" y="1010324"/>
                  <a:pt x="9289251" y="1009612"/>
                  <a:pt x="9282434" y="1007523"/>
                </a:cubicBezTo>
                <a:lnTo>
                  <a:pt x="9271941" y="1002839"/>
                </a:lnTo>
                <a:lnTo>
                  <a:pt x="9238227" y="1017668"/>
                </a:lnTo>
                <a:cubicBezTo>
                  <a:pt x="9221294" y="1023415"/>
                  <a:pt x="9203166" y="1027997"/>
                  <a:pt x="9184265" y="1031275"/>
                </a:cubicBezTo>
                <a:cubicBezTo>
                  <a:pt x="9178371" y="1024135"/>
                  <a:pt x="9165618" y="1036637"/>
                  <a:pt x="9159000" y="1039569"/>
                </a:cubicBezTo>
                <a:cubicBezTo>
                  <a:pt x="9157881" y="1034602"/>
                  <a:pt x="9141725" y="1033964"/>
                  <a:pt x="9137031" y="1038699"/>
                </a:cubicBezTo>
                <a:cubicBezTo>
                  <a:pt x="9023973" y="1069523"/>
                  <a:pt x="9079946" y="1015706"/>
                  <a:pt x="9015702" y="1051400"/>
                </a:cubicBezTo>
                <a:lnTo>
                  <a:pt x="8971403" y="1040542"/>
                </a:lnTo>
                <a:lnTo>
                  <a:pt x="8961826" y="1045364"/>
                </a:lnTo>
                <a:cubicBezTo>
                  <a:pt x="8922837" y="1050010"/>
                  <a:pt x="8909116" y="1040754"/>
                  <a:pt x="8888623" y="1053908"/>
                </a:cubicBezTo>
                <a:cubicBezTo>
                  <a:pt x="8850424" y="1035587"/>
                  <a:pt x="8865892" y="1054194"/>
                  <a:pt x="8841066" y="1060421"/>
                </a:cubicBezTo>
                <a:cubicBezTo>
                  <a:pt x="8818353" y="1064878"/>
                  <a:pt x="8775995" y="1076068"/>
                  <a:pt x="8752342" y="1080646"/>
                </a:cubicBezTo>
                <a:cubicBezTo>
                  <a:pt x="8736966" y="1099406"/>
                  <a:pt x="8723186" y="1079948"/>
                  <a:pt x="8699139" y="1087885"/>
                </a:cubicBezTo>
                <a:cubicBezTo>
                  <a:pt x="8688630" y="1095506"/>
                  <a:pt x="8680324" y="1097539"/>
                  <a:pt x="8667273" y="1092062"/>
                </a:cubicBezTo>
                <a:cubicBezTo>
                  <a:pt x="8619205" y="1128818"/>
                  <a:pt x="8634590" y="1097116"/>
                  <a:pt x="8586064" y="1114603"/>
                </a:cubicBezTo>
                <a:cubicBezTo>
                  <a:pt x="8544721" y="1131913"/>
                  <a:pt x="8496602" y="1145520"/>
                  <a:pt x="8460312" y="1179878"/>
                </a:cubicBezTo>
                <a:cubicBezTo>
                  <a:pt x="8454266" y="1189140"/>
                  <a:pt x="8435781" y="1194455"/>
                  <a:pt x="8419023" y="1191748"/>
                </a:cubicBezTo>
                <a:cubicBezTo>
                  <a:pt x="8416138" y="1191283"/>
                  <a:pt x="8413416" y="1190591"/>
                  <a:pt x="8410939" y="1189696"/>
                </a:cubicBezTo>
                <a:cubicBezTo>
                  <a:pt x="8390077" y="1213458"/>
                  <a:pt x="8370324" y="1205397"/>
                  <a:pt x="8362040" y="1220820"/>
                </a:cubicBezTo>
                <a:cubicBezTo>
                  <a:pt x="8320616" y="1231942"/>
                  <a:pt x="8281663" y="1222882"/>
                  <a:pt x="8273677" y="1236495"/>
                </a:cubicBezTo>
                <a:cubicBezTo>
                  <a:pt x="8251358" y="1238573"/>
                  <a:pt x="8216738" y="1228341"/>
                  <a:pt x="8204283" y="1243537"/>
                </a:cubicBezTo>
                <a:cubicBezTo>
                  <a:pt x="8198634" y="1233135"/>
                  <a:pt x="8181550" y="1254947"/>
                  <a:pt x="8166550" y="1249551"/>
                </a:cubicBezTo>
                <a:cubicBezTo>
                  <a:pt x="8155570" y="1244572"/>
                  <a:pt x="8147825" y="1250027"/>
                  <a:pt x="8137785" y="1251636"/>
                </a:cubicBezTo>
                <a:cubicBezTo>
                  <a:pt x="8123427" y="1248361"/>
                  <a:pt x="8081662" y="1261833"/>
                  <a:pt x="8071596" y="1269274"/>
                </a:cubicBezTo>
                <a:cubicBezTo>
                  <a:pt x="8048949" y="1293759"/>
                  <a:pt x="7983924" y="1284712"/>
                  <a:pt x="7964816" y="1303668"/>
                </a:cubicBezTo>
                <a:cubicBezTo>
                  <a:pt x="7957137" y="1306992"/>
                  <a:pt x="7949335" y="1308861"/>
                  <a:pt x="7941495" y="1309821"/>
                </a:cubicBezTo>
                <a:lnTo>
                  <a:pt x="7919123" y="1310466"/>
                </a:lnTo>
                <a:lnTo>
                  <a:pt x="7911902" y="1306569"/>
                </a:lnTo>
                <a:lnTo>
                  <a:pt x="7898703" y="1309208"/>
                </a:lnTo>
                <a:lnTo>
                  <a:pt x="7894703" y="1308939"/>
                </a:lnTo>
                <a:lnTo>
                  <a:pt x="7872267" y="1308370"/>
                </a:lnTo>
                <a:cubicBezTo>
                  <a:pt x="7886550" y="1330359"/>
                  <a:pt x="7812648" y="1314851"/>
                  <a:pt x="7836454" y="1331265"/>
                </a:cubicBezTo>
                <a:cubicBezTo>
                  <a:pt x="7798907" y="1336933"/>
                  <a:pt x="7831419" y="1351068"/>
                  <a:pt x="7782451" y="1339601"/>
                </a:cubicBezTo>
                <a:cubicBezTo>
                  <a:pt x="7727636" y="1365002"/>
                  <a:pt x="7583002" y="1338768"/>
                  <a:pt x="7542969" y="1372495"/>
                </a:cubicBezTo>
                <a:cubicBezTo>
                  <a:pt x="7546396" y="1360942"/>
                  <a:pt x="7492851" y="1424323"/>
                  <a:pt x="7476832" y="1431655"/>
                </a:cubicBezTo>
                <a:cubicBezTo>
                  <a:pt x="7439619" y="1443703"/>
                  <a:pt x="7425596" y="1454661"/>
                  <a:pt x="7370237" y="1474339"/>
                </a:cubicBezTo>
                <a:cubicBezTo>
                  <a:pt x="7316246" y="1485928"/>
                  <a:pt x="7281903" y="1512712"/>
                  <a:pt x="7222223" y="1510199"/>
                </a:cubicBezTo>
                <a:cubicBezTo>
                  <a:pt x="7221190" y="1514030"/>
                  <a:pt x="7218885" y="1517398"/>
                  <a:pt x="7215703" y="1520424"/>
                </a:cubicBezTo>
                <a:lnTo>
                  <a:pt x="7204548" y="1528145"/>
                </a:lnTo>
                <a:lnTo>
                  <a:pt x="7202038" y="1527954"/>
                </a:lnTo>
                <a:lnTo>
                  <a:pt x="7173860" y="1541605"/>
                </a:lnTo>
                <a:lnTo>
                  <a:pt x="7155079" y="1552495"/>
                </a:lnTo>
                <a:lnTo>
                  <a:pt x="7149757" y="1552732"/>
                </a:lnTo>
                <a:cubicBezTo>
                  <a:pt x="7141378" y="1554948"/>
                  <a:pt x="7115959" y="1563256"/>
                  <a:pt x="7104804" y="1565792"/>
                </a:cubicBezTo>
                <a:cubicBezTo>
                  <a:pt x="7099811" y="1550850"/>
                  <a:pt x="7096935" y="1561973"/>
                  <a:pt x="7082824" y="1567947"/>
                </a:cubicBezTo>
                <a:cubicBezTo>
                  <a:pt x="7071919" y="1546070"/>
                  <a:pt x="7039417" y="1570606"/>
                  <a:pt x="7021520" y="1562334"/>
                </a:cubicBezTo>
                <a:cubicBezTo>
                  <a:pt x="7011400" y="1567217"/>
                  <a:pt x="7000495" y="1571981"/>
                  <a:pt x="6988956" y="1576442"/>
                </a:cubicBezTo>
                <a:lnTo>
                  <a:pt x="6981922" y="1578821"/>
                </a:lnTo>
                <a:lnTo>
                  <a:pt x="6981583" y="1578678"/>
                </a:lnTo>
                <a:cubicBezTo>
                  <a:pt x="6979627" y="1578791"/>
                  <a:pt x="6977153" y="1579421"/>
                  <a:pt x="6973762" y="1580811"/>
                </a:cubicBezTo>
                <a:lnTo>
                  <a:pt x="6969093" y="1583157"/>
                </a:lnTo>
                <a:lnTo>
                  <a:pt x="6890037" y="1575825"/>
                </a:lnTo>
                <a:cubicBezTo>
                  <a:pt x="6849459" y="1579997"/>
                  <a:pt x="6820022" y="1566922"/>
                  <a:pt x="6785054" y="1582200"/>
                </a:cubicBezTo>
                <a:cubicBezTo>
                  <a:pt x="6747047" y="1586037"/>
                  <a:pt x="6712794" y="1582954"/>
                  <a:pt x="6681692" y="1591296"/>
                </a:cubicBezTo>
                <a:cubicBezTo>
                  <a:pt x="6667557" y="1587501"/>
                  <a:pt x="6654822" y="1586753"/>
                  <a:pt x="6644556" y="1595940"/>
                </a:cubicBezTo>
                <a:cubicBezTo>
                  <a:pt x="6608615" y="1597269"/>
                  <a:pt x="6597697" y="1587005"/>
                  <a:pt x="6577106" y="1598261"/>
                </a:cubicBezTo>
                <a:lnTo>
                  <a:pt x="6544183" y="1596149"/>
                </a:lnTo>
                <a:lnTo>
                  <a:pt x="6540921" y="1593857"/>
                </a:lnTo>
                <a:lnTo>
                  <a:pt x="6535046" y="1593283"/>
                </a:lnTo>
                <a:lnTo>
                  <a:pt x="6519853" y="1595771"/>
                </a:lnTo>
                <a:lnTo>
                  <a:pt x="6514280" y="1597376"/>
                </a:lnTo>
                <a:cubicBezTo>
                  <a:pt x="6510385" y="1598232"/>
                  <a:pt x="6507735" y="1598481"/>
                  <a:pt x="6505824" y="1598298"/>
                </a:cubicBezTo>
                <a:lnTo>
                  <a:pt x="6505573" y="1598109"/>
                </a:lnTo>
                <a:lnTo>
                  <a:pt x="6497741" y="1599392"/>
                </a:lnTo>
                <a:cubicBezTo>
                  <a:pt x="6484628" y="1602044"/>
                  <a:pt x="6471968" y="1605085"/>
                  <a:pt x="6459992" y="1608358"/>
                </a:cubicBezTo>
                <a:cubicBezTo>
                  <a:pt x="6447037" y="1597612"/>
                  <a:pt x="6404274" y="1616787"/>
                  <a:pt x="6404572" y="1593771"/>
                </a:cubicBezTo>
                <a:cubicBezTo>
                  <a:pt x="6388277" y="1597519"/>
                  <a:pt x="6380141" y="1607970"/>
                  <a:pt x="6382671" y="1592612"/>
                </a:cubicBezTo>
                <a:lnTo>
                  <a:pt x="6369843" y="1590015"/>
                </a:lnTo>
                <a:lnTo>
                  <a:pt x="6269740" y="1614633"/>
                </a:lnTo>
                <a:lnTo>
                  <a:pt x="6255405" y="1620529"/>
                </a:lnTo>
                <a:cubicBezTo>
                  <a:pt x="6250911" y="1623016"/>
                  <a:pt x="6247090" y="1625968"/>
                  <a:pt x="6244248" y="1629561"/>
                </a:cubicBezTo>
                <a:cubicBezTo>
                  <a:pt x="6188859" y="1618246"/>
                  <a:pt x="6143250" y="1639346"/>
                  <a:pt x="6086396" y="1642666"/>
                </a:cubicBezTo>
                <a:cubicBezTo>
                  <a:pt x="6024311" y="1653696"/>
                  <a:pt x="5889522" y="1686499"/>
                  <a:pt x="5867429" y="1695554"/>
                </a:cubicBezTo>
                <a:cubicBezTo>
                  <a:pt x="5848669" y="1700350"/>
                  <a:pt x="5763994" y="1699795"/>
                  <a:pt x="5772864" y="1689002"/>
                </a:cubicBezTo>
                <a:cubicBezTo>
                  <a:pt x="5718480" y="1716048"/>
                  <a:pt x="5694188" y="1696562"/>
                  <a:pt x="5629833" y="1713273"/>
                </a:cubicBezTo>
                <a:lnTo>
                  <a:pt x="5504771" y="1725744"/>
                </a:lnTo>
                <a:lnTo>
                  <a:pt x="5490967" y="1726367"/>
                </a:lnTo>
                <a:lnTo>
                  <a:pt x="5486015" y="1721481"/>
                </a:lnTo>
                <a:lnTo>
                  <a:pt x="5439364" y="1721349"/>
                </a:lnTo>
                <a:cubicBezTo>
                  <a:pt x="5418850" y="1733129"/>
                  <a:pt x="5381503" y="1725668"/>
                  <a:pt x="5350025" y="1729885"/>
                </a:cubicBezTo>
                <a:lnTo>
                  <a:pt x="5336104" y="1734377"/>
                </a:lnTo>
                <a:lnTo>
                  <a:pt x="5245234" y="1738520"/>
                </a:lnTo>
                <a:lnTo>
                  <a:pt x="5182955" y="1744622"/>
                </a:lnTo>
                <a:lnTo>
                  <a:pt x="5169506" y="1748993"/>
                </a:lnTo>
                <a:lnTo>
                  <a:pt x="5154299" y="1744080"/>
                </a:lnTo>
                <a:cubicBezTo>
                  <a:pt x="5152463" y="1742751"/>
                  <a:pt x="5150989" y="1741283"/>
                  <a:pt x="5149917" y="1739727"/>
                </a:cubicBezTo>
                <a:lnTo>
                  <a:pt x="5100319" y="1745797"/>
                </a:lnTo>
                <a:lnTo>
                  <a:pt x="5094361" y="1745767"/>
                </a:lnTo>
                <a:lnTo>
                  <a:pt x="5053410" y="1742790"/>
                </a:lnTo>
                <a:lnTo>
                  <a:pt x="4992711" y="1734075"/>
                </a:lnTo>
                <a:cubicBezTo>
                  <a:pt x="4972764" y="1728527"/>
                  <a:pt x="4955480" y="1708667"/>
                  <a:pt x="4930098" y="1717312"/>
                </a:cubicBezTo>
                <a:cubicBezTo>
                  <a:pt x="4936142" y="1706767"/>
                  <a:pt x="4900350" y="1719438"/>
                  <a:pt x="4893834" y="1710028"/>
                </a:cubicBezTo>
                <a:cubicBezTo>
                  <a:pt x="4890113" y="1702277"/>
                  <a:pt x="4878389" y="1704314"/>
                  <a:pt x="4868730" y="1702384"/>
                </a:cubicBezTo>
                <a:cubicBezTo>
                  <a:pt x="4860577" y="1694955"/>
                  <a:pt x="4813519" y="1692594"/>
                  <a:pt x="4797925" y="1695535"/>
                </a:cubicBezTo>
                <a:cubicBezTo>
                  <a:pt x="4754973" y="1708626"/>
                  <a:pt x="4712186" y="1679830"/>
                  <a:pt x="4677670" y="1689453"/>
                </a:cubicBezTo>
                <a:cubicBezTo>
                  <a:pt x="4650390" y="1686902"/>
                  <a:pt x="4641786" y="1682702"/>
                  <a:pt x="4634248" y="1680227"/>
                </a:cubicBezTo>
                <a:lnTo>
                  <a:pt x="4632434" y="1674607"/>
                </a:lnTo>
                <a:lnTo>
                  <a:pt x="4619204" y="1672507"/>
                </a:lnTo>
                <a:lnTo>
                  <a:pt x="4616283" y="1670977"/>
                </a:lnTo>
                <a:cubicBezTo>
                  <a:pt x="4610716" y="1668036"/>
                  <a:pt x="4605090" y="1665277"/>
                  <a:pt x="4598926" y="1663178"/>
                </a:cubicBezTo>
                <a:cubicBezTo>
                  <a:pt x="4588025" y="1686237"/>
                  <a:pt x="4544698" y="1649138"/>
                  <a:pt x="4547069" y="1670642"/>
                </a:cubicBezTo>
                <a:lnTo>
                  <a:pt x="4523516" y="1669785"/>
                </a:lnTo>
                <a:lnTo>
                  <a:pt x="4500586" y="1675912"/>
                </a:lnTo>
                <a:lnTo>
                  <a:pt x="4488196" y="1683463"/>
                </a:lnTo>
                <a:lnTo>
                  <a:pt x="4445463" y="1695634"/>
                </a:lnTo>
                <a:lnTo>
                  <a:pt x="4446550" y="1680538"/>
                </a:lnTo>
                <a:lnTo>
                  <a:pt x="4365375" y="1697935"/>
                </a:lnTo>
                <a:lnTo>
                  <a:pt x="4305123" y="1714185"/>
                </a:lnTo>
                <a:lnTo>
                  <a:pt x="4292665" y="1720703"/>
                </a:lnTo>
                <a:lnTo>
                  <a:pt x="4276789" y="1718367"/>
                </a:lnTo>
                <a:cubicBezTo>
                  <a:pt x="4274740" y="1717359"/>
                  <a:pt x="4273021" y="1716157"/>
                  <a:pt x="4271683" y="1714801"/>
                </a:cubicBezTo>
                <a:lnTo>
                  <a:pt x="4223918" y="1728936"/>
                </a:lnTo>
                <a:lnTo>
                  <a:pt x="4218039" y="1729885"/>
                </a:lnTo>
                <a:lnTo>
                  <a:pt x="4177153" y="1733691"/>
                </a:lnTo>
                <a:lnTo>
                  <a:pt x="4051032" y="1728886"/>
                </a:lnTo>
                <a:cubicBezTo>
                  <a:pt x="4055072" y="1717510"/>
                  <a:pt x="4022108" y="1735873"/>
                  <a:pt x="4013978" y="1727679"/>
                </a:cubicBezTo>
                <a:cubicBezTo>
                  <a:pt x="4008905" y="1720660"/>
                  <a:pt x="3997723" y="1724594"/>
                  <a:pt x="3987857" y="1724282"/>
                </a:cubicBezTo>
                <a:cubicBezTo>
                  <a:pt x="3978476" y="1718309"/>
                  <a:pt x="3931683" y="1723723"/>
                  <a:pt x="3916852" y="1729184"/>
                </a:cubicBezTo>
                <a:cubicBezTo>
                  <a:pt x="3876910" y="1749138"/>
                  <a:pt x="3829523" y="1727824"/>
                  <a:pt x="3797263" y="1742976"/>
                </a:cubicBezTo>
                <a:cubicBezTo>
                  <a:pt x="3769922" y="1744951"/>
                  <a:pt x="3760682" y="1742230"/>
                  <a:pt x="3752806" y="1741033"/>
                </a:cubicBezTo>
                <a:lnTo>
                  <a:pt x="3749997" y="1735799"/>
                </a:lnTo>
                <a:lnTo>
                  <a:pt x="3736582" y="1735907"/>
                </a:lnTo>
                <a:lnTo>
                  <a:pt x="3733428" y="1734881"/>
                </a:lnTo>
                <a:cubicBezTo>
                  <a:pt x="3727408" y="1732899"/>
                  <a:pt x="3721365" y="1731108"/>
                  <a:pt x="3714911" y="1730056"/>
                </a:cubicBezTo>
                <a:cubicBezTo>
                  <a:pt x="3708355" y="1754554"/>
                  <a:pt x="3658933" y="1725152"/>
                  <a:pt x="3665172" y="1745936"/>
                </a:cubicBezTo>
                <a:cubicBezTo>
                  <a:pt x="3628569" y="1744420"/>
                  <a:pt x="3583742" y="1775884"/>
                  <a:pt x="3552006" y="1755220"/>
                </a:cubicBezTo>
                <a:cubicBezTo>
                  <a:pt x="3497522" y="1758390"/>
                  <a:pt x="3448310" y="1757433"/>
                  <a:pt x="3390301" y="1762546"/>
                </a:cubicBezTo>
                <a:cubicBezTo>
                  <a:pt x="3345266" y="1774524"/>
                  <a:pt x="3297039" y="1758531"/>
                  <a:pt x="3264312" y="1774620"/>
                </a:cubicBezTo>
                <a:cubicBezTo>
                  <a:pt x="3212634" y="1771139"/>
                  <a:pt x="3147905" y="1780248"/>
                  <a:pt x="3106901" y="1804264"/>
                </a:cubicBezTo>
                <a:cubicBezTo>
                  <a:pt x="3051355" y="1805490"/>
                  <a:pt x="3041708" y="1820368"/>
                  <a:pt x="2993303" y="1806542"/>
                </a:cubicBezTo>
                <a:cubicBezTo>
                  <a:pt x="2989182" y="1810139"/>
                  <a:pt x="2984377" y="1813039"/>
                  <a:pt x="2979115" y="1815432"/>
                </a:cubicBezTo>
                <a:lnTo>
                  <a:pt x="2963118" y="1820962"/>
                </a:lnTo>
                <a:lnTo>
                  <a:pt x="2961156" y="1820297"/>
                </a:lnTo>
                <a:lnTo>
                  <a:pt x="2925719" y="1828468"/>
                </a:lnTo>
                <a:lnTo>
                  <a:pt x="2857951" y="1842496"/>
                </a:lnTo>
                <a:lnTo>
                  <a:pt x="2857427" y="1841591"/>
                </a:lnTo>
                <a:cubicBezTo>
                  <a:pt x="2855386" y="1839734"/>
                  <a:pt x="2852250" y="1838690"/>
                  <a:pt x="2846731" y="1839316"/>
                </a:cubicBezTo>
                <a:cubicBezTo>
                  <a:pt x="2855175" y="1823564"/>
                  <a:pt x="2843311" y="1834035"/>
                  <a:pt x="2826290" y="1837274"/>
                </a:cubicBezTo>
                <a:cubicBezTo>
                  <a:pt x="2835609" y="1813530"/>
                  <a:pt x="2787284" y="1831665"/>
                  <a:pt x="2779146" y="1820071"/>
                </a:cubicBezTo>
                <a:cubicBezTo>
                  <a:pt x="2766432" y="1822985"/>
                  <a:pt x="2753158" y="1825635"/>
                  <a:pt x="2739608" y="1827861"/>
                </a:cubicBezTo>
                <a:lnTo>
                  <a:pt x="2731631" y="1828881"/>
                </a:lnTo>
                <a:cubicBezTo>
                  <a:pt x="2731575" y="1828813"/>
                  <a:pt x="2731521" y="1828744"/>
                  <a:pt x="2731464" y="1828677"/>
                </a:cubicBezTo>
                <a:cubicBezTo>
                  <a:pt x="2729715" y="1828415"/>
                  <a:pt x="2727085" y="1828569"/>
                  <a:pt x="2723037" y="1829303"/>
                </a:cubicBezTo>
                <a:lnTo>
                  <a:pt x="2701616" y="1832725"/>
                </a:lnTo>
                <a:lnTo>
                  <a:pt x="2696239" y="1831904"/>
                </a:lnTo>
                <a:lnTo>
                  <a:pt x="2663445" y="1825958"/>
                </a:lnTo>
                <a:cubicBezTo>
                  <a:pt x="2641260" y="1825904"/>
                  <a:pt x="2595040" y="1827674"/>
                  <a:pt x="2560925" y="1829094"/>
                </a:cubicBezTo>
                <a:cubicBezTo>
                  <a:pt x="2527977" y="1836499"/>
                  <a:pt x="2496507" y="1831991"/>
                  <a:pt x="2458739" y="1834479"/>
                </a:cubicBezTo>
                <a:cubicBezTo>
                  <a:pt x="2419379" y="1848893"/>
                  <a:pt x="2396428" y="1834257"/>
                  <a:pt x="2356074" y="1836991"/>
                </a:cubicBezTo>
                <a:cubicBezTo>
                  <a:pt x="2323435" y="1857644"/>
                  <a:pt x="2325610" y="1826053"/>
                  <a:pt x="2304241" y="1822021"/>
                </a:cubicBezTo>
                <a:lnTo>
                  <a:pt x="2298362" y="1822125"/>
                </a:lnTo>
                <a:lnTo>
                  <a:pt x="2283527" y="1826361"/>
                </a:lnTo>
                <a:lnTo>
                  <a:pt x="2278150" y="1828604"/>
                </a:lnTo>
                <a:cubicBezTo>
                  <a:pt x="2274371" y="1829907"/>
                  <a:pt x="2271762" y="1830461"/>
                  <a:pt x="2269853" y="1830502"/>
                </a:cubicBezTo>
                <a:lnTo>
                  <a:pt x="2269585" y="1830341"/>
                </a:lnTo>
                <a:lnTo>
                  <a:pt x="2225332" y="1845825"/>
                </a:lnTo>
                <a:cubicBezTo>
                  <a:pt x="2211505" y="1836594"/>
                  <a:pt x="2170867" y="1860661"/>
                  <a:pt x="2169048" y="1837658"/>
                </a:cubicBezTo>
                <a:cubicBezTo>
                  <a:pt x="2153238" y="1843278"/>
                  <a:pt x="2146132" y="1854645"/>
                  <a:pt x="2147231" y="1839027"/>
                </a:cubicBezTo>
                <a:cubicBezTo>
                  <a:pt x="2141901" y="1840465"/>
                  <a:pt x="2138205" y="1840014"/>
                  <a:pt x="2135241" y="1838652"/>
                </a:cubicBezTo>
                <a:lnTo>
                  <a:pt x="2099215" y="1850768"/>
                </a:lnTo>
                <a:lnTo>
                  <a:pt x="2094046" y="1850806"/>
                </a:lnTo>
                <a:lnTo>
                  <a:pt x="2071850" y="1861319"/>
                </a:lnTo>
                <a:lnTo>
                  <a:pt x="2039607" y="1874318"/>
                </a:lnTo>
                <a:lnTo>
                  <a:pt x="2037289" y="1874025"/>
                </a:lnTo>
                <a:lnTo>
                  <a:pt x="2023615" y="1881562"/>
                </a:lnTo>
                <a:cubicBezTo>
                  <a:pt x="2019390" y="1884562"/>
                  <a:pt x="1959668" y="1894795"/>
                  <a:pt x="1957176" y="1898709"/>
                </a:cubicBezTo>
                <a:cubicBezTo>
                  <a:pt x="1901224" y="1893805"/>
                  <a:pt x="1914145" y="1913274"/>
                  <a:pt x="1858081" y="1923144"/>
                </a:cubicBezTo>
                <a:cubicBezTo>
                  <a:pt x="1819487" y="1923227"/>
                  <a:pt x="1798952" y="1929741"/>
                  <a:pt x="1738865" y="1944965"/>
                </a:cubicBezTo>
                <a:cubicBezTo>
                  <a:pt x="1698633" y="1955957"/>
                  <a:pt x="1670491" y="1978862"/>
                  <a:pt x="1616692" y="1989107"/>
                </a:cubicBezTo>
                <a:cubicBezTo>
                  <a:pt x="1565257" y="2022368"/>
                  <a:pt x="1474172" y="2022156"/>
                  <a:pt x="1411898" y="2046254"/>
                </a:cubicBezTo>
                <a:cubicBezTo>
                  <a:pt x="1380237" y="2035952"/>
                  <a:pt x="1386648" y="2042292"/>
                  <a:pt x="1375780" y="2047961"/>
                </a:cubicBezTo>
                <a:cubicBezTo>
                  <a:pt x="1375756" y="2047968"/>
                  <a:pt x="1375731" y="2047974"/>
                  <a:pt x="1375707" y="2047981"/>
                </a:cubicBezTo>
                <a:lnTo>
                  <a:pt x="1285585" y="2047113"/>
                </a:lnTo>
                <a:cubicBezTo>
                  <a:pt x="1279541" y="2043453"/>
                  <a:pt x="1272537" y="2040974"/>
                  <a:pt x="1263658" y="2041397"/>
                </a:cubicBezTo>
                <a:cubicBezTo>
                  <a:pt x="1212454" y="2058890"/>
                  <a:pt x="1258499" y="2026611"/>
                  <a:pt x="1170403" y="2033399"/>
                </a:cubicBezTo>
                <a:cubicBezTo>
                  <a:pt x="1166530" y="2036274"/>
                  <a:pt x="1154254" y="2033463"/>
                  <a:pt x="1153718" y="2029576"/>
                </a:cubicBezTo>
                <a:cubicBezTo>
                  <a:pt x="1148486" y="2030819"/>
                  <a:pt x="1137980" y="2038354"/>
                  <a:pt x="1133937" y="2032149"/>
                </a:cubicBezTo>
                <a:cubicBezTo>
                  <a:pt x="1104720" y="2031606"/>
                  <a:pt x="1077532" y="2035424"/>
                  <a:pt x="1054999" y="2043242"/>
                </a:cubicBezTo>
                <a:cubicBezTo>
                  <a:pt x="1024875" y="2038090"/>
                  <a:pt x="1020473" y="2042711"/>
                  <a:pt x="1018405" y="2048281"/>
                </a:cubicBezTo>
                <a:lnTo>
                  <a:pt x="1016563" y="2051718"/>
                </a:lnTo>
                <a:lnTo>
                  <a:pt x="1008284" y="2046742"/>
                </a:lnTo>
                <a:cubicBezTo>
                  <a:pt x="999244" y="2043620"/>
                  <a:pt x="990505" y="2044937"/>
                  <a:pt x="981974" y="2048363"/>
                </a:cubicBezTo>
                <a:lnTo>
                  <a:pt x="971903" y="2053484"/>
                </a:lnTo>
                <a:lnTo>
                  <a:pt x="954015" y="2052529"/>
                </a:lnTo>
                <a:cubicBezTo>
                  <a:pt x="931960" y="2051365"/>
                  <a:pt x="861352" y="2046214"/>
                  <a:pt x="839571" y="2046509"/>
                </a:cubicBezTo>
                <a:lnTo>
                  <a:pt x="823321" y="2054296"/>
                </a:lnTo>
                <a:lnTo>
                  <a:pt x="800990" y="2051523"/>
                </a:lnTo>
                <a:cubicBezTo>
                  <a:pt x="790723" y="2052171"/>
                  <a:pt x="782268" y="2055403"/>
                  <a:pt x="776439" y="2062634"/>
                </a:cubicBezTo>
                <a:cubicBezTo>
                  <a:pt x="773155" y="2056184"/>
                  <a:pt x="769593" y="2059253"/>
                  <a:pt x="763041" y="2063995"/>
                </a:cubicBezTo>
                <a:lnTo>
                  <a:pt x="757863" y="2065877"/>
                </a:lnTo>
                <a:lnTo>
                  <a:pt x="745053" y="2051831"/>
                </a:lnTo>
                <a:lnTo>
                  <a:pt x="722609" y="2049504"/>
                </a:lnTo>
                <a:lnTo>
                  <a:pt x="717618" y="2042131"/>
                </a:lnTo>
                <a:lnTo>
                  <a:pt x="703285" y="2046808"/>
                </a:lnTo>
                <a:cubicBezTo>
                  <a:pt x="698219" y="2048137"/>
                  <a:pt x="690058" y="2049926"/>
                  <a:pt x="680199" y="2051947"/>
                </a:cubicBezTo>
                <a:lnTo>
                  <a:pt x="667351" y="2054469"/>
                </a:lnTo>
                <a:lnTo>
                  <a:pt x="660961" y="2049404"/>
                </a:lnTo>
                <a:lnTo>
                  <a:pt x="638282" y="2060093"/>
                </a:lnTo>
                <a:lnTo>
                  <a:pt x="583551" y="2070197"/>
                </a:lnTo>
                <a:cubicBezTo>
                  <a:pt x="569268" y="2091365"/>
                  <a:pt x="529124" y="2053106"/>
                  <a:pt x="525274" y="2079137"/>
                </a:cubicBezTo>
                <a:cubicBezTo>
                  <a:pt x="506495" y="2056498"/>
                  <a:pt x="440091" y="2069666"/>
                  <a:pt x="405635" y="2059339"/>
                </a:cubicBezTo>
                <a:cubicBezTo>
                  <a:pt x="397410" y="2069278"/>
                  <a:pt x="294416" y="2032966"/>
                  <a:pt x="281555" y="2022847"/>
                </a:cubicBezTo>
                <a:cubicBezTo>
                  <a:pt x="171589" y="1986245"/>
                  <a:pt x="126791" y="1985528"/>
                  <a:pt x="98513" y="1969504"/>
                </a:cubicBezTo>
                <a:cubicBezTo>
                  <a:pt x="85544" y="1965247"/>
                  <a:pt x="73324" y="1958000"/>
                  <a:pt x="56191" y="1950709"/>
                </a:cubicBezTo>
                <a:lnTo>
                  <a:pt x="0" y="19357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1137036" y="548640"/>
            <a:ext cx="9543405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Game #1 – Disease Modeling</a:t>
            </a:r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57987" y="2431765"/>
            <a:ext cx="8276026" cy="3320031"/>
          </a:xfrm>
        </p:spPr>
        <p:txBody>
          <a:bodyPr anchor="ctr">
            <a:normAutofit/>
          </a:bodyPr>
          <a:lstStyle/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Rules: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Start with 20 clear/yellow beads and 1 blue bead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Bead selector pulls out 2 beads (no peeking!!)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If 2 clear/yellow or 2 blue – put both back, if 1 clear/yellow and 1 blue – put 2 blues back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Repeat until time is up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Scribe counts final numbers</a:t>
            </a:r>
          </a:p>
          <a:p>
            <a:pPr lvl="1"/>
            <a:endParaRPr lang="en-US" sz="200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lvl="1"/>
            <a:endParaRPr lang="en-US" sz="20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3324" name="Freeform: Shape 13323">
            <a:extLst>
              <a:ext uri="{FF2B5EF4-FFF2-40B4-BE49-F238E27FC236}">
                <a16:creationId xmlns:a16="http://schemas.microsoft.com/office/drawing/2014/main" id="{142DCE2C-2863-46FA-9BE7-24365A24D9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24586" y="5970896"/>
            <a:ext cx="9967416" cy="887104"/>
          </a:xfrm>
          <a:custGeom>
            <a:avLst/>
            <a:gdLst>
              <a:gd name="connsiteX0" fmla="*/ 4686423 w 9517857"/>
              <a:gd name="connsiteY0" fmla="*/ 247919 h 918356"/>
              <a:gd name="connsiteX1" fmla="*/ 4689051 w 9517857"/>
              <a:gd name="connsiteY1" fmla="*/ 250968 h 918356"/>
              <a:gd name="connsiteX2" fmla="*/ 4687244 w 9517857"/>
              <a:gd name="connsiteY2" fmla="*/ 251298 h 918356"/>
              <a:gd name="connsiteX3" fmla="*/ 4685225 w 9517857"/>
              <a:gd name="connsiteY3" fmla="*/ 246530 h 918356"/>
              <a:gd name="connsiteX4" fmla="*/ 4686133 w 9517857"/>
              <a:gd name="connsiteY4" fmla="*/ 246727 h 918356"/>
              <a:gd name="connsiteX5" fmla="*/ 4686423 w 9517857"/>
              <a:gd name="connsiteY5" fmla="*/ 247919 h 918356"/>
              <a:gd name="connsiteX6" fmla="*/ 9517856 w 9517857"/>
              <a:gd name="connsiteY6" fmla="*/ 0 h 918356"/>
              <a:gd name="connsiteX7" fmla="*/ 9517857 w 9517857"/>
              <a:gd name="connsiteY7" fmla="*/ 12 h 918356"/>
              <a:gd name="connsiteX8" fmla="*/ 9517857 w 9517857"/>
              <a:gd name="connsiteY8" fmla="*/ 918356 h 918356"/>
              <a:gd name="connsiteX9" fmla="*/ 14604 w 9517857"/>
              <a:gd name="connsiteY9" fmla="*/ 918356 h 918356"/>
              <a:gd name="connsiteX10" fmla="*/ 12841 w 9517857"/>
              <a:gd name="connsiteY10" fmla="*/ 917763 h 918356"/>
              <a:gd name="connsiteX11" fmla="*/ 93 w 9517857"/>
              <a:gd name="connsiteY11" fmla="*/ 912471 h 918356"/>
              <a:gd name="connsiteX12" fmla="*/ 58674 w 9517857"/>
              <a:gd name="connsiteY12" fmla="*/ 890322 h 918356"/>
              <a:gd name="connsiteX13" fmla="*/ 275005 w 9517857"/>
              <a:gd name="connsiteY13" fmla="*/ 807229 h 918356"/>
              <a:gd name="connsiteX14" fmla="*/ 587824 w 9517857"/>
              <a:gd name="connsiteY14" fmla="*/ 798195 h 918356"/>
              <a:gd name="connsiteX15" fmla="*/ 651826 w 9517857"/>
              <a:gd name="connsiteY15" fmla="*/ 738338 h 918356"/>
              <a:gd name="connsiteX16" fmla="*/ 727985 w 9517857"/>
              <a:gd name="connsiteY16" fmla="*/ 719826 h 918356"/>
              <a:gd name="connsiteX17" fmla="*/ 778982 w 9517857"/>
              <a:gd name="connsiteY17" fmla="*/ 710142 h 918356"/>
              <a:gd name="connsiteX18" fmla="*/ 849944 w 9517857"/>
              <a:gd name="connsiteY18" fmla="*/ 717987 h 918356"/>
              <a:gd name="connsiteX19" fmla="*/ 921659 w 9517857"/>
              <a:gd name="connsiteY19" fmla="*/ 712695 h 918356"/>
              <a:gd name="connsiteX20" fmla="*/ 930946 w 9517857"/>
              <a:gd name="connsiteY20" fmla="*/ 734046 h 918356"/>
              <a:gd name="connsiteX21" fmla="*/ 986250 w 9517857"/>
              <a:gd name="connsiteY21" fmla="*/ 713530 h 918356"/>
              <a:gd name="connsiteX22" fmla="*/ 1013752 w 9517857"/>
              <a:gd name="connsiteY22" fmla="*/ 713361 h 918356"/>
              <a:gd name="connsiteX23" fmla="*/ 1023734 w 9517857"/>
              <a:gd name="connsiteY23" fmla="*/ 718571 h 918356"/>
              <a:gd name="connsiteX24" fmla="*/ 1063207 w 9517857"/>
              <a:gd name="connsiteY24" fmla="*/ 715651 h 918356"/>
              <a:gd name="connsiteX25" fmla="*/ 1081980 w 9517857"/>
              <a:gd name="connsiteY25" fmla="*/ 738455 h 918356"/>
              <a:gd name="connsiteX26" fmla="*/ 1218120 w 9517857"/>
              <a:gd name="connsiteY26" fmla="*/ 713280 h 918356"/>
              <a:gd name="connsiteX27" fmla="*/ 1397459 w 9517857"/>
              <a:gd name="connsiteY27" fmla="*/ 691190 h 918356"/>
              <a:gd name="connsiteX28" fmla="*/ 1580688 w 9517857"/>
              <a:gd name="connsiteY28" fmla="*/ 693697 h 918356"/>
              <a:gd name="connsiteX29" fmla="*/ 1772334 w 9517857"/>
              <a:gd name="connsiteY29" fmla="*/ 710640 h 918356"/>
              <a:gd name="connsiteX30" fmla="*/ 2002561 w 9517857"/>
              <a:gd name="connsiteY30" fmla="*/ 659917 h 918356"/>
              <a:gd name="connsiteX31" fmla="*/ 2135144 w 9517857"/>
              <a:gd name="connsiteY31" fmla="*/ 636501 h 918356"/>
              <a:gd name="connsiteX32" fmla="*/ 2440292 w 9517857"/>
              <a:gd name="connsiteY32" fmla="*/ 593862 h 918356"/>
              <a:gd name="connsiteX33" fmla="*/ 2547829 w 9517857"/>
              <a:gd name="connsiteY33" fmla="*/ 566150 h 918356"/>
              <a:gd name="connsiteX34" fmla="*/ 2658055 w 9517857"/>
              <a:gd name="connsiteY34" fmla="*/ 578727 h 918356"/>
              <a:gd name="connsiteX35" fmla="*/ 2693698 w 9517857"/>
              <a:gd name="connsiteY35" fmla="*/ 560029 h 918356"/>
              <a:gd name="connsiteX36" fmla="*/ 2699673 w 9517857"/>
              <a:gd name="connsiteY36" fmla="*/ 556400 h 918356"/>
              <a:gd name="connsiteX37" fmla="*/ 2727306 w 9517857"/>
              <a:gd name="connsiteY37" fmla="*/ 550698 h 918356"/>
              <a:gd name="connsiteX38" fmla="*/ 2730451 w 9517857"/>
              <a:gd name="connsiteY38" fmla="*/ 538058 h 918356"/>
              <a:gd name="connsiteX39" fmla="*/ 2768713 w 9517857"/>
              <a:gd name="connsiteY39" fmla="*/ 521575 h 918356"/>
              <a:gd name="connsiteX40" fmla="*/ 2820868 w 9517857"/>
              <a:gd name="connsiteY40" fmla="*/ 514160 h 918356"/>
              <a:gd name="connsiteX41" fmla="*/ 3073635 w 9517857"/>
              <a:gd name="connsiteY41" fmla="*/ 491294 h 918356"/>
              <a:gd name="connsiteX42" fmla="*/ 3222071 w 9517857"/>
              <a:gd name="connsiteY42" fmla="*/ 470559 h 918356"/>
              <a:gd name="connsiteX43" fmla="*/ 3274069 w 9517857"/>
              <a:gd name="connsiteY43" fmla="*/ 451605 h 918356"/>
              <a:gd name="connsiteX44" fmla="*/ 3349632 w 9517857"/>
              <a:gd name="connsiteY44" fmla="*/ 432583 h 918356"/>
              <a:gd name="connsiteX45" fmla="*/ 3479593 w 9517857"/>
              <a:gd name="connsiteY45" fmla="*/ 390437 h 918356"/>
              <a:gd name="connsiteX46" fmla="*/ 3660110 w 9517857"/>
              <a:gd name="connsiteY46" fmla="*/ 348726 h 918356"/>
              <a:gd name="connsiteX47" fmla="*/ 3750023 w 9517857"/>
              <a:gd name="connsiteY47" fmla="*/ 370678 h 918356"/>
              <a:gd name="connsiteX48" fmla="*/ 3844133 w 9517857"/>
              <a:gd name="connsiteY48" fmla="*/ 360648 h 918356"/>
              <a:gd name="connsiteX49" fmla="*/ 3913545 w 9517857"/>
              <a:gd name="connsiteY49" fmla="*/ 344235 h 918356"/>
              <a:gd name="connsiteX50" fmla="*/ 4266740 w 9517857"/>
              <a:gd name="connsiteY50" fmla="*/ 361454 h 918356"/>
              <a:gd name="connsiteX51" fmla="*/ 4430770 w 9517857"/>
              <a:gd name="connsiteY51" fmla="*/ 342643 h 918356"/>
              <a:gd name="connsiteX52" fmla="*/ 4512664 w 9517857"/>
              <a:gd name="connsiteY52" fmla="*/ 319948 h 918356"/>
              <a:gd name="connsiteX53" fmla="*/ 4616423 w 9517857"/>
              <a:gd name="connsiteY53" fmla="*/ 290914 h 918356"/>
              <a:gd name="connsiteX54" fmla="*/ 4691675 w 9517857"/>
              <a:gd name="connsiteY54" fmla="*/ 254011 h 918356"/>
              <a:gd name="connsiteX55" fmla="*/ 4689051 w 9517857"/>
              <a:gd name="connsiteY55" fmla="*/ 250968 h 918356"/>
              <a:gd name="connsiteX56" fmla="*/ 4719994 w 9517857"/>
              <a:gd name="connsiteY56" fmla="*/ 245307 h 918356"/>
              <a:gd name="connsiteX57" fmla="*/ 4752894 w 9517857"/>
              <a:gd name="connsiteY57" fmla="*/ 239875 h 918356"/>
              <a:gd name="connsiteX58" fmla="*/ 4769329 w 9517857"/>
              <a:gd name="connsiteY58" fmla="*/ 233585 h 918356"/>
              <a:gd name="connsiteX59" fmla="*/ 4775634 w 9517857"/>
              <a:gd name="connsiteY59" fmla="*/ 234063 h 918356"/>
              <a:gd name="connsiteX60" fmla="*/ 4790452 w 9517857"/>
              <a:gd name="connsiteY60" fmla="*/ 233572 h 918356"/>
              <a:gd name="connsiteX61" fmla="*/ 4789062 w 9517857"/>
              <a:gd name="connsiteY61" fmla="*/ 241924 h 918356"/>
              <a:gd name="connsiteX62" fmla="*/ 4827826 w 9517857"/>
              <a:gd name="connsiteY62" fmla="*/ 246977 h 918356"/>
              <a:gd name="connsiteX63" fmla="*/ 4892569 w 9517857"/>
              <a:gd name="connsiteY63" fmla="*/ 249933 h 918356"/>
              <a:gd name="connsiteX64" fmla="*/ 4896611 w 9517857"/>
              <a:gd name="connsiteY64" fmla="*/ 240448 h 918356"/>
              <a:gd name="connsiteX65" fmla="*/ 4917286 w 9517857"/>
              <a:gd name="connsiteY65" fmla="*/ 243659 h 918356"/>
              <a:gd name="connsiteX66" fmla="*/ 4981173 w 9517857"/>
              <a:gd name="connsiteY66" fmla="*/ 247103 h 918356"/>
              <a:gd name="connsiteX67" fmla="*/ 5060397 w 9517857"/>
              <a:gd name="connsiteY67" fmla="*/ 263688 h 918356"/>
              <a:gd name="connsiteX68" fmla="*/ 5252996 w 9517857"/>
              <a:gd name="connsiteY68" fmla="*/ 270655 h 918356"/>
              <a:gd name="connsiteX69" fmla="*/ 5358056 w 9517857"/>
              <a:gd name="connsiteY69" fmla="*/ 247248 h 918356"/>
              <a:gd name="connsiteX70" fmla="*/ 5426496 w 9517857"/>
              <a:gd name="connsiteY70" fmla="*/ 235142 h 918356"/>
              <a:gd name="connsiteX71" fmla="*/ 5497161 w 9517857"/>
              <a:gd name="connsiteY71" fmla="*/ 228808 h 918356"/>
              <a:gd name="connsiteX72" fmla="*/ 5826043 w 9517857"/>
              <a:gd name="connsiteY72" fmla="*/ 148073 h 918356"/>
              <a:gd name="connsiteX73" fmla="*/ 6013415 w 9517857"/>
              <a:gd name="connsiteY73" fmla="*/ 137316 h 918356"/>
              <a:gd name="connsiteX74" fmla="*/ 6080994 w 9517857"/>
              <a:gd name="connsiteY74" fmla="*/ 142938 h 918356"/>
              <a:gd name="connsiteX75" fmla="*/ 6194152 w 9517857"/>
              <a:gd name="connsiteY75" fmla="*/ 151772 h 918356"/>
              <a:gd name="connsiteX76" fmla="*/ 6281379 w 9517857"/>
              <a:gd name="connsiteY76" fmla="*/ 181626 h 918356"/>
              <a:gd name="connsiteX77" fmla="*/ 6374947 w 9517857"/>
              <a:gd name="connsiteY77" fmla="*/ 179799 h 918356"/>
              <a:gd name="connsiteX78" fmla="*/ 6448518 w 9517857"/>
              <a:gd name="connsiteY78" fmla="*/ 164378 h 918356"/>
              <a:gd name="connsiteX79" fmla="*/ 6544700 w 9517857"/>
              <a:gd name="connsiteY79" fmla="*/ 167161 h 918356"/>
              <a:gd name="connsiteX80" fmla="*/ 6648353 w 9517857"/>
              <a:gd name="connsiteY80" fmla="*/ 172250 h 918356"/>
              <a:gd name="connsiteX81" fmla="*/ 6736227 w 9517857"/>
              <a:gd name="connsiteY81" fmla="*/ 173216 h 918356"/>
              <a:gd name="connsiteX82" fmla="*/ 6977218 w 9517857"/>
              <a:gd name="connsiteY82" fmla="*/ 184289 h 918356"/>
              <a:gd name="connsiteX83" fmla="*/ 7065221 w 9517857"/>
              <a:gd name="connsiteY83" fmla="*/ 227531 h 918356"/>
              <a:gd name="connsiteX84" fmla="*/ 7366876 w 9517857"/>
              <a:gd name="connsiteY84" fmla="*/ 248468 h 918356"/>
              <a:gd name="connsiteX85" fmla="*/ 7565449 w 9517857"/>
              <a:gd name="connsiteY85" fmla="*/ 258950 h 918356"/>
              <a:gd name="connsiteX86" fmla="*/ 7599285 w 9517857"/>
              <a:gd name="connsiteY86" fmla="*/ 266021 h 918356"/>
              <a:gd name="connsiteX87" fmla="*/ 7644411 w 9517857"/>
              <a:gd name="connsiteY87" fmla="*/ 258986 h 918356"/>
              <a:gd name="connsiteX88" fmla="*/ 7825110 w 9517857"/>
              <a:gd name="connsiteY88" fmla="*/ 229109 h 918356"/>
              <a:gd name="connsiteX89" fmla="*/ 7965804 w 9517857"/>
              <a:gd name="connsiteY89" fmla="*/ 190545 h 918356"/>
              <a:gd name="connsiteX90" fmla="*/ 8147401 w 9517857"/>
              <a:gd name="connsiteY90" fmla="*/ 205617 h 918356"/>
              <a:gd name="connsiteX91" fmla="*/ 8256033 w 9517857"/>
              <a:gd name="connsiteY91" fmla="*/ 193713 h 918356"/>
              <a:gd name="connsiteX92" fmla="*/ 8410677 w 9517857"/>
              <a:gd name="connsiteY92" fmla="*/ 172167 h 918356"/>
              <a:gd name="connsiteX93" fmla="*/ 8617841 w 9517857"/>
              <a:gd name="connsiteY93" fmla="*/ 155167 h 918356"/>
              <a:gd name="connsiteX94" fmla="*/ 8715976 w 9517857"/>
              <a:gd name="connsiteY94" fmla="*/ 178374 h 918356"/>
              <a:gd name="connsiteX95" fmla="*/ 8778827 w 9517857"/>
              <a:gd name="connsiteY95" fmla="*/ 172936 h 918356"/>
              <a:gd name="connsiteX96" fmla="*/ 8840778 w 9517857"/>
              <a:gd name="connsiteY96" fmla="*/ 143149 h 918356"/>
              <a:gd name="connsiteX97" fmla="*/ 9010380 w 9517857"/>
              <a:gd name="connsiteY97" fmla="*/ 91891 h 918356"/>
              <a:gd name="connsiteX98" fmla="*/ 9110856 w 9517857"/>
              <a:gd name="connsiteY98" fmla="*/ 70997 h 918356"/>
              <a:gd name="connsiteX99" fmla="*/ 9268817 w 9517857"/>
              <a:gd name="connsiteY99" fmla="*/ 53082 h 918356"/>
              <a:gd name="connsiteX100" fmla="*/ 9316667 w 9517857"/>
              <a:gd name="connsiteY100" fmla="*/ 45047 h 918356"/>
              <a:gd name="connsiteX101" fmla="*/ 9428209 w 9517857"/>
              <a:gd name="connsiteY101" fmla="*/ 29923 h 918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9517857" h="918356">
                <a:moveTo>
                  <a:pt x="4686423" y="247919"/>
                </a:moveTo>
                <a:lnTo>
                  <a:pt x="4689051" y="250968"/>
                </a:lnTo>
                <a:lnTo>
                  <a:pt x="4687244" y="251298"/>
                </a:lnTo>
                <a:close/>
                <a:moveTo>
                  <a:pt x="4685225" y="246530"/>
                </a:moveTo>
                <a:cubicBezTo>
                  <a:pt x="4688837" y="243198"/>
                  <a:pt x="4687468" y="244598"/>
                  <a:pt x="4686133" y="246727"/>
                </a:cubicBezTo>
                <a:lnTo>
                  <a:pt x="4686423" y="247919"/>
                </a:lnTo>
                <a:close/>
                <a:moveTo>
                  <a:pt x="9517856" y="0"/>
                </a:moveTo>
                <a:lnTo>
                  <a:pt x="9517857" y="12"/>
                </a:lnTo>
                <a:lnTo>
                  <a:pt x="9517857" y="918356"/>
                </a:lnTo>
                <a:lnTo>
                  <a:pt x="14604" y="918356"/>
                </a:lnTo>
                <a:lnTo>
                  <a:pt x="12841" y="917763"/>
                </a:lnTo>
                <a:cubicBezTo>
                  <a:pt x="4532" y="914864"/>
                  <a:pt x="-773" y="912807"/>
                  <a:pt x="93" y="912471"/>
                </a:cubicBezTo>
                <a:cubicBezTo>
                  <a:pt x="172" y="912298"/>
                  <a:pt x="58594" y="890495"/>
                  <a:pt x="58674" y="890322"/>
                </a:cubicBezTo>
                <a:cubicBezTo>
                  <a:pt x="127436" y="929614"/>
                  <a:pt x="206243" y="828226"/>
                  <a:pt x="275005" y="807229"/>
                </a:cubicBezTo>
                <a:cubicBezTo>
                  <a:pt x="303983" y="806087"/>
                  <a:pt x="504960" y="777375"/>
                  <a:pt x="587824" y="798195"/>
                </a:cubicBezTo>
                <a:cubicBezTo>
                  <a:pt x="598733" y="769348"/>
                  <a:pt x="682904" y="785924"/>
                  <a:pt x="651826" y="738338"/>
                </a:cubicBezTo>
                <a:cubicBezTo>
                  <a:pt x="688440" y="737862"/>
                  <a:pt x="753255" y="750396"/>
                  <a:pt x="727985" y="719826"/>
                </a:cubicBezTo>
                <a:cubicBezTo>
                  <a:pt x="739648" y="718749"/>
                  <a:pt x="775717" y="715087"/>
                  <a:pt x="778982" y="710142"/>
                </a:cubicBezTo>
                <a:cubicBezTo>
                  <a:pt x="779189" y="709407"/>
                  <a:pt x="849736" y="718721"/>
                  <a:pt x="849944" y="717987"/>
                </a:cubicBezTo>
                <a:lnTo>
                  <a:pt x="921659" y="712695"/>
                </a:lnTo>
                <a:lnTo>
                  <a:pt x="930946" y="734046"/>
                </a:lnTo>
                <a:lnTo>
                  <a:pt x="986250" y="713530"/>
                </a:lnTo>
                <a:lnTo>
                  <a:pt x="1013752" y="713361"/>
                </a:lnTo>
                <a:lnTo>
                  <a:pt x="1023734" y="718571"/>
                </a:lnTo>
                <a:cubicBezTo>
                  <a:pt x="1033291" y="721276"/>
                  <a:pt x="1045398" y="721394"/>
                  <a:pt x="1063207" y="715651"/>
                </a:cubicBezTo>
                <a:lnTo>
                  <a:pt x="1081980" y="738455"/>
                </a:lnTo>
                <a:lnTo>
                  <a:pt x="1218120" y="713280"/>
                </a:lnTo>
                <a:cubicBezTo>
                  <a:pt x="1230137" y="716162"/>
                  <a:pt x="1387179" y="685179"/>
                  <a:pt x="1397459" y="691190"/>
                </a:cubicBezTo>
                <a:cubicBezTo>
                  <a:pt x="1490025" y="704984"/>
                  <a:pt x="1465878" y="715604"/>
                  <a:pt x="1580688" y="693697"/>
                </a:cubicBezTo>
                <a:cubicBezTo>
                  <a:pt x="1607067" y="704379"/>
                  <a:pt x="1719477" y="658239"/>
                  <a:pt x="1772334" y="710640"/>
                </a:cubicBezTo>
                <a:cubicBezTo>
                  <a:pt x="1745536" y="644824"/>
                  <a:pt x="1976078" y="716436"/>
                  <a:pt x="2002561" y="659917"/>
                </a:cubicBezTo>
                <a:cubicBezTo>
                  <a:pt x="2045346" y="660357"/>
                  <a:pt x="2166676" y="654391"/>
                  <a:pt x="2135144" y="636501"/>
                </a:cubicBezTo>
                <a:cubicBezTo>
                  <a:pt x="2276591" y="665055"/>
                  <a:pt x="2293173" y="591792"/>
                  <a:pt x="2440292" y="593862"/>
                </a:cubicBezTo>
                <a:cubicBezTo>
                  <a:pt x="2495160" y="534824"/>
                  <a:pt x="2473343" y="585644"/>
                  <a:pt x="2547829" y="566150"/>
                </a:cubicBezTo>
                <a:cubicBezTo>
                  <a:pt x="2545438" y="614169"/>
                  <a:pt x="2632278" y="528280"/>
                  <a:pt x="2658055" y="578727"/>
                </a:cubicBezTo>
                <a:cubicBezTo>
                  <a:pt x="2670795" y="573581"/>
                  <a:pt x="2682322" y="567005"/>
                  <a:pt x="2693698" y="560029"/>
                </a:cubicBezTo>
                <a:lnTo>
                  <a:pt x="2699673" y="556400"/>
                </a:lnTo>
                <a:lnTo>
                  <a:pt x="2727306" y="550698"/>
                </a:lnTo>
                <a:lnTo>
                  <a:pt x="2730451" y="538058"/>
                </a:lnTo>
                <a:lnTo>
                  <a:pt x="2768713" y="521575"/>
                </a:lnTo>
                <a:cubicBezTo>
                  <a:pt x="2783756" y="517104"/>
                  <a:pt x="2800788" y="514291"/>
                  <a:pt x="2820868" y="514160"/>
                </a:cubicBezTo>
                <a:cubicBezTo>
                  <a:pt x="2894791" y="532885"/>
                  <a:pt x="2981506" y="465507"/>
                  <a:pt x="3073635" y="491294"/>
                </a:cubicBezTo>
                <a:cubicBezTo>
                  <a:pt x="3106872" y="496624"/>
                  <a:pt x="3205785" y="487718"/>
                  <a:pt x="3222071" y="470559"/>
                </a:cubicBezTo>
                <a:cubicBezTo>
                  <a:pt x="3242193" y="465514"/>
                  <a:pt x="3267163" y="469136"/>
                  <a:pt x="3274069" y="451605"/>
                </a:cubicBezTo>
                <a:cubicBezTo>
                  <a:pt x="3286659" y="430165"/>
                  <a:pt x="3363648" y="455571"/>
                  <a:pt x="3349632" y="432583"/>
                </a:cubicBezTo>
                <a:cubicBezTo>
                  <a:pt x="3404182" y="449847"/>
                  <a:pt x="3438210" y="404323"/>
                  <a:pt x="3479593" y="390437"/>
                </a:cubicBezTo>
                <a:cubicBezTo>
                  <a:pt x="3523240" y="408403"/>
                  <a:pt x="3567027" y="361554"/>
                  <a:pt x="3660110" y="348726"/>
                </a:cubicBezTo>
                <a:cubicBezTo>
                  <a:pt x="3708299" y="369683"/>
                  <a:pt x="3662447" y="344775"/>
                  <a:pt x="3750023" y="370678"/>
                </a:cubicBezTo>
                <a:cubicBezTo>
                  <a:pt x="3752092" y="367132"/>
                  <a:pt x="3816880" y="365055"/>
                  <a:pt x="3844133" y="360648"/>
                </a:cubicBezTo>
                <a:cubicBezTo>
                  <a:pt x="3871386" y="356240"/>
                  <a:pt x="3882848" y="332490"/>
                  <a:pt x="3913545" y="344235"/>
                </a:cubicBezTo>
                <a:cubicBezTo>
                  <a:pt x="4050255" y="376864"/>
                  <a:pt x="4159924" y="363190"/>
                  <a:pt x="4266740" y="361454"/>
                </a:cubicBezTo>
                <a:cubicBezTo>
                  <a:pt x="4385770" y="354374"/>
                  <a:pt x="4314535" y="340143"/>
                  <a:pt x="4430770" y="342643"/>
                </a:cubicBezTo>
                <a:cubicBezTo>
                  <a:pt x="4439969" y="322594"/>
                  <a:pt x="4478290" y="314645"/>
                  <a:pt x="4512664" y="319948"/>
                </a:cubicBezTo>
                <a:cubicBezTo>
                  <a:pt x="4570011" y="315138"/>
                  <a:pt x="4549085" y="269599"/>
                  <a:pt x="4616423" y="290914"/>
                </a:cubicBezTo>
                <a:cubicBezTo>
                  <a:pt x="4599641" y="270277"/>
                  <a:pt x="4692085" y="269216"/>
                  <a:pt x="4691675" y="254011"/>
                </a:cubicBezTo>
                <a:lnTo>
                  <a:pt x="4689051" y="250968"/>
                </a:lnTo>
                <a:lnTo>
                  <a:pt x="4719994" y="245307"/>
                </a:lnTo>
                <a:cubicBezTo>
                  <a:pt x="4732635" y="242775"/>
                  <a:pt x="4745300" y="240335"/>
                  <a:pt x="4752894" y="239875"/>
                </a:cubicBezTo>
                <a:lnTo>
                  <a:pt x="4769329" y="233585"/>
                </a:lnTo>
                <a:lnTo>
                  <a:pt x="4775634" y="234063"/>
                </a:lnTo>
                <a:lnTo>
                  <a:pt x="4790452" y="233572"/>
                </a:lnTo>
                <a:cubicBezTo>
                  <a:pt x="4789989" y="236356"/>
                  <a:pt x="4789525" y="239141"/>
                  <a:pt x="4789062" y="241924"/>
                </a:cubicBezTo>
                <a:cubicBezTo>
                  <a:pt x="4786342" y="249932"/>
                  <a:pt x="4804560" y="248631"/>
                  <a:pt x="4827826" y="246977"/>
                </a:cubicBezTo>
                <a:cubicBezTo>
                  <a:pt x="4875782" y="239569"/>
                  <a:pt x="4874112" y="283413"/>
                  <a:pt x="4892569" y="249933"/>
                </a:cubicBezTo>
                <a:lnTo>
                  <a:pt x="4896611" y="240448"/>
                </a:lnTo>
                <a:lnTo>
                  <a:pt x="4917286" y="243659"/>
                </a:lnTo>
                <a:cubicBezTo>
                  <a:pt x="4923060" y="243799"/>
                  <a:pt x="4981729" y="240979"/>
                  <a:pt x="4981173" y="247103"/>
                </a:cubicBezTo>
                <a:cubicBezTo>
                  <a:pt x="5024880" y="220690"/>
                  <a:pt x="5014146" y="257963"/>
                  <a:pt x="5060397" y="263688"/>
                </a:cubicBezTo>
                <a:cubicBezTo>
                  <a:pt x="5093356" y="238589"/>
                  <a:pt x="5157892" y="275351"/>
                  <a:pt x="5252996" y="270655"/>
                </a:cubicBezTo>
                <a:cubicBezTo>
                  <a:pt x="5288840" y="241872"/>
                  <a:pt x="5287005" y="287921"/>
                  <a:pt x="5358056" y="247248"/>
                </a:cubicBezTo>
                <a:cubicBezTo>
                  <a:pt x="5361752" y="250257"/>
                  <a:pt x="5403312" y="238215"/>
                  <a:pt x="5426496" y="235142"/>
                </a:cubicBezTo>
                <a:cubicBezTo>
                  <a:pt x="5449679" y="232069"/>
                  <a:pt x="5473549" y="245611"/>
                  <a:pt x="5497161" y="228808"/>
                </a:cubicBezTo>
                <a:cubicBezTo>
                  <a:pt x="5611861" y="172767"/>
                  <a:pt x="5723211" y="165860"/>
                  <a:pt x="5826043" y="148073"/>
                </a:cubicBezTo>
                <a:cubicBezTo>
                  <a:pt x="5943127" y="133166"/>
                  <a:pt x="5872659" y="193078"/>
                  <a:pt x="6013415" y="137316"/>
                </a:cubicBezTo>
                <a:cubicBezTo>
                  <a:pt x="6031924" y="154783"/>
                  <a:pt x="6050745" y="154258"/>
                  <a:pt x="6080994" y="142938"/>
                </a:cubicBezTo>
                <a:cubicBezTo>
                  <a:pt x="6138083" y="137090"/>
                  <a:pt x="6140195" y="184383"/>
                  <a:pt x="6194152" y="151772"/>
                </a:cubicBezTo>
                <a:cubicBezTo>
                  <a:pt x="6187280" y="177783"/>
                  <a:pt x="6304222" y="153410"/>
                  <a:pt x="6281379" y="181626"/>
                </a:cubicBezTo>
                <a:cubicBezTo>
                  <a:pt x="6321899" y="201819"/>
                  <a:pt x="6335111" y="162590"/>
                  <a:pt x="6374947" y="179799"/>
                </a:cubicBezTo>
                <a:cubicBezTo>
                  <a:pt x="6417404" y="181336"/>
                  <a:pt x="6402484" y="169694"/>
                  <a:pt x="6448518" y="164378"/>
                </a:cubicBezTo>
                <a:cubicBezTo>
                  <a:pt x="6504958" y="162488"/>
                  <a:pt x="6493438" y="111203"/>
                  <a:pt x="6544700" y="167161"/>
                </a:cubicBezTo>
                <a:cubicBezTo>
                  <a:pt x="6601507" y="148697"/>
                  <a:pt x="6566269" y="164386"/>
                  <a:pt x="6648353" y="172250"/>
                </a:cubicBezTo>
                <a:cubicBezTo>
                  <a:pt x="6680008" y="155223"/>
                  <a:pt x="6707960" y="160673"/>
                  <a:pt x="6736227" y="173216"/>
                </a:cubicBezTo>
                <a:cubicBezTo>
                  <a:pt x="6813963" y="164284"/>
                  <a:pt x="6888143" y="181296"/>
                  <a:pt x="6977218" y="184289"/>
                </a:cubicBezTo>
                <a:cubicBezTo>
                  <a:pt x="7040424" y="188318"/>
                  <a:pt x="7000278" y="216835"/>
                  <a:pt x="7065221" y="227531"/>
                </a:cubicBezTo>
                <a:cubicBezTo>
                  <a:pt x="7130163" y="238228"/>
                  <a:pt x="7291878" y="238208"/>
                  <a:pt x="7366876" y="248468"/>
                </a:cubicBezTo>
                <a:cubicBezTo>
                  <a:pt x="7491356" y="206752"/>
                  <a:pt x="7367734" y="280166"/>
                  <a:pt x="7565449" y="258950"/>
                </a:cubicBezTo>
                <a:cubicBezTo>
                  <a:pt x="7575959" y="252432"/>
                  <a:pt x="7600854" y="257628"/>
                  <a:pt x="7599285" y="266021"/>
                </a:cubicBezTo>
                <a:cubicBezTo>
                  <a:pt x="7611616" y="262940"/>
                  <a:pt x="7639946" y="245819"/>
                  <a:pt x="7644411" y="258986"/>
                </a:cubicBezTo>
                <a:cubicBezTo>
                  <a:pt x="7708015" y="258012"/>
                  <a:pt x="7770249" y="247724"/>
                  <a:pt x="7825110" y="229109"/>
                </a:cubicBezTo>
                <a:cubicBezTo>
                  <a:pt x="7949762" y="247028"/>
                  <a:pt x="7921956" y="197757"/>
                  <a:pt x="7965804" y="190545"/>
                </a:cubicBezTo>
                <a:cubicBezTo>
                  <a:pt x="8039439" y="213878"/>
                  <a:pt x="8063651" y="191475"/>
                  <a:pt x="8147401" y="205617"/>
                </a:cubicBezTo>
                <a:cubicBezTo>
                  <a:pt x="8166453" y="196610"/>
                  <a:pt x="8225048" y="207099"/>
                  <a:pt x="8256033" y="193713"/>
                </a:cubicBezTo>
                <a:cubicBezTo>
                  <a:pt x="8311388" y="242017"/>
                  <a:pt x="8350376" y="178592"/>
                  <a:pt x="8410677" y="172167"/>
                </a:cubicBezTo>
                <a:cubicBezTo>
                  <a:pt x="8470978" y="165743"/>
                  <a:pt x="8572470" y="206385"/>
                  <a:pt x="8617841" y="155167"/>
                </a:cubicBezTo>
                <a:cubicBezTo>
                  <a:pt x="8646050" y="160448"/>
                  <a:pt x="8664949" y="183631"/>
                  <a:pt x="8715976" y="178374"/>
                </a:cubicBezTo>
                <a:cubicBezTo>
                  <a:pt x="8737194" y="188216"/>
                  <a:pt x="8738009" y="189511"/>
                  <a:pt x="8778827" y="172936"/>
                </a:cubicBezTo>
                <a:cubicBezTo>
                  <a:pt x="8725277" y="146372"/>
                  <a:pt x="8850819" y="175612"/>
                  <a:pt x="8840778" y="143149"/>
                </a:cubicBezTo>
                <a:cubicBezTo>
                  <a:pt x="8903519" y="121096"/>
                  <a:pt x="9021861" y="150359"/>
                  <a:pt x="9010380" y="91891"/>
                </a:cubicBezTo>
                <a:cubicBezTo>
                  <a:pt x="9027103" y="56852"/>
                  <a:pt x="9112524" y="108357"/>
                  <a:pt x="9110856" y="70997"/>
                </a:cubicBezTo>
                <a:cubicBezTo>
                  <a:pt x="9148189" y="94250"/>
                  <a:pt x="9209809" y="53285"/>
                  <a:pt x="9268817" y="53082"/>
                </a:cubicBezTo>
                <a:cubicBezTo>
                  <a:pt x="9279135" y="35997"/>
                  <a:pt x="9292736" y="36520"/>
                  <a:pt x="9316667" y="45047"/>
                </a:cubicBezTo>
                <a:cubicBezTo>
                  <a:pt x="9352186" y="45862"/>
                  <a:pt x="9390008" y="39799"/>
                  <a:pt x="9428209" y="29923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855066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392" name="Rectangle 16391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94" name="Freeform: Shape 16393">
            <a:extLst>
              <a:ext uri="{FF2B5EF4-FFF2-40B4-BE49-F238E27FC236}">
                <a16:creationId xmlns:a16="http://schemas.microsoft.com/office/drawing/2014/main" id="{DC5FB7E8-B636-40FA-BE8D-48145C0F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4"/>
            <a:ext cx="12192000" cy="2295238"/>
          </a:xfrm>
          <a:custGeom>
            <a:avLst/>
            <a:gdLst>
              <a:gd name="connsiteX0" fmla="*/ 12160143 w 12192000"/>
              <a:gd name="connsiteY0" fmla="*/ 831692 h 2079137"/>
              <a:gd name="connsiteX1" fmla="*/ 12159112 w 12192000"/>
              <a:gd name="connsiteY1" fmla="*/ 833361 h 2079137"/>
              <a:gd name="connsiteX2" fmla="*/ 12158912 w 12192000"/>
              <a:gd name="connsiteY2" fmla="*/ 832430 h 2079137"/>
              <a:gd name="connsiteX3" fmla="*/ 0 w 12192000"/>
              <a:gd name="connsiteY3" fmla="*/ 0 h 2079137"/>
              <a:gd name="connsiteX4" fmla="*/ 12192000 w 12192000"/>
              <a:gd name="connsiteY4" fmla="*/ 0 h 2079137"/>
              <a:gd name="connsiteX5" fmla="*/ 12192000 w 12192000"/>
              <a:gd name="connsiteY5" fmla="*/ 558063 h 2079137"/>
              <a:gd name="connsiteX6" fmla="*/ 12189259 w 12192000"/>
              <a:gd name="connsiteY6" fmla="*/ 810508 h 2079137"/>
              <a:gd name="connsiteX7" fmla="*/ 12170847 w 12192000"/>
              <a:gd name="connsiteY7" fmla="*/ 825280 h 2079137"/>
              <a:gd name="connsiteX8" fmla="*/ 12160143 w 12192000"/>
              <a:gd name="connsiteY8" fmla="*/ 831692 h 2079137"/>
              <a:gd name="connsiteX9" fmla="*/ 12163806 w 12192000"/>
              <a:gd name="connsiteY9" fmla="*/ 825759 h 2079137"/>
              <a:gd name="connsiteX10" fmla="*/ 12056557 w 12192000"/>
              <a:gd name="connsiteY10" fmla="*/ 810176 h 2079137"/>
              <a:gd name="connsiteX11" fmla="*/ 11900316 w 12192000"/>
              <a:gd name="connsiteY11" fmla="*/ 789618 h 2079137"/>
              <a:gd name="connsiteX12" fmla="*/ 11791206 w 12192000"/>
              <a:gd name="connsiteY12" fmla="*/ 824176 h 2079137"/>
              <a:gd name="connsiteX13" fmla="*/ 11659257 w 12192000"/>
              <a:gd name="connsiteY13" fmla="*/ 800841 h 2079137"/>
              <a:gd name="connsiteX14" fmla="*/ 11569789 w 12192000"/>
              <a:gd name="connsiteY14" fmla="*/ 797135 h 2079137"/>
              <a:gd name="connsiteX15" fmla="*/ 11367885 w 12192000"/>
              <a:gd name="connsiteY15" fmla="*/ 791985 h 2079137"/>
              <a:gd name="connsiteX16" fmla="*/ 11174663 w 12192000"/>
              <a:gd name="connsiteY16" fmla="*/ 788721 h 2079137"/>
              <a:gd name="connsiteX17" fmla="*/ 11068220 w 12192000"/>
              <a:gd name="connsiteY17" fmla="*/ 786994 h 2079137"/>
              <a:gd name="connsiteX18" fmla="*/ 10893266 w 12192000"/>
              <a:gd name="connsiteY18" fmla="*/ 794013 h 2079137"/>
              <a:gd name="connsiteX19" fmla="*/ 10844025 w 12192000"/>
              <a:gd name="connsiteY19" fmla="*/ 789857 h 2079137"/>
              <a:gd name="connsiteX20" fmla="*/ 10814353 w 12192000"/>
              <a:gd name="connsiteY20" fmla="*/ 789010 h 2079137"/>
              <a:gd name="connsiteX21" fmla="*/ 10748393 w 12192000"/>
              <a:gd name="connsiteY21" fmla="*/ 806738 h 2079137"/>
              <a:gd name="connsiteX22" fmla="*/ 10468256 w 12192000"/>
              <a:gd name="connsiteY22" fmla="*/ 778733 h 2079137"/>
              <a:gd name="connsiteX23" fmla="*/ 10256131 w 12192000"/>
              <a:gd name="connsiteY23" fmla="*/ 788332 h 2079137"/>
              <a:gd name="connsiteX24" fmla="*/ 10177442 w 12192000"/>
              <a:gd name="connsiteY24" fmla="*/ 777371 h 2079137"/>
              <a:gd name="connsiteX25" fmla="*/ 10006086 w 12192000"/>
              <a:gd name="connsiteY25" fmla="*/ 792651 h 2079137"/>
              <a:gd name="connsiteX26" fmla="*/ 9952382 w 12192000"/>
              <a:gd name="connsiteY26" fmla="*/ 815411 h 2079137"/>
              <a:gd name="connsiteX27" fmla="*/ 9926457 w 12192000"/>
              <a:gd name="connsiteY27" fmla="*/ 827295 h 2079137"/>
              <a:gd name="connsiteX28" fmla="*/ 9843405 w 12192000"/>
              <a:gd name="connsiteY28" fmla="*/ 867046 h 2079137"/>
              <a:gd name="connsiteX29" fmla="*/ 9830866 w 12192000"/>
              <a:gd name="connsiteY29" fmla="*/ 875047 h 2079137"/>
              <a:gd name="connsiteX30" fmla="*/ 9801807 w 12192000"/>
              <a:gd name="connsiteY30" fmla="*/ 872272 h 2079137"/>
              <a:gd name="connsiteX31" fmla="*/ 9785653 w 12192000"/>
              <a:gd name="connsiteY31" fmla="*/ 861743 h 2079137"/>
              <a:gd name="connsiteX32" fmla="*/ 9781177 w 12192000"/>
              <a:gd name="connsiteY32" fmla="*/ 864820 h 2079137"/>
              <a:gd name="connsiteX33" fmla="*/ 9768640 w 12192000"/>
              <a:gd name="connsiteY33" fmla="*/ 869379 h 2079137"/>
              <a:gd name="connsiteX34" fmla="*/ 9712211 w 12192000"/>
              <a:gd name="connsiteY34" fmla="*/ 900283 h 2079137"/>
              <a:gd name="connsiteX35" fmla="*/ 9689465 w 12192000"/>
              <a:gd name="connsiteY35" fmla="*/ 899268 h 2079137"/>
              <a:gd name="connsiteX36" fmla="*/ 9600339 w 12192000"/>
              <a:gd name="connsiteY36" fmla="*/ 922112 h 2079137"/>
              <a:gd name="connsiteX37" fmla="*/ 9582850 w 12192000"/>
              <a:gd name="connsiteY37" fmla="*/ 925510 h 2079137"/>
              <a:gd name="connsiteX38" fmla="*/ 9549638 w 12192000"/>
              <a:gd name="connsiteY38" fmla="*/ 940845 h 2079137"/>
              <a:gd name="connsiteX39" fmla="*/ 9539471 w 12192000"/>
              <a:gd name="connsiteY39" fmla="*/ 941799 h 2079137"/>
              <a:gd name="connsiteX40" fmla="*/ 9505592 w 12192000"/>
              <a:gd name="connsiteY40" fmla="*/ 955533 h 2079137"/>
              <a:gd name="connsiteX41" fmla="*/ 9432569 w 12192000"/>
              <a:gd name="connsiteY41" fmla="*/ 985377 h 2079137"/>
              <a:gd name="connsiteX42" fmla="*/ 9414216 w 12192000"/>
              <a:gd name="connsiteY42" fmla="*/ 992655 h 2079137"/>
              <a:gd name="connsiteX43" fmla="*/ 9397106 w 12192000"/>
              <a:gd name="connsiteY43" fmla="*/ 992980 h 2079137"/>
              <a:gd name="connsiteX44" fmla="*/ 9305108 w 12192000"/>
              <a:gd name="connsiteY44" fmla="*/ 1007767 h 2079137"/>
              <a:gd name="connsiteX45" fmla="*/ 9282434 w 12192000"/>
              <a:gd name="connsiteY45" fmla="*/ 1007523 h 2079137"/>
              <a:gd name="connsiteX46" fmla="*/ 9271941 w 12192000"/>
              <a:gd name="connsiteY46" fmla="*/ 1002839 h 2079137"/>
              <a:gd name="connsiteX47" fmla="*/ 9238227 w 12192000"/>
              <a:gd name="connsiteY47" fmla="*/ 1017668 h 2079137"/>
              <a:gd name="connsiteX48" fmla="*/ 9184265 w 12192000"/>
              <a:gd name="connsiteY48" fmla="*/ 1031275 h 2079137"/>
              <a:gd name="connsiteX49" fmla="*/ 9159000 w 12192000"/>
              <a:gd name="connsiteY49" fmla="*/ 1039569 h 2079137"/>
              <a:gd name="connsiteX50" fmla="*/ 9137031 w 12192000"/>
              <a:gd name="connsiteY50" fmla="*/ 1038699 h 2079137"/>
              <a:gd name="connsiteX51" fmla="*/ 9015702 w 12192000"/>
              <a:gd name="connsiteY51" fmla="*/ 1051400 h 2079137"/>
              <a:gd name="connsiteX52" fmla="*/ 8971403 w 12192000"/>
              <a:gd name="connsiteY52" fmla="*/ 1040542 h 2079137"/>
              <a:gd name="connsiteX53" fmla="*/ 8961826 w 12192000"/>
              <a:gd name="connsiteY53" fmla="*/ 1045364 h 2079137"/>
              <a:gd name="connsiteX54" fmla="*/ 8888623 w 12192000"/>
              <a:gd name="connsiteY54" fmla="*/ 1053908 h 2079137"/>
              <a:gd name="connsiteX55" fmla="*/ 8841066 w 12192000"/>
              <a:gd name="connsiteY55" fmla="*/ 1060421 h 2079137"/>
              <a:gd name="connsiteX56" fmla="*/ 8752342 w 12192000"/>
              <a:gd name="connsiteY56" fmla="*/ 1080646 h 2079137"/>
              <a:gd name="connsiteX57" fmla="*/ 8699139 w 12192000"/>
              <a:gd name="connsiteY57" fmla="*/ 1087885 h 2079137"/>
              <a:gd name="connsiteX58" fmla="*/ 8667273 w 12192000"/>
              <a:gd name="connsiteY58" fmla="*/ 1092062 h 2079137"/>
              <a:gd name="connsiteX59" fmla="*/ 8586064 w 12192000"/>
              <a:gd name="connsiteY59" fmla="*/ 1114603 h 2079137"/>
              <a:gd name="connsiteX60" fmla="*/ 8460312 w 12192000"/>
              <a:gd name="connsiteY60" fmla="*/ 1179878 h 2079137"/>
              <a:gd name="connsiteX61" fmla="*/ 8419023 w 12192000"/>
              <a:gd name="connsiteY61" fmla="*/ 1191748 h 2079137"/>
              <a:gd name="connsiteX62" fmla="*/ 8410939 w 12192000"/>
              <a:gd name="connsiteY62" fmla="*/ 1189696 h 2079137"/>
              <a:gd name="connsiteX63" fmla="*/ 8362040 w 12192000"/>
              <a:gd name="connsiteY63" fmla="*/ 1220820 h 2079137"/>
              <a:gd name="connsiteX64" fmla="*/ 8273677 w 12192000"/>
              <a:gd name="connsiteY64" fmla="*/ 1236495 h 2079137"/>
              <a:gd name="connsiteX65" fmla="*/ 8204283 w 12192000"/>
              <a:gd name="connsiteY65" fmla="*/ 1243537 h 2079137"/>
              <a:gd name="connsiteX66" fmla="*/ 8166550 w 12192000"/>
              <a:gd name="connsiteY66" fmla="*/ 1249551 h 2079137"/>
              <a:gd name="connsiteX67" fmla="*/ 8137785 w 12192000"/>
              <a:gd name="connsiteY67" fmla="*/ 1251636 h 2079137"/>
              <a:gd name="connsiteX68" fmla="*/ 8071596 w 12192000"/>
              <a:gd name="connsiteY68" fmla="*/ 1269274 h 2079137"/>
              <a:gd name="connsiteX69" fmla="*/ 7964816 w 12192000"/>
              <a:gd name="connsiteY69" fmla="*/ 1303668 h 2079137"/>
              <a:gd name="connsiteX70" fmla="*/ 7941495 w 12192000"/>
              <a:gd name="connsiteY70" fmla="*/ 1309821 h 2079137"/>
              <a:gd name="connsiteX71" fmla="*/ 7919123 w 12192000"/>
              <a:gd name="connsiteY71" fmla="*/ 1310466 h 2079137"/>
              <a:gd name="connsiteX72" fmla="*/ 7911902 w 12192000"/>
              <a:gd name="connsiteY72" fmla="*/ 1306569 h 2079137"/>
              <a:gd name="connsiteX73" fmla="*/ 7898703 w 12192000"/>
              <a:gd name="connsiteY73" fmla="*/ 1309208 h 2079137"/>
              <a:gd name="connsiteX74" fmla="*/ 7894703 w 12192000"/>
              <a:gd name="connsiteY74" fmla="*/ 1308939 h 2079137"/>
              <a:gd name="connsiteX75" fmla="*/ 7872267 w 12192000"/>
              <a:gd name="connsiteY75" fmla="*/ 1308370 h 2079137"/>
              <a:gd name="connsiteX76" fmla="*/ 7836454 w 12192000"/>
              <a:gd name="connsiteY76" fmla="*/ 1331265 h 2079137"/>
              <a:gd name="connsiteX77" fmla="*/ 7782451 w 12192000"/>
              <a:gd name="connsiteY77" fmla="*/ 1339601 h 2079137"/>
              <a:gd name="connsiteX78" fmla="*/ 7542969 w 12192000"/>
              <a:gd name="connsiteY78" fmla="*/ 1372495 h 2079137"/>
              <a:gd name="connsiteX79" fmla="*/ 7476832 w 12192000"/>
              <a:gd name="connsiteY79" fmla="*/ 1431655 h 2079137"/>
              <a:gd name="connsiteX80" fmla="*/ 7370237 w 12192000"/>
              <a:gd name="connsiteY80" fmla="*/ 1474339 h 2079137"/>
              <a:gd name="connsiteX81" fmla="*/ 7222223 w 12192000"/>
              <a:gd name="connsiteY81" fmla="*/ 1510199 h 2079137"/>
              <a:gd name="connsiteX82" fmla="*/ 7215703 w 12192000"/>
              <a:gd name="connsiteY82" fmla="*/ 1520424 h 2079137"/>
              <a:gd name="connsiteX83" fmla="*/ 7204548 w 12192000"/>
              <a:gd name="connsiteY83" fmla="*/ 1528145 h 2079137"/>
              <a:gd name="connsiteX84" fmla="*/ 7202038 w 12192000"/>
              <a:gd name="connsiteY84" fmla="*/ 1527954 h 2079137"/>
              <a:gd name="connsiteX85" fmla="*/ 7173860 w 12192000"/>
              <a:gd name="connsiteY85" fmla="*/ 1541605 h 2079137"/>
              <a:gd name="connsiteX86" fmla="*/ 7155079 w 12192000"/>
              <a:gd name="connsiteY86" fmla="*/ 1552495 h 2079137"/>
              <a:gd name="connsiteX87" fmla="*/ 7149757 w 12192000"/>
              <a:gd name="connsiteY87" fmla="*/ 1552732 h 2079137"/>
              <a:gd name="connsiteX88" fmla="*/ 7104804 w 12192000"/>
              <a:gd name="connsiteY88" fmla="*/ 1565792 h 2079137"/>
              <a:gd name="connsiteX89" fmla="*/ 7082824 w 12192000"/>
              <a:gd name="connsiteY89" fmla="*/ 1567947 h 2079137"/>
              <a:gd name="connsiteX90" fmla="*/ 7021520 w 12192000"/>
              <a:gd name="connsiteY90" fmla="*/ 1562334 h 2079137"/>
              <a:gd name="connsiteX91" fmla="*/ 6988956 w 12192000"/>
              <a:gd name="connsiteY91" fmla="*/ 1576442 h 2079137"/>
              <a:gd name="connsiteX92" fmla="*/ 6981922 w 12192000"/>
              <a:gd name="connsiteY92" fmla="*/ 1578821 h 2079137"/>
              <a:gd name="connsiteX93" fmla="*/ 6981583 w 12192000"/>
              <a:gd name="connsiteY93" fmla="*/ 1578678 h 2079137"/>
              <a:gd name="connsiteX94" fmla="*/ 6973762 w 12192000"/>
              <a:gd name="connsiteY94" fmla="*/ 1580811 h 2079137"/>
              <a:gd name="connsiteX95" fmla="*/ 6969093 w 12192000"/>
              <a:gd name="connsiteY95" fmla="*/ 1583157 h 2079137"/>
              <a:gd name="connsiteX96" fmla="*/ 6890037 w 12192000"/>
              <a:gd name="connsiteY96" fmla="*/ 1575825 h 2079137"/>
              <a:gd name="connsiteX97" fmla="*/ 6785054 w 12192000"/>
              <a:gd name="connsiteY97" fmla="*/ 1582200 h 2079137"/>
              <a:gd name="connsiteX98" fmla="*/ 6681692 w 12192000"/>
              <a:gd name="connsiteY98" fmla="*/ 1591296 h 2079137"/>
              <a:gd name="connsiteX99" fmla="*/ 6644556 w 12192000"/>
              <a:gd name="connsiteY99" fmla="*/ 1595940 h 2079137"/>
              <a:gd name="connsiteX100" fmla="*/ 6577106 w 12192000"/>
              <a:gd name="connsiteY100" fmla="*/ 1598261 h 2079137"/>
              <a:gd name="connsiteX101" fmla="*/ 6544183 w 12192000"/>
              <a:gd name="connsiteY101" fmla="*/ 1596149 h 2079137"/>
              <a:gd name="connsiteX102" fmla="*/ 6540921 w 12192000"/>
              <a:gd name="connsiteY102" fmla="*/ 1593857 h 2079137"/>
              <a:gd name="connsiteX103" fmla="*/ 6535046 w 12192000"/>
              <a:gd name="connsiteY103" fmla="*/ 1593283 h 2079137"/>
              <a:gd name="connsiteX104" fmla="*/ 6519853 w 12192000"/>
              <a:gd name="connsiteY104" fmla="*/ 1595771 h 2079137"/>
              <a:gd name="connsiteX105" fmla="*/ 6514280 w 12192000"/>
              <a:gd name="connsiteY105" fmla="*/ 1597376 h 2079137"/>
              <a:gd name="connsiteX106" fmla="*/ 6505824 w 12192000"/>
              <a:gd name="connsiteY106" fmla="*/ 1598298 h 2079137"/>
              <a:gd name="connsiteX107" fmla="*/ 6505573 w 12192000"/>
              <a:gd name="connsiteY107" fmla="*/ 1598109 h 2079137"/>
              <a:gd name="connsiteX108" fmla="*/ 6497741 w 12192000"/>
              <a:gd name="connsiteY108" fmla="*/ 1599392 h 2079137"/>
              <a:gd name="connsiteX109" fmla="*/ 6459992 w 12192000"/>
              <a:gd name="connsiteY109" fmla="*/ 1608358 h 2079137"/>
              <a:gd name="connsiteX110" fmla="*/ 6404572 w 12192000"/>
              <a:gd name="connsiteY110" fmla="*/ 1593771 h 2079137"/>
              <a:gd name="connsiteX111" fmla="*/ 6382671 w 12192000"/>
              <a:gd name="connsiteY111" fmla="*/ 1592612 h 2079137"/>
              <a:gd name="connsiteX112" fmla="*/ 6369843 w 12192000"/>
              <a:gd name="connsiteY112" fmla="*/ 1590015 h 2079137"/>
              <a:gd name="connsiteX113" fmla="*/ 6269740 w 12192000"/>
              <a:gd name="connsiteY113" fmla="*/ 1614633 h 2079137"/>
              <a:gd name="connsiteX114" fmla="*/ 6255405 w 12192000"/>
              <a:gd name="connsiteY114" fmla="*/ 1620529 h 2079137"/>
              <a:gd name="connsiteX115" fmla="*/ 6244248 w 12192000"/>
              <a:gd name="connsiteY115" fmla="*/ 1629561 h 2079137"/>
              <a:gd name="connsiteX116" fmla="*/ 6086396 w 12192000"/>
              <a:gd name="connsiteY116" fmla="*/ 1642666 h 2079137"/>
              <a:gd name="connsiteX117" fmla="*/ 5867429 w 12192000"/>
              <a:gd name="connsiteY117" fmla="*/ 1695554 h 2079137"/>
              <a:gd name="connsiteX118" fmla="*/ 5772864 w 12192000"/>
              <a:gd name="connsiteY118" fmla="*/ 1689002 h 2079137"/>
              <a:gd name="connsiteX119" fmla="*/ 5629833 w 12192000"/>
              <a:gd name="connsiteY119" fmla="*/ 1713273 h 2079137"/>
              <a:gd name="connsiteX120" fmla="*/ 5504771 w 12192000"/>
              <a:gd name="connsiteY120" fmla="*/ 1725744 h 2079137"/>
              <a:gd name="connsiteX121" fmla="*/ 5490967 w 12192000"/>
              <a:gd name="connsiteY121" fmla="*/ 1726367 h 2079137"/>
              <a:gd name="connsiteX122" fmla="*/ 5486015 w 12192000"/>
              <a:gd name="connsiteY122" fmla="*/ 1721481 h 2079137"/>
              <a:gd name="connsiteX123" fmla="*/ 5439364 w 12192000"/>
              <a:gd name="connsiteY123" fmla="*/ 1721349 h 2079137"/>
              <a:gd name="connsiteX124" fmla="*/ 5350025 w 12192000"/>
              <a:gd name="connsiteY124" fmla="*/ 1729885 h 2079137"/>
              <a:gd name="connsiteX125" fmla="*/ 5336104 w 12192000"/>
              <a:gd name="connsiteY125" fmla="*/ 1734377 h 2079137"/>
              <a:gd name="connsiteX126" fmla="*/ 5245234 w 12192000"/>
              <a:gd name="connsiteY126" fmla="*/ 1738520 h 2079137"/>
              <a:gd name="connsiteX127" fmla="*/ 5182955 w 12192000"/>
              <a:gd name="connsiteY127" fmla="*/ 1744622 h 2079137"/>
              <a:gd name="connsiteX128" fmla="*/ 5169506 w 12192000"/>
              <a:gd name="connsiteY128" fmla="*/ 1748993 h 2079137"/>
              <a:gd name="connsiteX129" fmla="*/ 5154299 w 12192000"/>
              <a:gd name="connsiteY129" fmla="*/ 1744080 h 2079137"/>
              <a:gd name="connsiteX130" fmla="*/ 5149917 w 12192000"/>
              <a:gd name="connsiteY130" fmla="*/ 1739727 h 2079137"/>
              <a:gd name="connsiteX131" fmla="*/ 5100319 w 12192000"/>
              <a:gd name="connsiteY131" fmla="*/ 1745797 h 2079137"/>
              <a:gd name="connsiteX132" fmla="*/ 5094361 w 12192000"/>
              <a:gd name="connsiteY132" fmla="*/ 1745767 h 2079137"/>
              <a:gd name="connsiteX133" fmla="*/ 5053410 w 12192000"/>
              <a:gd name="connsiteY133" fmla="*/ 1742790 h 2079137"/>
              <a:gd name="connsiteX134" fmla="*/ 4992711 w 12192000"/>
              <a:gd name="connsiteY134" fmla="*/ 1734075 h 2079137"/>
              <a:gd name="connsiteX135" fmla="*/ 4930098 w 12192000"/>
              <a:gd name="connsiteY135" fmla="*/ 1717312 h 2079137"/>
              <a:gd name="connsiteX136" fmla="*/ 4893834 w 12192000"/>
              <a:gd name="connsiteY136" fmla="*/ 1710028 h 2079137"/>
              <a:gd name="connsiteX137" fmla="*/ 4868730 w 12192000"/>
              <a:gd name="connsiteY137" fmla="*/ 1702384 h 2079137"/>
              <a:gd name="connsiteX138" fmla="*/ 4797925 w 12192000"/>
              <a:gd name="connsiteY138" fmla="*/ 1695535 h 2079137"/>
              <a:gd name="connsiteX139" fmla="*/ 4677670 w 12192000"/>
              <a:gd name="connsiteY139" fmla="*/ 1689453 h 2079137"/>
              <a:gd name="connsiteX140" fmla="*/ 4634248 w 12192000"/>
              <a:gd name="connsiteY140" fmla="*/ 1680227 h 2079137"/>
              <a:gd name="connsiteX141" fmla="*/ 4632434 w 12192000"/>
              <a:gd name="connsiteY141" fmla="*/ 1674607 h 2079137"/>
              <a:gd name="connsiteX142" fmla="*/ 4619204 w 12192000"/>
              <a:gd name="connsiteY142" fmla="*/ 1672507 h 2079137"/>
              <a:gd name="connsiteX143" fmla="*/ 4616283 w 12192000"/>
              <a:gd name="connsiteY143" fmla="*/ 1670977 h 2079137"/>
              <a:gd name="connsiteX144" fmla="*/ 4598926 w 12192000"/>
              <a:gd name="connsiteY144" fmla="*/ 1663178 h 2079137"/>
              <a:gd name="connsiteX145" fmla="*/ 4547069 w 12192000"/>
              <a:gd name="connsiteY145" fmla="*/ 1670642 h 2079137"/>
              <a:gd name="connsiteX146" fmla="*/ 4523516 w 12192000"/>
              <a:gd name="connsiteY146" fmla="*/ 1669785 h 2079137"/>
              <a:gd name="connsiteX147" fmla="*/ 4500586 w 12192000"/>
              <a:gd name="connsiteY147" fmla="*/ 1675912 h 2079137"/>
              <a:gd name="connsiteX148" fmla="*/ 4488196 w 12192000"/>
              <a:gd name="connsiteY148" fmla="*/ 1683463 h 2079137"/>
              <a:gd name="connsiteX149" fmla="*/ 4445463 w 12192000"/>
              <a:gd name="connsiteY149" fmla="*/ 1695634 h 2079137"/>
              <a:gd name="connsiteX150" fmla="*/ 4446550 w 12192000"/>
              <a:gd name="connsiteY150" fmla="*/ 1680538 h 2079137"/>
              <a:gd name="connsiteX151" fmla="*/ 4365375 w 12192000"/>
              <a:gd name="connsiteY151" fmla="*/ 1697935 h 2079137"/>
              <a:gd name="connsiteX152" fmla="*/ 4305123 w 12192000"/>
              <a:gd name="connsiteY152" fmla="*/ 1714185 h 2079137"/>
              <a:gd name="connsiteX153" fmla="*/ 4292665 w 12192000"/>
              <a:gd name="connsiteY153" fmla="*/ 1720703 h 2079137"/>
              <a:gd name="connsiteX154" fmla="*/ 4276789 w 12192000"/>
              <a:gd name="connsiteY154" fmla="*/ 1718367 h 2079137"/>
              <a:gd name="connsiteX155" fmla="*/ 4271683 w 12192000"/>
              <a:gd name="connsiteY155" fmla="*/ 1714801 h 2079137"/>
              <a:gd name="connsiteX156" fmla="*/ 4223918 w 12192000"/>
              <a:gd name="connsiteY156" fmla="*/ 1728936 h 2079137"/>
              <a:gd name="connsiteX157" fmla="*/ 4218039 w 12192000"/>
              <a:gd name="connsiteY157" fmla="*/ 1729885 h 2079137"/>
              <a:gd name="connsiteX158" fmla="*/ 4177153 w 12192000"/>
              <a:gd name="connsiteY158" fmla="*/ 1733691 h 2079137"/>
              <a:gd name="connsiteX159" fmla="*/ 4051032 w 12192000"/>
              <a:gd name="connsiteY159" fmla="*/ 1728886 h 2079137"/>
              <a:gd name="connsiteX160" fmla="*/ 4013978 w 12192000"/>
              <a:gd name="connsiteY160" fmla="*/ 1727679 h 2079137"/>
              <a:gd name="connsiteX161" fmla="*/ 3987857 w 12192000"/>
              <a:gd name="connsiteY161" fmla="*/ 1724282 h 2079137"/>
              <a:gd name="connsiteX162" fmla="*/ 3916852 w 12192000"/>
              <a:gd name="connsiteY162" fmla="*/ 1729184 h 2079137"/>
              <a:gd name="connsiteX163" fmla="*/ 3797263 w 12192000"/>
              <a:gd name="connsiteY163" fmla="*/ 1742976 h 2079137"/>
              <a:gd name="connsiteX164" fmla="*/ 3752806 w 12192000"/>
              <a:gd name="connsiteY164" fmla="*/ 1741033 h 2079137"/>
              <a:gd name="connsiteX165" fmla="*/ 3749997 w 12192000"/>
              <a:gd name="connsiteY165" fmla="*/ 1735799 h 2079137"/>
              <a:gd name="connsiteX166" fmla="*/ 3736582 w 12192000"/>
              <a:gd name="connsiteY166" fmla="*/ 1735907 h 2079137"/>
              <a:gd name="connsiteX167" fmla="*/ 3733428 w 12192000"/>
              <a:gd name="connsiteY167" fmla="*/ 1734881 h 2079137"/>
              <a:gd name="connsiteX168" fmla="*/ 3714911 w 12192000"/>
              <a:gd name="connsiteY168" fmla="*/ 1730056 h 2079137"/>
              <a:gd name="connsiteX169" fmla="*/ 3665172 w 12192000"/>
              <a:gd name="connsiteY169" fmla="*/ 1745936 h 2079137"/>
              <a:gd name="connsiteX170" fmla="*/ 3552006 w 12192000"/>
              <a:gd name="connsiteY170" fmla="*/ 1755220 h 2079137"/>
              <a:gd name="connsiteX171" fmla="*/ 3390301 w 12192000"/>
              <a:gd name="connsiteY171" fmla="*/ 1762546 h 2079137"/>
              <a:gd name="connsiteX172" fmla="*/ 3264312 w 12192000"/>
              <a:gd name="connsiteY172" fmla="*/ 1774620 h 2079137"/>
              <a:gd name="connsiteX173" fmla="*/ 3106901 w 12192000"/>
              <a:gd name="connsiteY173" fmla="*/ 1804264 h 2079137"/>
              <a:gd name="connsiteX174" fmla="*/ 2993303 w 12192000"/>
              <a:gd name="connsiteY174" fmla="*/ 1806542 h 2079137"/>
              <a:gd name="connsiteX175" fmla="*/ 2979115 w 12192000"/>
              <a:gd name="connsiteY175" fmla="*/ 1815432 h 2079137"/>
              <a:gd name="connsiteX176" fmla="*/ 2963118 w 12192000"/>
              <a:gd name="connsiteY176" fmla="*/ 1820962 h 2079137"/>
              <a:gd name="connsiteX177" fmla="*/ 2961156 w 12192000"/>
              <a:gd name="connsiteY177" fmla="*/ 1820297 h 2079137"/>
              <a:gd name="connsiteX178" fmla="*/ 2925719 w 12192000"/>
              <a:gd name="connsiteY178" fmla="*/ 1828468 h 2079137"/>
              <a:gd name="connsiteX179" fmla="*/ 2857951 w 12192000"/>
              <a:gd name="connsiteY179" fmla="*/ 1842496 h 2079137"/>
              <a:gd name="connsiteX180" fmla="*/ 2857427 w 12192000"/>
              <a:gd name="connsiteY180" fmla="*/ 1841591 h 2079137"/>
              <a:gd name="connsiteX181" fmla="*/ 2846731 w 12192000"/>
              <a:gd name="connsiteY181" fmla="*/ 1839316 h 2079137"/>
              <a:gd name="connsiteX182" fmla="*/ 2826290 w 12192000"/>
              <a:gd name="connsiteY182" fmla="*/ 1837274 h 2079137"/>
              <a:gd name="connsiteX183" fmla="*/ 2779146 w 12192000"/>
              <a:gd name="connsiteY183" fmla="*/ 1820071 h 2079137"/>
              <a:gd name="connsiteX184" fmla="*/ 2739608 w 12192000"/>
              <a:gd name="connsiteY184" fmla="*/ 1827861 h 2079137"/>
              <a:gd name="connsiteX185" fmla="*/ 2731631 w 12192000"/>
              <a:gd name="connsiteY185" fmla="*/ 1828881 h 2079137"/>
              <a:gd name="connsiteX186" fmla="*/ 2731464 w 12192000"/>
              <a:gd name="connsiteY186" fmla="*/ 1828677 h 2079137"/>
              <a:gd name="connsiteX187" fmla="*/ 2723037 w 12192000"/>
              <a:gd name="connsiteY187" fmla="*/ 1829303 h 2079137"/>
              <a:gd name="connsiteX188" fmla="*/ 2701616 w 12192000"/>
              <a:gd name="connsiteY188" fmla="*/ 1832725 h 2079137"/>
              <a:gd name="connsiteX189" fmla="*/ 2696239 w 12192000"/>
              <a:gd name="connsiteY189" fmla="*/ 1831904 h 2079137"/>
              <a:gd name="connsiteX190" fmla="*/ 2663445 w 12192000"/>
              <a:gd name="connsiteY190" fmla="*/ 1825958 h 2079137"/>
              <a:gd name="connsiteX191" fmla="*/ 2560925 w 12192000"/>
              <a:gd name="connsiteY191" fmla="*/ 1829094 h 2079137"/>
              <a:gd name="connsiteX192" fmla="*/ 2458739 w 12192000"/>
              <a:gd name="connsiteY192" fmla="*/ 1834479 h 2079137"/>
              <a:gd name="connsiteX193" fmla="*/ 2356074 w 12192000"/>
              <a:gd name="connsiteY193" fmla="*/ 1836991 h 2079137"/>
              <a:gd name="connsiteX194" fmla="*/ 2304241 w 12192000"/>
              <a:gd name="connsiteY194" fmla="*/ 1822021 h 2079137"/>
              <a:gd name="connsiteX195" fmla="*/ 2298362 w 12192000"/>
              <a:gd name="connsiteY195" fmla="*/ 1822125 h 2079137"/>
              <a:gd name="connsiteX196" fmla="*/ 2283527 w 12192000"/>
              <a:gd name="connsiteY196" fmla="*/ 1826361 h 2079137"/>
              <a:gd name="connsiteX197" fmla="*/ 2278150 w 12192000"/>
              <a:gd name="connsiteY197" fmla="*/ 1828604 h 2079137"/>
              <a:gd name="connsiteX198" fmla="*/ 2269853 w 12192000"/>
              <a:gd name="connsiteY198" fmla="*/ 1830502 h 2079137"/>
              <a:gd name="connsiteX199" fmla="*/ 2269585 w 12192000"/>
              <a:gd name="connsiteY199" fmla="*/ 1830341 h 2079137"/>
              <a:gd name="connsiteX200" fmla="*/ 2225332 w 12192000"/>
              <a:gd name="connsiteY200" fmla="*/ 1845825 h 2079137"/>
              <a:gd name="connsiteX201" fmla="*/ 2169048 w 12192000"/>
              <a:gd name="connsiteY201" fmla="*/ 1837658 h 2079137"/>
              <a:gd name="connsiteX202" fmla="*/ 2147231 w 12192000"/>
              <a:gd name="connsiteY202" fmla="*/ 1839027 h 2079137"/>
              <a:gd name="connsiteX203" fmla="*/ 2135241 w 12192000"/>
              <a:gd name="connsiteY203" fmla="*/ 1838652 h 2079137"/>
              <a:gd name="connsiteX204" fmla="*/ 2099215 w 12192000"/>
              <a:gd name="connsiteY204" fmla="*/ 1850768 h 2079137"/>
              <a:gd name="connsiteX205" fmla="*/ 2094046 w 12192000"/>
              <a:gd name="connsiteY205" fmla="*/ 1850806 h 2079137"/>
              <a:gd name="connsiteX206" fmla="*/ 2071850 w 12192000"/>
              <a:gd name="connsiteY206" fmla="*/ 1861319 h 2079137"/>
              <a:gd name="connsiteX207" fmla="*/ 2039607 w 12192000"/>
              <a:gd name="connsiteY207" fmla="*/ 1874318 h 2079137"/>
              <a:gd name="connsiteX208" fmla="*/ 2037289 w 12192000"/>
              <a:gd name="connsiteY208" fmla="*/ 1874025 h 2079137"/>
              <a:gd name="connsiteX209" fmla="*/ 2023615 w 12192000"/>
              <a:gd name="connsiteY209" fmla="*/ 1881562 h 2079137"/>
              <a:gd name="connsiteX210" fmla="*/ 1957176 w 12192000"/>
              <a:gd name="connsiteY210" fmla="*/ 1898709 h 2079137"/>
              <a:gd name="connsiteX211" fmla="*/ 1858081 w 12192000"/>
              <a:gd name="connsiteY211" fmla="*/ 1923144 h 2079137"/>
              <a:gd name="connsiteX212" fmla="*/ 1738865 w 12192000"/>
              <a:gd name="connsiteY212" fmla="*/ 1944965 h 2079137"/>
              <a:gd name="connsiteX213" fmla="*/ 1616692 w 12192000"/>
              <a:gd name="connsiteY213" fmla="*/ 1989107 h 2079137"/>
              <a:gd name="connsiteX214" fmla="*/ 1411898 w 12192000"/>
              <a:gd name="connsiteY214" fmla="*/ 2046254 h 2079137"/>
              <a:gd name="connsiteX215" fmla="*/ 1375780 w 12192000"/>
              <a:gd name="connsiteY215" fmla="*/ 2047961 h 2079137"/>
              <a:gd name="connsiteX216" fmla="*/ 1375707 w 12192000"/>
              <a:gd name="connsiteY216" fmla="*/ 2047981 h 2079137"/>
              <a:gd name="connsiteX217" fmla="*/ 1285585 w 12192000"/>
              <a:gd name="connsiteY217" fmla="*/ 2047113 h 2079137"/>
              <a:gd name="connsiteX218" fmla="*/ 1263658 w 12192000"/>
              <a:gd name="connsiteY218" fmla="*/ 2041397 h 2079137"/>
              <a:gd name="connsiteX219" fmla="*/ 1170403 w 12192000"/>
              <a:gd name="connsiteY219" fmla="*/ 2033399 h 2079137"/>
              <a:gd name="connsiteX220" fmla="*/ 1153718 w 12192000"/>
              <a:gd name="connsiteY220" fmla="*/ 2029576 h 2079137"/>
              <a:gd name="connsiteX221" fmla="*/ 1133937 w 12192000"/>
              <a:gd name="connsiteY221" fmla="*/ 2032149 h 2079137"/>
              <a:gd name="connsiteX222" fmla="*/ 1054999 w 12192000"/>
              <a:gd name="connsiteY222" fmla="*/ 2043242 h 2079137"/>
              <a:gd name="connsiteX223" fmla="*/ 1018405 w 12192000"/>
              <a:gd name="connsiteY223" fmla="*/ 2048281 h 2079137"/>
              <a:gd name="connsiteX224" fmla="*/ 1016563 w 12192000"/>
              <a:gd name="connsiteY224" fmla="*/ 2051718 h 2079137"/>
              <a:gd name="connsiteX225" fmla="*/ 1008284 w 12192000"/>
              <a:gd name="connsiteY225" fmla="*/ 2046742 h 2079137"/>
              <a:gd name="connsiteX226" fmla="*/ 981974 w 12192000"/>
              <a:gd name="connsiteY226" fmla="*/ 2048363 h 2079137"/>
              <a:gd name="connsiteX227" fmla="*/ 971903 w 12192000"/>
              <a:gd name="connsiteY227" fmla="*/ 2053484 h 2079137"/>
              <a:gd name="connsiteX228" fmla="*/ 954015 w 12192000"/>
              <a:gd name="connsiteY228" fmla="*/ 2052529 h 2079137"/>
              <a:gd name="connsiteX229" fmla="*/ 839571 w 12192000"/>
              <a:gd name="connsiteY229" fmla="*/ 2046509 h 2079137"/>
              <a:gd name="connsiteX230" fmla="*/ 823321 w 12192000"/>
              <a:gd name="connsiteY230" fmla="*/ 2054296 h 2079137"/>
              <a:gd name="connsiteX231" fmla="*/ 800990 w 12192000"/>
              <a:gd name="connsiteY231" fmla="*/ 2051523 h 2079137"/>
              <a:gd name="connsiteX232" fmla="*/ 776439 w 12192000"/>
              <a:gd name="connsiteY232" fmla="*/ 2062634 h 2079137"/>
              <a:gd name="connsiteX233" fmla="*/ 763041 w 12192000"/>
              <a:gd name="connsiteY233" fmla="*/ 2063995 h 2079137"/>
              <a:gd name="connsiteX234" fmla="*/ 757863 w 12192000"/>
              <a:gd name="connsiteY234" fmla="*/ 2065877 h 2079137"/>
              <a:gd name="connsiteX235" fmla="*/ 745053 w 12192000"/>
              <a:gd name="connsiteY235" fmla="*/ 2051831 h 2079137"/>
              <a:gd name="connsiteX236" fmla="*/ 722609 w 12192000"/>
              <a:gd name="connsiteY236" fmla="*/ 2049504 h 2079137"/>
              <a:gd name="connsiteX237" fmla="*/ 717618 w 12192000"/>
              <a:gd name="connsiteY237" fmla="*/ 2042131 h 2079137"/>
              <a:gd name="connsiteX238" fmla="*/ 703285 w 12192000"/>
              <a:gd name="connsiteY238" fmla="*/ 2046808 h 2079137"/>
              <a:gd name="connsiteX239" fmla="*/ 680199 w 12192000"/>
              <a:gd name="connsiteY239" fmla="*/ 2051947 h 2079137"/>
              <a:gd name="connsiteX240" fmla="*/ 667351 w 12192000"/>
              <a:gd name="connsiteY240" fmla="*/ 2054469 h 2079137"/>
              <a:gd name="connsiteX241" fmla="*/ 660961 w 12192000"/>
              <a:gd name="connsiteY241" fmla="*/ 2049404 h 2079137"/>
              <a:gd name="connsiteX242" fmla="*/ 638282 w 12192000"/>
              <a:gd name="connsiteY242" fmla="*/ 2060093 h 2079137"/>
              <a:gd name="connsiteX243" fmla="*/ 583551 w 12192000"/>
              <a:gd name="connsiteY243" fmla="*/ 2070197 h 2079137"/>
              <a:gd name="connsiteX244" fmla="*/ 525274 w 12192000"/>
              <a:gd name="connsiteY244" fmla="*/ 2079137 h 2079137"/>
              <a:gd name="connsiteX245" fmla="*/ 405635 w 12192000"/>
              <a:gd name="connsiteY245" fmla="*/ 2059339 h 2079137"/>
              <a:gd name="connsiteX246" fmla="*/ 281555 w 12192000"/>
              <a:gd name="connsiteY246" fmla="*/ 2022847 h 2079137"/>
              <a:gd name="connsiteX247" fmla="*/ 98513 w 12192000"/>
              <a:gd name="connsiteY247" fmla="*/ 1969504 h 2079137"/>
              <a:gd name="connsiteX248" fmla="*/ 56191 w 12192000"/>
              <a:gd name="connsiteY248" fmla="*/ 1950709 h 2079137"/>
              <a:gd name="connsiteX249" fmla="*/ 0 w 12192000"/>
              <a:gd name="connsiteY249" fmla="*/ 1935789 h 207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12192000" h="2079137">
                <a:moveTo>
                  <a:pt x="12160143" y="831692"/>
                </a:moveTo>
                <a:lnTo>
                  <a:pt x="12159112" y="833361"/>
                </a:lnTo>
                <a:cubicBezTo>
                  <a:pt x="12157915" y="833832"/>
                  <a:pt x="12157402" y="833649"/>
                  <a:pt x="12158912" y="83243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558063"/>
                </a:lnTo>
                <a:lnTo>
                  <a:pt x="12189259" y="810508"/>
                </a:lnTo>
                <a:lnTo>
                  <a:pt x="12170847" y="825280"/>
                </a:lnTo>
                <a:lnTo>
                  <a:pt x="12160143" y="831692"/>
                </a:lnTo>
                <a:lnTo>
                  <a:pt x="12163806" y="825759"/>
                </a:lnTo>
                <a:cubicBezTo>
                  <a:pt x="12125449" y="821525"/>
                  <a:pt x="12082203" y="824698"/>
                  <a:pt x="12056557" y="810176"/>
                </a:cubicBezTo>
                <a:cubicBezTo>
                  <a:pt x="12050902" y="790976"/>
                  <a:pt x="11923731" y="799312"/>
                  <a:pt x="11900316" y="789618"/>
                </a:cubicBezTo>
                <a:cubicBezTo>
                  <a:pt x="11841702" y="803374"/>
                  <a:pt x="11823963" y="832645"/>
                  <a:pt x="11791206" y="824176"/>
                </a:cubicBezTo>
                <a:cubicBezTo>
                  <a:pt x="11768977" y="817380"/>
                  <a:pt x="11683857" y="828947"/>
                  <a:pt x="11659257" y="800841"/>
                </a:cubicBezTo>
                <a:cubicBezTo>
                  <a:pt x="11617173" y="818107"/>
                  <a:pt x="11602556" y="790694"/>
                  <a:pt x="11569789" y="797135"/>
                </a:cubicBezTo>
                <a:cubicBezTo>
                  <a:pt x="11498310" y="795094"/>
                  <a:pt x="11458472" y="819882"/>
                  <a:pt x="11367885" y="791985"/>
                </a:cubicBezTo>
                <a:cubicBezTo>
                  <a:pt x="11325508" y="798158"/>
                  <a:pt x="11266580" y="755023"/>
                  <a:pt x="11174663" y="788721"/>
                </a:cubicBezTo>
                <a:cubicBezTo>
                  <a:pt x="11122703" y="792192"/>
                  <a:pt x="11150009" y="775410"/>
                  <a:pt x="11068220" y="786994"/>
                </a:cubicBezTo>
                <a:cubicBezTo>
                  <a:pt x="11046931" y="759861"/>
                  <a:pt x="10919185" y="793102"/>
                  <a:pt x="10893266" y="794013"/>
                </a:cubicBezTo>
                <a:cubicBezTo>
                  <a:pt x="10874184" y="776189"/>
                  <a:pt x="10862860" y="788743"/>
                  <a:pt x="10844025" y="789857"/>
                </a:cubicBezTo>
                <a:cubicBezTo>
                  <a:pt x="10836453" y="779294"/>
                  <a:pt x="10820690" y="778184"/>
                  <a:pt x="10814353" y="789010"/>
                </a:cubicBezTo>
                <a:cubicBezTo>
                  <a:pt x="10819669" y="816016"/>
                  <a:pt x="10754019" y="789067"/>
                  <a:pt x="10748393" y="806738"/>
                </a:cubicBezTo>
                <a:cubicBezTo>
                  <a:pt x="10687156" y="807873"/>
                  <a:pt x="10550299" y="781800"/>
                  <a:pt x="10468256" y="778733"/>
                </a:cubicBezTo>
                <a:cubicBezTo>
                  <a:pt x="10436666" y="770025"/>
                  <a:pt x="10371995" y="797252"/>
                  <a:pt x="10256131" y="788332"/>
                </a:cubicBezTo>
                <a:cubicBezTo>
                  <a:pt x="10240995" y="781626"/>
                  <a:pt x="10182664" y="765742"/>
                  <a:pt x="10177442" y="777371"/>
                </a:cubicBezTo>
                <a:cubicBezTo>
                  <a:pt x="10141447" y="775683"/>
                  <a:pt x="10030323" y="810071"/>
                  <a:pt x="10006086" y="792651"/>
                </a:cubicBezTo>
                <a:cubicBezTo>
                  <a:pt x="10009448" y="818833"/>
                  <a:pt x="9960389" y="791426"/>
                  <a:pt x="9952382" y="815411"/>
                </a:cubicBezTo>
                <a:lnTo>
                  <a:pt x="9926457" y="827295"/>
                </a:lnTo>
                <a:lnTo>
                  <a:pt x="9843405" y="867046"/>
                </a:lnTo>
                <a:lnTo>
                  <a:pt x="9830866" y="875047"/>
                </a:lnTo>
                <a:lnTo>
                  <a:pt x="9801807" y="872272"/>
                </a:lnTo>
                <a:lnTo>
                  <a:pt x="9785653" y="861743"/>
                </a:lnTo>
                <a:lnTo>
                  <a:pt x="9781177" y="864820"/>
                </a:lnTo>
                <a:cubicBezTo>
                  <a:pt x="9776153" y="871003"/>
                  <a:pt x="9773556" y="874842"/>
                  <a:pt x="9768640" y="869379"/>
                </a:cubicBezTo>
                <a:lnTo>
                  <a:pt x="9712211" y="900283"/>
                </a:lnTo>
                <a:cubicBezTo>
                  <a:pt x="9706243" y="902750"/>
                  <a:pt x="9698952" y="902954"/>
                  <a:pt x="9689465" y="899268"/>
                </a:cubicBezTo>
                <a:cubicBezTo>
                  <a:pt x="9670819" y="902906"/>
                  <a:pt x="9618108" y="917739"/>
                  <a:pt x="9600339" y="922112"/>
                </a:cubicBezTo>
                <a:lnTo>
                  <a:pt x="9582850" y="925510"/>
                </a:lnTo>
                <a:cubicBezTo>
                  <a:pt x="9574400" y="928631"/>
                  <a:pt x="9556868" y="938130"/>
                  <a:pt x="9549638" y="940845"/>
                </a:cubicBezTo>
                <a:cubicBezTo>
                  <a:pt x="9543792" y="942327"/>
                  <a:pt x="9546812" y="939351"/>
                  <a:pt x="9539471" y="941799"/>
                </a:cubicBezTo>
                <a:cubicBezTo>
                  <a:pt x="9538994" y="947702"/>
                  <a:pt x="9536009" y="953248"/>
                  <a:pt x="9505592" y="955533"/>
                </a:cubicBezTo>
                <a:cubicBezTo>
                  <a:pt x="9486013" y="968563"/>
                  <a:pt x="9460860" y="978842"/>
                  <a:pt x="9432569" y="985377"/>
                </a:cubicBezTo>
                <a:cubicBezTo>
                  <a:pt x="9426990" y="980335"/>
                  <a:pt x="9418918" y="990185"/>
                  <a:pt x="9414216" y="992655"/>
                </a:cubicBezTo>
                <a:cubicBezTo>
                  <a:pt x="9412644" y="989014"/>
                  <a:pt x="9400057" y="989255"/>
                  <a:pt x="9397106" y="992980"/>
                </a:cubicBezTo>
                <a:cubicBezTo>
                  <a:pt x="9314093" y="1020862"/>
                  <a:pt x="9349678" y="978420"/>
                  <a:pt x="9305108" y="1007767"/>
                </a:cubicBezTo>
                <a:cubicBezTo>
                  <a:pt x="9296670" y="1010324"/>
                  <a:pt x="9289251" y="1009612"/>
                  <a:pt x="9282434" y="1007523"/>
                </a:cubicBezTo>
                <a:lnTo>
                  <a:pt x="9271941" y="1002839"/>
                </a:lnTo>
                <a:lnTo>
                  <a:pt x="9238227" y="1017668"/>
                </a:lnTo>
                <a:cubicBezTo>
                  <a:pt x="9221294" y="1023415"/>
                  <a:pt x="9203166" y="1027997"/>
                  <a:pt x="9184265" y="1031275"/>
                </a:cubicBezTo>
                <a:cubicBezTo>
                  <a:pt x="9178371" y="1024135"/>
                  <a:pt x="9165618" y="1036637"/>
                  <a:pt x="9159000" y="1039569"/>
                </a:cubicBezTo>
                <a:cubicBezTo>
                  <a:pt x="9157881" y="1034602"/>
                  <a:pt x="9141725" y="1033964"/>
                  <a:pt x="9137031" y="1038699"/>
                </a:cubicBezTo>
                <a:cubicBezTo>
                  <a:pt x="9023973" y="1069523"/>
                  <a:pt x="9079946" y="1015706"/>
                  <a:pt x="9015702" y="1051400"/>
                </a:cubicBezTo>
                <a:lnTo>
                  <a:pt x="8971403" y="1040542"/>
                </a:lnTo>
                <a:lnTo>
                  <a:pt x="8961826" y="1045364"/>
                </a:lnTo>
                <a:cubicBezTo>
                  <a:pt x="8922837" y="1050010"/>
                  <a:pt x="8909116" y="1040754"/>
                  <a:pt x="8888623" y="1053908"/>
                </a:cubicBezTo>
                <a:cubicBezTo>
                  <a:pt x="8850424" y="1035587"/>
                  <a:pt x="8865892" y="1054194"/>
                  <a:pt x="8841066" y="1060421"/>
                </a:cubicBezTo>
                <a:cubicBezTo>
                  <a:pt x="8818353" y="1064878"/>
                  <a:pt x="8775995" y="1076068"/>
                  <a:pt x="8752342" y="1080646"/>
                </a:cubicBezTo>
                <a:cubicBezTo>
                  <a:pt x="8736966" y="1099406"/>
                  <a:pt x="8723186" y="1079948"/>
                  <a:pt x="8699139" y="1087885"/>
                </a:cubicBezTo>
                <a:cubicBezTo>
                  <a:pt x="8688630" y="1095506"/>
                  <a:pt x="8680324" y="1097539"/>
                  <a:pt x="8667273" y="1092062"/>
                </a:cubicBezTo>
                <a:cubicBezTo>
                  <a:pt x="8619205" y="1128818"/>
                  <a:pt x="8634590" y="1097116"/>
                  <a:pt x="8586064" y="1114603"/>
                </a:cubicBezTo>
                <a:cubicBezTo>
                  <a:pt x="8544721" y="1131913"/>
                  <a:pt x="8496602" y="1145520"/>
                  <a:pt x="8460312" y="1179878"/>
                </a:cubicBezTo>
                <a:cubicBezTo>
                  <a:pt x="8454266" y="1189140"/>
                  <a:pt x="8435781" y="1194455"/>
                  <a:pt x="8419023" y="1191748"/>
                </a:cubicBezTo>
                <a:cubicBezTo>
                  <a:pt x="8416138" y="1191283"/>
                  <a:pt x="8413416" y="1190591"/>
                  <a:pt x="8410939" y="1189696"/>
                </a:cubicBezTo>
                <a:cubicBezTo>
                  <a:pt x="8390077" y="1213458"/>
                  <a:pt x="8370324" y="1205397"/>
                  <a:pt x="8362040" y="1220820"/>
                </a:cubicBezTo>
                <a:cubicBezTo>
                  <a:pt x="8320616" y="1231942"/>
                  <a:pt x="8281663" y="1222882"/>
                  <a:pt x="8273677" y="1236495"/>
                </a:cubicBezTo>
                <a:cubicBezTo>
                  <a:pt x="8251358" y="1238573"/>
                  <a:pt x="8216738" y="1228341"/>
                  <a:pt x="8204283" y="1243537"/>
                </a:cubicBezTo>
                <a:cubicBezTo>
                  <a:pt x="8198634" y="1233135"/>
                  <a:pt x="8181550" y="1254947"/>
                  <a:pt x="8166550" y="1249551"/>
                </a:cubicBezTo>
                <a:cubicBezTo>
                  <a:pt x="8155570" y="1244572"/>
                  <a:pt x="8147825" y="1250027"/>
                  <a:pt x="8137785" y="1251636"/>
                </a:cubicBezTo>
                <a:cubicBezTo>
                  <a:pt x="8123427" y="1248361"/>
                  <a:pt x="8081662" y="1261833"/>
                  <a:pt x="8071596" y="1269274"/>
                </a:cubicBezTo>
                <a:cubicBezTo>
                  <a:pt x="8048949" y="1293759"/>
                  <a:pt x="7983924" y="1284712"/>
                  <a:pt x="7964816" y="1303668"/>
                </a:cubicBezTo>
                <a:cubicBezTo>
                  <a:pt x="7957137" y="1306992"/>
                  <a:pt x="7949335" y="1308861"/>
                  <a:pt x="7941495" y="1309821"/>
                </a:cubicBezTo>
                <a:lnTo>
                  <a:pt x="7919123" y="1310466"/>
                </a:lnTo>
                <a:lnTo>
                  <a:pt x="7911902" y="1306569"/>
                </a:lnTo>
                <a:lnTo>
                  <a:pt x="7898703" y="1309208"/>
                </a:lnTo>
                <a:lnTo>
                  <a:pt x="7894703" y="1308939"/>
                </a:lnTo>
                <a:lnTo>
                  <a:pt x="7872267" y="1308370"/>
                </a:lnTo>
                <a:cubicBezTo>
                  <a:pt x="7886550" y="1330359"/>
                  <a:pt x="7812648" y="1314851"/>
                  <a:pt x="7836454" y="1331265"/>
                </a:cubicBezTo>
                <a:cubicBezTo>
                  <a:pt x="7798907" y="1336933"/>
                  <a:pt x="7831419" y="1351068"/>
                  <a:pt x="7782451" y="1339601"/>
                </a:cubicBezTo>
                <a:cubicBezTo>
                  <a:pt x="7727636" y="1365002"/>
                  <a:pt x="7583002" y="1338768"/>
                  <a:pt x="7542969" y="1372495"/>
                </a:cubicBezTo>
                <a:cubicBezTo>
                  <a:pt x="7546396" y="1360942"/>
                  <a:pt x="7492851" y="1424323"/>
                  <a:pt x="7476832" y="1431655"/>
                </a:cubicBezTo>
                <a:cubicBezTo>
                  <a:pt x="7439619" y="1443703"/>
                  <a:pt x="7425596" y="1454661"/>
                  <a:pt x="7370237" y="1474339"/>
                </a:cubicBezTo>
                <a:cubicBezTo>
                  <a:pt x="7316246" y="1485928"/>
                  <a:pt x="7281903" y="1512712"/>
                  <a:pt x="7222223" y="1510199"/>
                </a:cubicBezTo>
                <a:cubicBezTo>
                  <a:pt x="7221190" y="1514030"/>
                  <a:pt x="7218885" y="1517398"/>
                  <a:pt x="7215703" y="1520424"/>
                </a:cubicBezTo>
                <a:lnTo>
                  <a:pt x="7204548" y="1528145"/>
                </a:lnTo>
                <a:lnTo>
                  <a:pt x="7202038" y="1527954"/>
                </a:lnTo>
                <a:lnTo>
                  <a:pt x="7173860" y="1541605"/>
                </a:lnTo>
                <a:lnTo>
                  <a:pt x="7155079" y="1552495"/>
                </a:lnTo>
                <a:lnTo>
                  <a:pt x="7149757" y="1552732"/>
                </a:lnTo>
                <a:cubicBezTo>
                  <a:pt x="7141378" y="1554948"/>
                  <a:pt x="7115959" y="1563256"/>
                  <a:pt x="7104804" y="1565792"/>
                </a:cubicBezTo>
                <a:cubicBezTo>
                  <a:pt x="7099811" y="1550850"/>
                  <a:pt x="7096935" y="1561973"/>
                  <a:pt x="7082824" y="1567947"/>
                </a:cubicBezTo>
                <a:cubicBezTo>
                  <a:pt x="7071919" y="1546070"/>
                  <a:pt x="7039417" y="1570606"/>
                  <a:pt x="7021520" y="1562334"/>
                </a:cubicBezTo>
                <a:cubicBezTo>
                  <a:pt x="7011400" y="1567217"/>
                  <a:pt x="7000495" y="1571981"/>
                  <a:pt x="6988956" y="1576442"/>
                </a:cubicBezTo>
                <a:lnTo>
                  <a:pt x="6981922" y="1578821"/>
                </a:lnTo>
                <a:lnTo>
                  <a:pt x="6981583" y="1578678"/>
                </a:lnTo>
                <a:cubicBezTo>
                  <a:pt x="6979627" y="1578791"/>
                  <a:pt x="6977153" y="1579421"/>
                  <a:pt x="6973762" y="1580811"/>
                </a:cubicBezTo>
                <a:lnTo>
                  <a:pt x="6969093" y="1583157"/>
                </a:lnTo>
                <a:lnTo>
                  <a:pt x="6890037" y="1575825"/>
                </a:lnTo>
                <a:cubicBezTo>
                  <a:pt x="6849459" y="1579997"/>
                  <a:pt x="6820022" y="1566922"/>
                  <a:pt x="6785054" y="1582200"/>
                </a:cubicBezTo>
                <a:cubicBezTo>
                  <a:pt x="6747047" y="1586037"/>
                  <a:pt x="6712794" y="1582954"/>
                  <a:pt x="6681692" y="1591296"/>
                </a:cubicBezTo>
                <a:cubicBezTo>
                  <a:pt x="6667557" y="1587501"/>
                  <a:pt x="6654822" y="1586753"/>
                  <a:pt x="6644556" y="1595940"/>
                </a:cubicBezTo>
                <a:cubicBezTo>
                  <a:pt x="6608615" y="1597269"/>
                  <a:pt x="6597697" y="1587005"/>
                  <a:pt x="6577106" y="1598261"/>
                </a:cubicBezTo>
                <a:lnTo>
                  <a:pt x="6544183" y="1596149"/>
                </a:lnTo>
                <a:lnTo>
                  <a:pt x="6540921" y="1593857"/>
                </a:lnTo>
                <a:lnTo>
                  <a:pt x="6535046" y="1593283"/>
                </a:lnTo>
                <a:lnTo>
                  <a:pt x="6519853" y="1595771"/>
                </a:lnTo>
                <a:lnTo>
                  <a:pt x="6514280" y="1597376"/>
                </a:lnTo>
                <a:cubicBezTo>
                  <a:pt x="6510385" y="1598232"/>
                  <a:pt x="6507735" y="1598481"/>
                  <a:pt x="6505824" y="1598298"/>
                </a:cubicBezTo>
                <a:lnTo>
                  <a:pt x="6505573" y="1598109"/>
                </a:lnTo>
                <a:lnTo>
                  <a:pt x="6497741" y="1599392"/>
                </a:lnTo>
                <a:cubicBezTo>
                  <a:pt x="6484628" y="1602044"/>
                  <a:pt x="6471968" y="1605085"/>
                  <a:pt x="6459992" y="1608358"/>
                </a:cubicBezTo>
                <a:cubicBezTo>
                  <a:pt x="6447037" y="1597612"/>
                  <a:pt x="6404274" y="1616787"/>
                  <a:pt x="6404572" y="1593771"/>
                </a:cubicBezTo>
                <a:cubicBezTo>
                  <a:pt x="6388277" y="1597519"/>
                  <a:pt x="6380141" y="1607970"/>
                  <a:pt x="6382671" y="1592612"/>
                </a:cubicBezTo>
                <a:lnTo>
                  <a:pt x="6369843" y="1590015"/>
                </a:lnTo>
                <a:lnTo>
                  <a:pt x="6269740" y="1614633"/>
                </a:lnTo>
                <a:lnTo>
                  <a:pt x="6255405" y="1620529"/>
                </a:lnTo>
                <a:cubicBezTo>
                  <a:pt x="6250911" y="1623016"/>
                  <a:pt x="6247090" y="1625968"/>
                  <a:pt x="6244248" y="1629561"/>
                </a:cubicBezTo>
                <a:cubicBezTo>
                  <a:pt x="6188859" y="1618246"/>
                  <a:pt x="6143250" y="1639346"/>
                  <a:pt x="6086396" y="1642666"/>
                </a:cubicBezTo>
                <a:cubicBezTo>
                  <a:pt x="6024311" y="1653696"/>
                  <a:pt x="5889522" y="1686499"/>
                  <a:pt x="5867429" y="1695554"/>
                </a:cubicBezTo>
                <a:cubicBezTo>
                  <a:pt x="5848669" y="1700350"/>
                  <a:pt x="5763994" y="1699795"/>
                  <a:pt x="5772864" y="1689002"/>
                </a:cubicBezTo>
                <a:cubicBezTo>
                  <a:pt x="5718480" y="1716048"/>
                  <a:pt x="5694188" y="1696562"/>
                  <a:pt x="5629833" y="1713273"/>
                </a:cubicBezTo>
                <a:lnTo>
                  <a:pt x="5504771" y="1725744"/>
                </a:lnTo>
                <a:lnTo>
                  <a:pt x="5490967" y="1726367"/>
                </a:lnTo>
                <a:lnTo>
                  <a:pt x="5486015" y="1721481"/>
                </a:lnTo>
                <a:lnTo>
                  <a:pt x="5439364" y="1721349"/>
                </a:lnTo>
                <a:cubicBezTo>
                  <a:pt x="5418850" y="1733129"/>
                  <a:pt x="5381503" y="1725668"/>
                  <a:pt x="5350025" y="1729885"/>
                </a:cubicBezTo>
                <a:lnTo>
                  <a:pt x="5336104" y="1734377"/>
                </a:lnTo>
                <a:lnTo>
                  <a:pt x="5245234" y="1738520"/>
                </a:lnTo>
                <a:lnTo>
                  <a:pt x="5182955" y="1744622"/>
                </a:lnTo>
                <a:lnTo>
                  <a:pt x="5169506" y="1748993"/>
                </a:lnTo>
                <a:lnTo>
                  <a:pt x="5154299" y="1744080"/>
                </a:lnTo>
                <a:cubicBezTo>
                  <a:pt x="5152463" y="1742751"/>
                  <a:pt x="5150989" y="1741283"/>
                  <a:pt x="5149917" y="1739727"/>
                </a:cubicBezTo>
                <a:lnTo>
                  <a:pt x="5100319" y="1745797"/>
                </a:lnTo>
                <a:lnTo>
                  <a:pt x="5094361" y="1745767"/>
                </a:lnTo>
                <a:lnTo>
                  <a:pt x="5053410" y="1742790"/>
                </a:lnTo>
                <a:lnTo>
                  <a:pt x="4992711" y="1734075"/>
                </a:lnTo>
                <a:cubicBezTo>
                  <a:pt x="4972764" y="1728527"/>
                  <a:pt x="4955480" y="1708667"/>
                  <a:pt x="4930098" y="1717312"/>
                </a:cubicBezTo>
                <a:cubicBezTo>
                  <a:pt x="4936142" y="1706767"/>
                  <a:pt x="4900350" y="1719438"/>
                  <a:pt x="4893834" y="1710028"/>
                </a:cubicBezTo>
                <a:cubicBezTo>
                  <a:pt x="4890113" y="1702277"/>
                  <a:pt x="4878389" y="1704314"/>
                  <a:pt x="4868730" y="1702384"/>
                </a:cubicBezTo>
                <a:cubicBezTo>
                  <a:pt x="4860577" y="1694955"/>
                  <a:pt x="4813519" y="1692594"/>
                  <a:pt x="4797925" y="1695535"/>
                </a:cubicBezTo>
                <a:cubicBezTo>
                  <a:pt x="4754973" y="1708626"/>
                  <a:pt x="4712186" y="1679830"/>
                  <a:pt x="4677670" y="1689453"/>
                </a:cubicBezTo>
                <a:cubicBezTo>
                  <a:pt x="4650390" y="1686902"/>
                  <a:pt x="4641786" y="1682702"/>
                  <a:pt x="4634248" y="1680227"/>
                </a:cubicBezTo>
                <a:lnTo>
                  <a:pt x="4632434" y="1674607"/>
                </a:lnTo>
                <a:lnTo>
                  <a:pt x="4619204" y="1672507"/>
                </a:lnTo>
                <a:lnTo>
                  <a:pt x="4616283" y="1670977"/>
                </a:lnTo>
                <a:cubicBezTo>
                  <a:pt x="4610716" y="1668036"/>
                  <a:pt x="4605090" y="1665277"/>
                  <a:pt x="4598926" y="1663178"/>
                </a:cubicBezTo>
                <a:cubicBezTo>
                  <a:pt x="4588025" y="1686237"/>
                  <a:pt x="4544698" y="1649138"/>
                  <a:pt x="4547069" y="1670642"/>
                </a:cubicBezTo>
                <a:lnTo>
                  <a:pt x="4523516" y="1669785"/>
                </a:lnTo>
                <a:lnTo>
                  <a:pt x="4500586" y="1675912"/>
                </a:lnTo>
                <a:lnTo>
                  <a:pt x="4488196" y="1683463"/>
                </a:lnTo>
                <a:lnTo>
                  <a:pt x="4445463" y="1695634"/>
                </a:lnTo>
                <a:lnTo>
                  <a:pt x="4446550" y="1680538"/>
                </a:lnTo>
                <a:lnTo>
                  <a:pt x="4365375" y="1697935"/>
                </a:lnTo>
                <a:lnTo>
                  <a:pt x="4305123" y="1714185"/>
                </a:lnTo>
                <a:lnTo>
                  <a:pt x="4292665" y="1720703"/>
                </a:lnTo>
                <a:lnTo>
                  <a:pt x="4276789" y="1718367"/>
                </a:lnTo>
                <a:cubicBezTo>
                  <a:pt x="4274740" y="1717359"/>
                  <a:pt x="4273021" y="1716157"/>
                  <a:pt x="4271683" y="1714801"/>
                </a:cubicBezTo>
                <a:lnTo>
                  <a:pt x="4223918" y="1728936"/>
                </a:lnTo>
                <a:lnTo>
                  <a:pt x="4218039" y="1729885"/>
                </a:lnTo>
                <a:lnTo>
                  <a:pt x="4177153" y="1733691"/>
                </a:lnTo>
                <a:lnTo>
                  <a:pt x="4051032" y="1728886"/>
                </a:lnTo>
                <a:cubicBezTo>
                  <a:pt x="4055072" y="1717510"/>
                  <a:pt x="4022108" y="1735873"/>
                  <a:pt x="4013978" y="1727679"/>
                </a:cubicBezTo>
                <a:cubicBezTo>
                  <a:pt x="4008905" y="1720660"/>
                  <a:pt x="3997723" y="1724594"/>
                  <a:pt x="3987857" y="1724282"/>
                </a:cubicBezTo>
                <a:cubicBezTo>
                  <a:pt x="3978476" y="1718309"/>
                  <a:pt x="3931683" y="1723723"/>
                  <a:pt x="3916852" y="1729184"/>
                </a:cubicBezTo>
                <a:cubicBezTo>
                  <a:pt x="3876910" y="1749138"/>
                  <a:pt x="3829523" y="1727824"/>
                  <a:pt x="3797263" y="1742976"/>
                </a:cubicBezTo>
                <a:cubicBezTo>
                  <a:pt x="3769922" y="1744951"/>
                  <a:pt x="3760682" y="1742230"/>
                  <a:pt x="3752806" y="1741033"/>
                </a:cubicBezTo>
                <a:lnTo>
                  <a:pt x="3749997" y="1735799"/>
                </a:lnTo>
                <a:lnTo>
                  <a:pt x="3736582" y="1735907"/>
                </a:lnTo>
                <a:lnTo>
                  <a:pt x="3733428" y="1734881"/>
                </a:lnTo>
                <a:cubicBezTo>
                  <a:pt x="3727408" y="1732899"/>
                  <a:pt x="3721365" y="1731108"/>
                  <a:pt x="3714911" y="1730056"/>
                </a:cubicBezTo>
                <a:cubicBezTo>
                  <a:pt x="3708355" y="1754554"/>
                  <a:pt x="3658933" y="1725152"/>
                  <a:pt x="3665172" y="1745936"/>
                </a:cubicBezTo>
                <a:cubicBezTo>
                  <a:pt x="3628569" y="1744420"/>
                  <a:pt x="3583742" y="1775884"/>
                  <a:pt x="3552006" y="1755220"/>
                </a:cubicBezTo>
                <a:cubicBezTo>
                  <a:pt x="3497522" y="1758390"/>
                  <a:pt x="3448310" y="1757433"/>
                  <a:pt x="3390301" y="1762546"/>
                </a:cubicBezTo>
                <a:cubicBezTo>
                  <a:pt x="3345266" y="1774524"/>
                  <a:pt x="3297039" y="1758531"/>
                  <a:pt x="3264312" y="1774620"/>
                </a:cubicBezTo>
                <a:cubicBezTo>
                  <a:pt x="3212634" y="1771139"/>
                  <a:pt x="3147905" y="1780248"/>
                  <a:pt x="3106901" y="1804264"/>
                </a:cubicBezTo>
                <a:cubicBezTo>
                  <a:pt x="3051355" y="1805490"/>
                  <a:pt x="3041708" y="1820368"/>
                  <a:pt x="2993303" y="1806542"/>
                </a:cubicBezTo>
                <a:cubicBezTo>
                  <a:pt x="2989182" y="1810139"/>
                  <a:pt x="2984377" y="1813039"/>
                  <a:pt x="2979115" y="1815432"/>
                </a:cubicBezTo>
                <a:lnTo>
                  <a:pt x="2963118" y="1820962"/>
                </a:lnTo>
                <a:lnTo>
                  <a:pt x="2961156" y="1820297"/>
                </a:lnTo>
                <a:lnTo>
                  <a:pt x="2925719" y="1828468"/>
                </a:lnTo>
                <a:lnTo>
                  <a:pt x="2857951" y="1842496"/>
                </a:lnTo>
                <a:lnTo>
                  <a:pt x="2857427" y="1841591"/>
                </a:lnTo>
                <a:cubicBezTo>
                  <a:pt x="2855386" y="1839734"/>
                  <a:pt x="2852250" y="1838690"/>
                  <a:pt x="2846731" y="1839316"/>
                </a:cubicBezTo>
                <a:cubicBezTo>
                  <a:pt x="2855175" y="1823564"/>
                  <a:pt x="2843311" y="1834035"/>
                  <a:pt x="2826290" y="1837274"/>
                </a:cubicBezTo>
                <a:cubicBezTo>
                  <a:pt x="2835609" y="1813530"/>
                  <a:pt x="2787284" y="1831665"/>
                  <a:pt x="2779146" y="1820071"/>
                </a:cubicBezTo>
                <a:cubicBezTo>
                  <a:pt x="2766432" y="1822985"/>
                  <a:pt x="2753158" y="1825635"/>
                  <a:pt x="2739608" y="1827861"/>
                </a:cubicBezTo>
                <a:lnTo>
                  <a:pt x="2731631" y="1828881"/>
                </a:lnTo>
                <a:cubicBezTo>
                  <a:pt x="2731575" y="1828813"/>
                  <a:pt x="2731521" y="1828744"/>
                  <a:pt x="2731464" y="1828677"/>
                </a:cubicBezTo>
                <a:cubicBezTo>
                  <a:pt x="2729715" y="1828415"/>
                  <a:pt x="2727085" y="1828569"/>
                  <a:pt x="2723037" y="1829303"/>
                </a:cubicBezTo>
                <a:lnTo>
                  <a:pt x="2701616" y="1832725"/>
                </a:lnTo>
                <a:lnTo>
                  <a:pt x="2696239" y="1831904"/>
                </a:lnTo>
                <a:lnTo>
                  <a:pt x="2663445" y="1825958"/>
                </a:lnTo>
                <a:cubicBezTo>
                  <a:pt x="2641260" y="1825904"/>
                  <a:pt x="2595040" y="1827674"/>
                  <a:pt x="2560925" y="1829094"/>
                </a:cubicBezTo>
                <a:cubicBezTo>
                  <a:pt x="2527977" y="1836499"/>
                  <a:pt x="2496507" y="1831991"/>
                  <a:pt x="2458739" y="1834479"/>
                </a:cubicBezTo>
                <a:cubicBezTo>
                  <a:pt x="2419379" y="1848893"/>
                  <a:pt x="2396428" y="1834257"/>
                  <a:pt x="2356074" y="1836991"/>
                </a:cubicBezTo>
                <a:cubicBezTo>
                  <a:pt x="2323435" y="1857644"/>
                  <a:pt x="2325610" y="1826053"/>
                  <a:pt x="2304241" y="1822021"/>
                </a:cubicBezTo>
                <a:lnTo>
                  <a:pt x="2298362" y="1822125"/>
                </a:lnTo>
                <a:lnTo>
                  <a:pt x="2283527" y="1826361"/>
                </a:lnTo>
                <a:lnTo>
                  <a:pt x="2278150" y="1828604"/>
                </a:lnTo>
                <a:cubicBezTo>
                  <a:pt x="2274371" y="1829907"/>
                  <a:pt x="2271762" y="1830461"/>
                  <a:pt x="2269853" y="1830502"/>
                </a:cubicBezTo>
                <a:lnTo>
                  <a:pt x="2269585" y="1830341"/>
                </a:lnTo>
                <a:lnTo>
                  <a:pt x="2225332" y="1845825"/>
                </a:lnTo>
                <a:cubicBezTo>
                  <a:pt x="2211505" y="1836594"/>
                  <a:pt x="2170867" y="1860661"/>
                  <a:pt x="2169048" y="1837658"/>
                </a:cubicBezTo>
                <a:cubicBezTo>
                  <a:pt x="2153238" y="1843278"/>
                  <a:pt x="2146132" y="1854645"/>
                  <a:pt x="2147231" y="1839027"/>
                </a:cubicBezTo>
                <a:cubicBezTo>
                  <a:pt x="2141901" y="1840465"/>
                  <a:pt x="2138205" y="1840014"/>
                  <a:pt x="2135241" y="1838652"/>
                </a:cubicBezTo>
                <a:lnTo>
                  <a:pt x="2099215" y="1850768"/>
                </a:lnTo>
                <a:lnTo>
                  <a:pt x="2094046" y="1850806"/>
                </a:lnTo>
                <a:lnTo>
                  <a:pt x="2071850" y="1861319"/>
                </a:lnTo>
                <a:lnTo>
                  <a:pt x="2039607" y="1874318"/>
                </a:lnTo>
                <a:lnTo>
                  <a:pt x="2037289" y="1874025"/>
                </a:lnTo>
                <a:lnTo>
                  <a:pt x="2023615" y="1881562"/>
                </a:lnTo>
                <a:cubicBezTo>
                  <a:pt x="2019390" y="1884562"/>
                  <a:pt x="1959668" y="1894795"/>
                  <a:pt x="1957176" y="1898709"/>
                </a:cubicBezTo>
                <a:cubicBezTo>
                  <a:pt x="1901224" y="1893805"/>
                  <a:pt x="1914145" y="1913274"/>
                  <a:pt x="1858081" y="1923144"/>
                </a:cubicBezTo>
                <a:cubicBezTo>
                  <a:pt x="1819487" y="1923227"/>
                  <a:pt x="1798952" y="1929741"/>
                  <a:pt x="1738865" y="1944965"/>
                </a:cubicBezTo>
                <a:cubicBezTo>
                  <a:pt x="1698633" y="1955957"/>
                  <a:pt x="1670491" y="1978862"/>
                  <a:pt x="1616692" y="1989107"/>
                </a:cubicBezTo>
                <a:cubicBezTo>
                  <a:pt x="1565257" y="2022368"/>
                  <a:pt x="1474172" y="2022156"/>
                  <a:pt x="1411898" y="2046254"/>
                </a:cubicBezTo>
                <a:cubicBezTo>
                  <a:pt x="1380237" y="2035952"/>
                  <a:pt x="1386648" y="2042292"/>
                  <a:pt x="1375780" y="2047961"/>
                </a:cubicBezTo>
                <a:cubicBezTo>
                  <a:pt x="1375756" y="2047968"/>
                  <a:pt x="1375731" y="2047974"/>
                  <a:pt x="1375707" y="2047981"/>
                </a:cubicBezTo>
                <a:lnTo>
                  <a:pt x="1285585" y="2047113"/>
                </a:lnTo>
                <a:cubicBezTo>
                  <a:pt x="1279541" y="2043453"/>
                  <a:pt x="1272537" y="2040974"/>
                  <a:pt x="1263658" y="2041397"/>
                </a:cubicBezTo>
                <a:cubicBezTo>
                  <a:pt x="1212454" y="2058890"/>
                  <a:pt x="1258499" y="2026611"/>
                  <a:pt x="1170403" y="2033399"/>
                </a:cubicBezTo>
                <a:cubicBezTo>
                  <a:pt x="1166530" y="2036274"/>
                  <a:pt x="1154254" y="2033463"/>
                  <a:pt x="1153718" y="2029576"/>
                </a:cubicBezTo>
                <a:cubicBezTo>
                  <a:pt x="1148486" y="2030819"/>
                  <a:pt x="1137980" y="2038354"/>
                  <a:pt x="1133937" y="2032149"/>
                </a:cubicBezTo>
                <a:cubicBezTo>
                  <a:pt x="1104720" y="2031606"/>
                  <a:pt x="1077532" y="2035424"/>
                  <a:pt x="1054999" y="2043242"/>
                </a:cubicBezTo>
                <a:cubicBezTo>
                  <a:pt x="1024875" y="2038090"/>
                  <a:pt x="1020473" y="2042711"/>
                  <a:pt x="1018405" y="2048281"/>
                </a:cubicBezTo>
                <a:lnTo>
                  <a:pt x="1016563" y="2051718"/>
                </a:lnTo>
                <a:lnTo>
                  <a:pt x="1008284" y="2046742"/>
                </a:lnTo>
                <a:cubicBezTo>
                  <a:pt x="999244" y="2043620"/>
                  <a:pt x="990505" y="2044937"/>
                  <a:pt x="981974" y="2048363"/>
                </a:cubicBezTo>
                <a:lnTo>
                  <a:pt x="971903" y="2053484"/>
                </a:lnTo>
                <a:lnTo>
                  <a:pt x="954015" y="2052529"/>
                </a:lnTo>
                <a:cubicBezTo>
                  <a:pt x="931960" y="2051365"/>
                  <a:pt x="861352" y="2046214"/>
                  <a:pt x="839571" y="2046509"/>
                </a:cubicBezTo>
                <a:lnTo>
                  <a:pt x="823321" y="2054296"/>
                </a:lnTo>
                <a:lnTo>
                  <a:pt x="800990" y="2051523"/>
                </a:lnTo>
                <a:cubicBezTo>
                  <a:pt x="790723" y="2052171"/>
                  <a:pt x="782268" y="2055403"/>
                  <a:pt x="776439" y="2062634"/>
                </a:cubicBezTo>
                <a:cubicBezTo>
                  <a:pt x="773155" y="2056184"/>
                  <a:pt x="769593" y="2059253"/>
                  <a:pt x="763041" y="2063995"/>
                </a:cubicBezTo>
                <a:lnTo>
                  <a:pt x="757863" y="2065877"/>
                </a:lnTo>
                <a:lnTo>
                  <a:pt x="745053" y="2051831"/>
                </a:lnTo>
                <a:lnTo>
                  <a:pt x="722609" y="2049504"/>
                </a:lnTo>
                <a:lnTo>
                  <a:pt x="717618" y="2042131"/>
                </a:lnTo>
                <a:lnTo>
                  <a:pt x="703285" y="2046808"/>
                </a:lnTo>
                <a:cubicBezTo>
                  <a:pt x="698219" y="2048137"/>
                  <a:pt x="690058" y="2049926"/>
                  <a:pt x="680199" y="2051947"/>
                </a:cubicBezTo>
                <a:lnTo>
                  <a:pt x="667351" y="2054469"/>
                </a:lnTo>
                <a:lnTo>
                  <a:pt x="660961" y="2049404"/>
                </a:lnTo>
                <a:lnTo>
                  <a:pt x="638282" y="2060093"/>
                </a:lnTo>
                <a:lnTo>
                  <a:pt x="583551" y="2070197"/>
                </a:lnTo>
                <a:cubicBezTo>
                  <a:pt x="569268" y="2091365"/>
                  <a:pt x="529124" y="2053106"/>
                  <a:pt x="525274" y="2079137"/>
                </a:cubicBezTo>
                <a:cubicBezTo>
                  <a:pt x="506495" y="2056498"/>
                  <a:pt x="440091" y="2069666"/>
                  <a:pt x="405635" y="2059339"/>
                </a:cubicBezTo>
                <a:cubicBezTo>
                  <a:pt x="397410" y="2069278"/>
                  <a:pt x="294416" y="2032966"/>
                  <a:pt x="281555" y="2022847"/>
                </a:cubicBezTo>
                <a:cubicBezTo>
                  <a:pt x="171589" y="1986245"/>
                  <a:pt x="126791" y="1985528"/>
                  <a:pt x="98513" y="1969504"/>
                </a:cubicBezTo>
                <a:cubicBezTo>
                  <a:pt x="85544" y="1965247"/>
                  <a:pt x="73324" y="1958000"/>
                  <a:pt x="56191" y="1950709"/>
                </a:cubicBezTo>
                <a:lnTo>
                  <a:pt x="0" y="19357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6386" name="Rectangle 2"/>
          <p:cNvSpPr>
            <a:spLocks noGrp="1" noChangeArrowheads="1"/>
          </p:cNvSpPr>
          <p:nvPr>
            <p:ph type="title"/>
          </p:nvPr>
        </p:nvSpPr>
        <p:spPr>
          <a:xfrm>
            <a:off x="1137036" y="548640"/>
            <a:ext cx="9543405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What do you expect?</a:t>
            </a:r>
          </a:p>
        </p:txBody>
      </p:sp>
      <p:sp>
        <p:nvSpPr>
          <p:cNvPr id="163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57987" y="2431765"/>
            <a:ext cx="8276026" cy="3320031"/>
          </a:xfrm>
        </p:spPr>
        <p:txBody>
          <a:bodyPr anchor="ctr">
            <a:normAutofit/>
          </a:bodyPr>
          <a:lstStyle/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How many of each bead did you get?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Did everyone get the same results?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What could you do with this information?</a:t>
            </a:r>
          </a:p>
          <a:p>
            <a:endParaRPr lang="en-US" sz="20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6396" name="Freeform: Shape 16395">
            <a:extLst>
              <a:ext uri="{FF2B5EF4-FFF2-40B4-BE49-F238E27FC236}">
                <a16:creationId xmlns:a16="http://schemas.microsoft.com/office/drawing/2014/main" id="{142DCE2C-2863-46FA-9BE7-24365A24D9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24586" y="5970896"/>
            <a:ext cx="9967416" cy="887104"/>
          </a:xfrm>
          <a:custGeom>
            <a:avLst/>
            <a:gdLst>
              <a:gd name="connsiteX0" fmla="*/ 4686423 w 9517857"/>
              <a:gd name="connsiteY0" fmla="*/ 247919 h 918356"/>
              <a:gd name="connsiteX1" fmla="*/ 4689051 w 9517857"/>
              <a:gd name="connsiteY1" fmla="*/ 250968 h 918356"/>
              <a:gd name="connsiteX2" fmla="*/ 4687244 w 9517857"/>
              <a:gd name="connsiteY2" fmla="*/ 251298 h 918356"/>
              <a:gd name="connsiteX3" fmla="*/ 4685225 w 9517857"/>
              <a:gd name="connsiteY3" fmla="*/ 246530 h 918356"/>
              <a:gd name="connsiteX4" fmla="*/ 4686133 w 9517857"/>
              <a:gd name="connsiteY4" fmla="*/ 246727 h 918356"/>
              <a:gd name="connsiteX5" fmla="*/ 4686423 w 9517857"/>
              <a:gd name="connsiteY5" fmla="*/ 247919 h 918356"/>
              <a:gd name="connsiteX6" fmla="*/ 9517856 w 9517857"/>
              <a:gd name="connsiteY6" fmla="*/ 0 h 918356"/>
              <a:gd name="connsiteX7" fmla="*/ 9517857 w 9517857"/>
              <a:gd name="connsiteY7" fmla="*/ 12 h 918356"/>
              <a:gd name="connsiteX8" fmla="*/ 9517857 w 9517857"/>
              <a:gd name="connsiteY8" fmla="*/ 918356 h 918356"/>
              <a:gd name="connsiteX9" fmla="*/ 14604 w 9517857"/>
              <a:gd name="connsiteY9" fmla="*/ 918356 h 918356"/>
              <a:gd name="connsiteX10" fmla="*/ 12841 w 9517857"/>
              <a:gd name="connsiteY10" fmla="*/ 917763 h 918356"/>
              <a:gd name="connsiteX11" fmla="*/ 93 w 9517857"/>
              <a:gd name="connsiteY11" fmla="*/ 912471 h 918356"/>
              <a:gd name="connsiteX12" fmla="*/ 58674 w 9517857"/>
              <a:gd name="connsiteY12" fmla="*/ 890322 h 918356"/>
              <a:gd name="connsiteX13" fmla="*/ 275005 w 9517857"/>
              <a:gd name="connsiteY13" fmla="*/ 807229 h 918356"/>
              <a:gd name="connsiteX14" fmla="*/ 587824 w 9517857"/>
              <a:gd name="connsiteY14" fmla="*/ 798195 h 918356"/>
              <a:gd name="connsiteX15" fmla="*/ 651826 w 9517857"/>
              <a:gd name="connsiteY15" fmla="*/ 738338 h 918356"/>
              <a:gd name="connsiteX16" fmla="*/ 727985 w 9517857"/>
              <a:gd name="connsiteY16" fmla="*/ 719826 h 918356"/>
              <a:gd name="connsiteX17" fmla="*/ 778982 w 9517857"/>
              <a:gd name="connsiteY17" fmla="*/ 710142 h 918356"/>
              <a:gd name="connsiteX18" fmla="*/ 849944 w 9517857"/>
              <a:gd name="connsiteY18" fmla="*/ 717987 h 918356"/>
              <a:gd name="connsiteX19" fmla="*/ 921659 w 9517857"/>
              <a:gd name="connsiteY19" fmla="*/ 712695 h 918356"/>
              <a:gd name="connsiteX20" fmla="*/ 930946 w 9517857"/>
              <a:gd name="connsiteY20" fmla="*/ 734046 h 918356"/>
              <a:gd name="connsiteX21" fmla="*/ 986250 w 9517857"/>
              <a:gd name="connsiteY21" fmla="*/ 713530 h 918356"/>
              <a:gd name="connsiteX22" fmla="*/ 1013752 w 9517857"/>
              <a:gd name="connsiteY22" fmla="*/ 713361 h 918356"/>
              <a:gd name="connsiteX23" fmla="*/ 1023734 w 9517857"/>
              <a:gd name="connsiteY23" fmla="*/ 718571 h 918356"/>
              <a:gd name="connsiteX24" fmla="*/ 1063207 w 9517857"/>
              <a:gd name="connsiteY24" fmla="*/ 715651 h 918356"/>
              <a:gd name="connsiteX25" fmla="*/ 1081980 w 9517857"/>
              <a:gd name="connsiteY25" fmla="*/ 738455 h 918356"/>
              <a:gd name="connsiteX26" fmla="*/ 1218120 w 9517857"/>
              <a:gd name="connsiteY26" fmla="*/ 713280 h 918356"/>
              <a:gd name="connsiteX27" fmla="*/ 1397459 w 9517857"/>
              <a:gd name="connsiteY27" fmla="*/ 691190 h 918356"/>
              <a:gd name="connsiteX28" fmla="*/ 1580688 w 9517857"/>
              <a:gd name="connsiteY28" fmla="*/ 693697 h 918356"/>
              <a:gd name="connsiteX29" fmla="*/ 1772334 w 9517857"/>
              <a:gd name="connsiteY29" fmla="*/ 710640 h 918356"/>
              <a:gd name="connsiteX30" fmla="*/ 2002561 w 9517857"/>
              <a:gd name="connsiteY30" fmla="*/ 659917 h 918356"/>
              <a:gd name="connsiteX31" fmla="*/ 2135144 w 9517857"/>
              <a:gd name="connsiteY31" fmla="*/ 636501 h 918356"/>
              <a:gd name="connsiteX32" fmla="*/ 2440292 w 9517857"/>
              <a:gd name="connsiteY32" fmla="*/ 593862 h 918356"/>
              <a:gd name="connsiteX33" fmla="*/ 2547829 w 9517857"/>
              <a:gd name="connsiteY33" fmla="*/ 566150 h 918356"/>
              <a:gd name="connsiteX34" fmla="*/ 2658055 w 9517857"/>
              <a:gd name="connsiteY34" fmla="*/ 578727 h 918356"/>
              <a:gd name="connsiteX35" fmla="*/ 2693698 w 9517857"/>
              <a:gd name="connsiteY35" fmla="*/ 560029 h 918356"/>
              <a:gd name="connsiteX36" fmla="*/ 2699673 w 9517857"/>
              <a:gd name="connsiteY36" fmla="*/ 556400 h 918356"/>
              <a:gd name="connsiteX37" fmla="*/ 2727306 w 9517857"/>
              <a:gd name="connsiteY37" fmla="*/ 550698 h 918356"/>
              <a:gd name="connsiteX38" fmla="*/ 2730451 w 9517857"/>
              <a:gd name="connsiteY38" fmla="*/ 538058 h 918356"/>
              <a:gd name="connsiteX39" fmla="*/ 2768713 w 9517857"/>
              <a:gd name="connsiteY39" fmla="*/ 521575 h 918356"/>
              <a:gd name="connsiteX40" fmla="*/ 2820868 w 9517857"/>
              <a:gd name="connsiteY40" fmla="*/ 514160 h 918356"/>
              <a:gd name="connsiteX41" fmla="*/ 3073635 w 9517857"/>
              <a:gd name="connsiteY41" fmla="*/ 491294 h 918356"/>
              <a:gd name="connsiteX42" fmla="*/ 3222071 w 9517857"/>
              <a:gd name="connsiteY42" fmla="*/ 470559 h 918356"/>
              <a:gd name="connsiteX43" fmla="*/ 3274069 w 9517857"/>
              <a:gd name="connsiteY43" fmla="*/ 451605 h 918356"/>
              <a:gd name="connsiteX44" fmla="*/ 3349632 w 9517857"/>
              <a:gd name="connsiteY44" fmla="*/ 432583 h 918356"/>
              <a:gd name="connsiteX45" fmla="*/ 3479593 w 9517857"/>
              <a:gd name="connsiteY45" fmla="*/ 390437 h 918356"/>
              <a:gd name="connsiteX46" fmla="*/ 3660110 w 9517857"/>
              <a:gd name="connsiteY46" fmla="*/ 348726 h 918356"/>
              <a:gd name="connsiteX47" fmla="*/ 3750023 w 9517857"/>
              <a:gd name="connsiteY47" fmla="*/ 370678 h 918356"/>
              <a:gd name="connsiteX48" fmla="*/ 3844133 w 9517857"/>
              <a:gd name="connsiteY48" fmla="*/ 360648 h 918356"/>
              <a:gd name="connsiteX49" fmla="*/ 3913545 w 9517857"/>
              <a:gd name="connsiteY49" fmla="*/ 344235 h 918356"/>
              <a:gd name="connsiteX50" fmla="*/ 4266740 w 9517857"/>
              <a:gd name="connsiteY50" fmla="*/ 361454 h 918356"/>
              <a:gd name="connsiteX51" fmla="*/ 4430770 w 9517857"/>
              <a:gd name="connsiteY51" fmla="*/ 342643 h 918356"/>
              <a:gd name="connsiteX52" fmla="*/ 4512664 w 9517857"/>
              <a:gd name="connsiteY52" fmla="*/ 319948 h 918356"/>
              <a:gd name="connsiteX53" fmla="*/ 4616423 w 9517857"/>
              <a:gd name="connsiteY53" fmla="*/ 290914 h 918356"/>
              <a:gd name="connsiteX54" fmla="*/ 4691675 w 9517857"/>
              <a:gd name="connsiteY54" fmla="*/ 254011 h 918356"/>
              <a:gd name="connsiteX55" fmla="*/ 4689051 w 9517857"/>
              <a:gd name="connsiteY55" fmla="*/ 250968 h 918356"/>
              <a:gd name="connsiteX56" fmla="*/ 4719994 w 9517857"/>
              <a:gd name="connsiteY56" fmla="*/ 245307 h 918356"/>
              <a:gd name="connsiteX57" fmla="*/ 4752894 w 9517857"/>
              <a:gd name="connsiteY57" fmla="*/ 239875 h 918356"/>
              <a:gd name="connsiteX58" fmla="*/ 4769329 w 9517857"/>
              <a:gd name="connsiteY58" fmla="*/ 233585 h 918356"/>
              <a:gd name="connsiteX59" fmla="*/ 4775634 w 9517857"/>
              <a:gd name="connsiteY59" fmla="*/ 234063 h 918356"/>
              <a:gd name="connsiteX60" fmla="*/ 4790452 w 9517857"/>
              <a:gd name="connsiteY60" fmla="*/ 233572 h 918356"/>
              <a:gd name="connsiteX61" fmla="*/ 4789062 w 9517857"/>
              <a:gd name="connsiteY61" fmla="*/ 241924 h 918356"/>
              <a:gd name="connsiteX62" fmla="*/ 4827826 w 9517857"/>
              <a:gd name="connsiteY62" fmla="*/ 246977 h 918356"/>
              <a:gd name="connsiteX63" fmla="*/ 4892569 w 9517857"/>
              <a:gd name="connsiteY63" fmla="*/ 249933 h 918356"/>
              <a:gd name="connsiteX64" fmla="*/ 4896611 w 9517857"/>
              <a:gd name="connsiteY64" fmla="*/ 240448 h 918356"/>
              <a:gd name="connsiteX65" fmla="*/ 4917286 w 9517857"/>
              <a:gd name="connsiteY65" fmla="*/ 243659 h 918356"/>
              <a:gd name="connsiteX66" fmla="*/ 4981173 w 9517857"/>
              <a:gd name="connsiteY66" fmla="*/ 247103 h 918356"/>
              <a:gd name="connsiteX67" fmla="*/ 5060397 w 9517857"/>
              <a:gd name="connsiteY67" fmla="*/ 263688 h 918356"/>
              <a:gd name="connsiteX68" fmla="*/ 5252996 w 9517857"/>
              <a:gd name="connsiteY68" fmla="*/ 270655 h 918356"/>
              <a:gd name="connsiteX69" fmla="*/ 5358056 w 9517857"/>
              <a:gd name="connsiteY69" fmla="*/ 247248 h 918356"/>
              <a:gd name="connsiteX70" fmla="*/ 5426496 w 9517857"/>
              <a:gd name="connsiteY70" fmla="*/ 235142 h 918356"/>
              <a:gd name="connsiteX71" fmla="*/ 5497161 w 9517857"/>
              <a:gd name="connsiteY71" fmla="*/ 228808 h 918356"/>
              <a:gd name="connsiteX72" fmla="*/ 5826043 w 9517857"/>
              <a:gd name="connsiteY72" fmla="*/ 148073 h 918356"/>
              <a:gd name="connsiteX73" fmla="*/ 6013415 w 9517857"/>
              <a:gd name="connsiteY73" fmla="*/ 137316 h 918356"/>
              <a:gd name="connsiteX74" fmla="*/ 6080994 w 9517857"/>
              <a:gd name="connsiteY74" fmla="*/ 142938 h 918356"/>
              <a:gd name="connsiteX75" fmla="*/ 6194152 w 9517857"/>
              <a:gd name="connsiteY75" fmla="*/ 151772 h 918356"/>
              <a:gd name="connsiteX76" fmla="*/ 6281379 w 9517857"/>
              <a:gd name="connsiteY76" fmla="*/ 181626 h 918356"/>
              <a:gd name="connsiteX77" fmla="*/ 6374947 w 9517857"/>
              <a:gd name="connsiteY77" fmla="*/ 179799 h 918356"/>
              <a:gd name="connsiteX78" fmla="*/ 6448518 w 9517857"/>
              <a:gd name="connsiteY78" fmla="*/ 164378 h 918356"/>
              <a:gd name="connsiteX79" fmla="*/ 6544700 w 9517857"/>
              <a:gd name="connsiteY79" fmla="*/ 167161 h 918356"/>
              <a:gd name="connsiteX80" fmla="*/ 6648353 w 9517857"/>
              <a:gd name="connsiteY80" fmla="*/ 172250 h 918356"/>
              <a:gd name="connsiteX81" fmla="*/ 6736227 w 9517857"/>
              <a:gd name="connsiteY81" fmla="*/ 173216 h 918356"/>
              <a:gd name="connsiteX82" fmla="*/ 6977218 w 9517857"/>
              <a:gd name="connsiteY82" fmla="*/ 184289 h 918356"/>
              <a:gd name="connsiteX83" fmla="*/ 7065221 w 9517857"/>
              <a:gd name="connsiteY83" fmla="*/ 227531 h 918356"/>
              <a:gd name="connsiteX84" fmla="*/ 7366876 w 9517857"/>
              <a:gd name="connsiteY84" fmla="*/ 248468 h 918356"/>
              <a:gd name="connsiteX85" fmla="*/ 7565449 w 9517857"/>
              <a:gd name="connsiteY85" fmla="*/ 258950 h 918356"/>
              <a:gd name="connsiteX86" fmla="*/ 7599285 w 9517857"/>
              <a:gd name="connsiteY86" fmla="*/ 266021 h 918356"/>
              <a:gd name="connsiteX87" fmla="*/ 7644411 w 9517857"/>
              <a:gd name="connsiteY87" fmla="*/ 258986 h 918356"/>
              <a:gd name="connsiteX88" fmla="*/ 7825110 w 9517857"/>
              <a:gd name="connsiteY88" fmla="*/ 229109 h 918356"/>
              <a:gd name="connsiteX89" fmla="*/ 7965804 w 9517857"/>
              <a:gd name="connsiteY89" fmla="*/ 190545 h 918356"/>
              <a:gd name="connsiteX90" fmla="*/ 8147401 w 9517857"/>
              <a:gd name="connsiteY90" fmla="*/ 205617 h 918356"/>
              <a:gd name="connsiteX91" fmla="*/ 8256033 w 9517857"/>
              <a:gd name="connsiteY91" fmla="*/ 193713 h 918356"/>
              <a:gd name="connsiteX92" fmla="*/ 8410677 w 9517857"/>
              <a:gd name="connsiteY92" fmla="*/ 172167 h 918356"/>
              <a:gd name="connsiteX93" fmla="*/ 8617841 w 9517857"/>
              <a:gd name="connsiteY93" fmla="*/ 155167 h 918356"/>
              <a:gd name="connsiteX94" fmla="*/ 8715976 w 9517857"/>
              <a:gd name="connsiteY94" fmla="*/ 178374 h 918356"/>
              <a:gd name="connsiteX95" fmla="*/ 8778827 w 9517857"/>
              <a:gd name="connsiteY95" fmla="*/ 172936 h 918356"/>
              <a:gd name="connsiteX96" fmla="*/ 8840778 w 9517857"/>
              <a:gd name="connsiteY96" fmla="*/ 143149 h 918356"/>
              <a:gd name="connsiteX97" fmla="*/ 9010380 w 9517857"/>
              <a:gd name="connsiteY97" fmla="*/ 91891 h 918356"/>
              <a:gd name="connsiteX98" fmla="*/ 9110856 w 9517857"/>
              <a:gd name="connsiteY98" fmla="*/ 70997 h 918356"/>
              <a:gd name="connsiteX99" fmla="*/ 9268817 w 9517857"/>
              <a:gd name="connsiteY99" fmla="*/ 53082 h 918356"/>
              <a:gd name="connsiteX100" fmla="*/ 9316667 w 9517857"/>
              <a:gd name="connsiteY100" fmla="*/ 45047 h 918356"/>
              <a:gd name="connsiteX101" fmla="*/ 9428209 w 9517857"/>
              <a:gd name="connsiteY101" fmla="*/ 29923 h 918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9517857" h="918356">
                <a:moveTo>
                  <a:pt x="4686423" y="247919"/>
                </a:moveTo>
                <a:lnTo>
                  <a:pt x="4689051" y="250968"/>
                </a:lnTo>
                <a:lnTo>
                  <a:pt x="4687244" y="251298"/>
                </a:lnTo>
                <a:close/>
                <a:moveTo>
                  <a:pt x="4685225" y="246530"/>
                </a:moveTo>
                <a:cubicBezTo>
                  <a:pt x="4688837" y="243198"/>
                  <a:pt x="4687468" y="244598"/>
                  <a:pt x="4686133" y="246727"/>
                </a:cubicBezTo>
                <a:lnTo>
                  <a:pt x="4686423" y="247919"/>
                </a:lnTo>
                <a:close/>
                <a:moveTo>
                  <a:pt x="9517856" y="0"/>
                </a:moveTo>
                <a:lnTo>
                  <a:pt x="9517857" y="12"/>
                </a:lnTo>
                <a:lnTo>
                  <a:pt x="9517857" y="918356"/>
                </a:lnTo>
                <a:lnTo>
                  <a:pt x="14604" y="918356"/>
                </a:lnTo>
                <a:lnTo>
                  <a:pt x="12841" y="917763"/>
                </a:lnTo>
                <a:cubicBezTo>
                  <a:pt x="4532" y="914864"/>
                  <a:pt x="-773" y="912807"/>
                  <a:pt x="93" y="912471"/>
                </a:cubicBezTo>
                <a:cubicBezTo>
                  <a:pt x="172" y="912298"/>
                  <a:pt x="58594" y="890495"/>
                  <a:pt x="58674" y="890322"/>
                </a:cubicBezTo>
                <a:cubicBezTo>
                  <a:pt x="127436" y="929614"/>
                  <a:pt x="206243" y="828226"/>
                  <a:pt x="275005" y="807229"/>
                </a:cubicBezTo>
                <a:cubicBezTo>
                  <a:pt x="303983" y="806087"/>
                  <a:pt x="504960" y="777375"/>
                  <a:pt x="587824" y="798195"/>
                </a:cubicBezTo>
                <a:cubicBezTo>
                  <a:pt x="598733" y="769348"/>
                  <a:pt x="682904" y="785924"/>
                  <a:pt x="651826" y="738338"/>
                </a:cubicBezTo>
                <a:cubicBezTo>
                  <a:pt x="688440" y="737862"/>
                  <a:pt x="753255" y="750396"/>
                  <a:pt x="727985" y="719826"/>
                </a:cubicBezTo>
                <a:cubicBezTo>
                  <a:pt x="739648" y="718749"/>
                  <a:pt x="775717" y="715087"/>
                  <a:pt x="778982" y="710142"/>
                </a:cubicBezTo>
                <a:cubicBezTo>
                  <a:pt x="779189" y="709407"/>
                  <a:pt x="849736" y="718721"/>
                  <a:pt x="849944" y="717987"/>
                </a:cubicBezTo>
                <a:lnTo>
                  <a:pt x="921659" y="712695"/>
                </a:lnTo>
                <a:lnTo>
                  <a:pt x="930946" y="734046"/>
                </a:lnTo>
                <a:lnTo>
                  <a:pt x="986250" y="713530"/>
                </a:lnTo>
                <a:lnTo>
                  <a:pt x="1013752" y="713361"/>
                </a:lnTo>
                <a:lnTo>
                  <a:pt x="1023734" y="718571"/>
                </a:lnTo>
                <a:cubicBezTo>
                  <a:pt x="1033291" y="721276"/>
                  <a:pt x="1045398" y="721394"/>
                  <a:pt x="1063207" y="715651"/>
                </a:cubicBezTo>
                <a:lnTo>
                  <a:pt x="1081980" y="738455"/>
                </a:lnTo>
                <a:lnTo>
                  <a:pt x="1218120" y="713280"/>
                </a:lnTo>
                <a:cubicBezTo>
                  <a:pt x="1230137" y="716162"/>
                  <a:pt x="1387179" y="685179"/>
                  <a:pt x="1397459" y="691190"/>
                </a:cubicBezTo>
                <a:cubicBezTo>
                  <a:pt x="1490025" y="704984"/>
                  <a:pt x="1465878" y="715604"/>
                  <a:pt x="1580688" y="693697"/>
                </a:cubicBezTo>
                <a:cubicBezTo>
                  <a:pt x="1607067" y="704379"/>
                  <a:pt x="1719477" y="658239"/>
                  <a:pt x="1772334" y="710640"/>
                </a:cubicBezTo>
                <a:cubicBezTo>
                  <a:pt x="1745536" y="644824"/>
                  <a:pt x="1976078" y="716436"/>
                  <a:pt x="2002561" y="659917"/>
                </a:cubicBezTo>
                <a:cubicBezTo>
                  <a:pt x="2045346" y="660357"/>
                  <a:pt x="2166676" y="654391"/>
                  <a:pt x="2135144" y="636501"/>
                </a:cubicBezTo>
                <a:cubicBezTo>
                  <a:pt x="2276591" y="665055"/>
                  <a:pt x="2293173" y="591792"/>
                  <a:pt x="2440292" y="593862"/>
                </a:cubicBezTo>
                <a:cubicBezTo>
                  <a:pt x="2495160" y="534824"/>
                  <a:pt x="2473343" y="585644"/>
                  <a:pt x="2547829" y="566150"/>
                </a:cubicBezTo>
                <a:cubicBezTo>
                  <a:pt x="2545438" y="614169"/>
                  <a:pt x="2632278" y="528280"/>
                  <a:pt x="2658055" y="578727"/>
                </a:cubicBezTo>
                <a:cubicBezTo>
                  <a:pt x="2670795" y="573581"/>
                  <a:pt x="2682322" y="567005"/>
                  <a:pt x="2693698" y="560029"/>
                </a:cubicBezTo>
                <a:lnTo>
                  <a:pt x="2699673" y="556400"/>
                </a:lnTo>
                <a:lnTo>
                  <a:pt x="2727306" y="550698"/>
                </a:lnTo>
                <a:lnTo>
                  <a:pt x="2730451" y="538058"/>
                </a:lnTo>
                <a:lnTo>
                  <a:pt x="2768713" y="521575"/>
                </a:lnTo>
                <a:cubicBezTo>
                  <a:pt x="2783756" y="517104"/>
                  <a:pt x="2800788" y="514291"/>
                  <a:pt x="2820868" y="514160"/>
                </a:cubicBezTo>
                <a:cubicBezTo>
                  <a:pt x="2894791" y="532885"/>
                  <a:pt x="2981506" y="465507"/>
                  <a:pt x="3073635" y="491294"/>
                </a:cubicBezTo>
                <a:cubicBezTo>
                  <a:pt x="3106872" y="496624"/>
                  <a:pt x="3205785" y="487718"/>
                  <a:pt x="3222071" y="470559"/>
                </a:cubicBezTo>
                <a:cubicBezTo>
                  <a:pt x="3242193" y="465514"/>
                  <a:pt x="3267163" y="469136"/>
                  <a:pt x="3274069" y="451605"/>
                </a:cubicBezTo>
                <a:cubicBezTo>
                  <a:pt x="3286659" y="430165"/>
                  <a:pt x="3363648" y="455571"/>
                  <a:pt x="3349632" y="432583"/>
                </a:cubicBezTo>
                <a:cubicBezTo>
                  <a:pt x="3404182" y="449847"/>
                  <a:pt x="3438210" y="404323"/>
                  <a:pt x="3479593" y="390437"/>
                </a:cubicBezTo>
                <a:cubicBezTo>
                  <a:pt x="3523240" y="408403"/>
                  <a:pt x="3567027" y="361554"/>
                  <a:pt x="3660110" y="348726"/>
                </a:cubicBezTo>
                <a:cubicBezTo>
                  <a:pt x="3708299" y="369683"/>
                  <a:pt x="3662447" y="344775"/>
                  <a:pt x="3750023" y="370678"/>
                </a:cubicBezTo>
                <a:cubicBezTo>
                  <a:pt x="3752092" y="367132"/>
                  <a:pt x="3816880" y="365055"/>
                  <a:pt x="3844133" y="360648"/>
                </a:cubicBezTo>
                <a:cubicBezTo>
                  <a:pt x="3871386" y="356240"/>
                  <a:pt x="3882848" y="332490"/>
                  <a:pt x="3913545" y="344235"/>
                </a:cubicBezTo>
                <a:cubicBezTo>
                  <a:pt x="4050255" y="376864"/>
                  <a:pt x="4159924" y="363190"/>
                  <a:pt x="4266740" y="361454"/>
                </a:cubicBezTo>
                <a:cubicBezTo>
                  <a:pt x="4385770" y="354374"/>
                  <a:pt x="4314535" y="340143"/>
                  <a:pt x="4430770" y="342643"/>
                </a:cubicBezTo>
                <a:cubicBezTo>
                  <a:pt x="4439969" y="322594"/>
                  <a:pt x="4478290" y="314645"/>
                  <a:pt x="4512664" y="319948"/>
                </a:cubicBezTo>
                <a:cubicBezTo>
                  <a:pt x="4570011" y="315138"/>
                  <a:pt x="4549085" y="269599"/>
                  <a:pt x="4616423" y="290914"/>
                </a:cubicBezTo>
                <a:cubicBezTo>
                  <a:pt x="4599641" y="270277"/>
                  <a:pt x="4692085" y="269216"/>
                  <a:pt x="4691675" y="254011"/>
                </a:cubicBezTo>
                <a:lnTo>
                  <a:pt x="4689051" y="250968"/>
                </a:lnTo>
                <a:lnTo>
                  <a:pt x="4719994" y="245307"/>
                </a:lnTo>
                <a:cubicBezTo>
                  <a:pt x="4732635" y="242775"/>
                  <a:pt x="4745300" y="240335"/>
                  <a:pt x="4752894" y="239875"/>
                </a:cubicBezTo>
                <a:lnTo>
                  <a:pt x="4769329" y="233585"/>
                </a:lnTo>
                <a:lnTo>
                  <a:pt x="4775634" y="234063"/>
                </a:lnTo>
                <a:lnTo>
                  <a:pt x="4790452" y="233572"/>
                </a:lnTo>
                <a:cubicBezTo>
                  <a:pt x="4789989" y="236356"/>
                  <a:pt x="4789525" y="239141"/>
                  <a:pt x="4789062" y="241924"/>
                </a:cubicBezTo>
                <a:cubicBezTo>
                  <a:pt x="4786342" y="249932"/>
                  <a:pt x="4804560" y="248631"/>
                  <a:pt x="4827826" y="246977"/>
                </a:cubicBezTo>
                <a:cubicBezTo>
                  <a:pt x="4875782" y="239569"/>
                  <a:pt x="4874112" y="283413"/>
                  <a:pt x="4892569" y="249933"/>
                </a:cubicBezTo>
                <a:lnTo>
                  <a:pt x="4896611" y="240448"/>
                </a:lnTo>
                <a:lnTo>
                  <a:pt x="4917286" y="243659"/>
                </a:lnTo>
                <a:cubicBezTo>
                  <a:pt x="4923060" y="243799"/>
                  <a:pt x="4981729" y="240979"/>
                  <a:pt x="4981173" y="247103"/>
                </a:cubicBezTo>
                <a:cubicBezTo>
                  <a:pt x="5024880" y="220690"/>
                  <a:pt x="5014146" y="257963"/>
                  <a:pt x="5060397" y="263688"/>
                </a:cubicBezTo>
                <a:cubicBezTo>
                  <a:pt x="5093356" y="238589"/>
                  <a:pt x="5157892" y="275351"/>
                  <a:pt x="5252996" y="270655"/>
                </a:cubicBezTo>
                <a:cubicBezTo>
                  <a:pt x="5288840" y="241872"/>
                  <a:pt x="5287005" y="287921"/>
                  <a:pt x="5358056" y="247248"/>
                </a:cubicBezTo>
                <a:cubicBezTo>
                  <a:pt x="5361752" y="250257"/>
                  <a:pt x="5403312" y="238215"/>
                  <a:pt x="5426496" y="235142"/>
                </a:cubicBezTo>
                <a:cubicBezTo>
                  <a:pt x="5449679" y="232069"/>
                  <a:pt x="5473549" y="245611"/>
                  <a:pt x="5497161" y="228808"/>
                </a:cubicBezTo>
                <a:cubicBezTo>
                  <a:pt x="5611861" y="172767"/>
                  <a:pt x="5723211" y="165860"/>
                  <a:pt x="5826043" y="148073"/>
                </a:cubicBezTo>
                <a:cubicBezTo>
                  <a:pt x="5943127" y="133166"/>
                  <a:pt x="5872659" y="193078"/>
                  <a:pt x="6013415" y="137316"/>
                </a:cubicBezTo>
                <a:cubicBezTo>
                  <a:pt x="6031924" y="154783"/>
                  <a:pt x="6050745" y="154258"/>
                  <a:pt x="6080994" y="142938"/>
                </a:cubicBezTo>
                <a:cubicBezTo>
                  <a:pt x="6138083" y="137090"/>
                  <a:pt x="6140195" y="184383"/>
                  <a:pt x="6194152" y="151772"/>
                </a:cubicBezTo>
                <a:cubicBezTo>
                  <a:pt x="6187280" y="177783"/>
                  <a:pt x="6304222" y="153410"/>
                  <a:pt x="6281379" y="181626"/>
                </a:cubicBezTo>
                <a:cubicBezTo>
                  <a:pt x="6321899" y="201819"/>
                  <a:pt x="6335111" y="162590"/>
                  <a:pt x="6374947" y="179799"/>
                </a:cubicBezTo>
                <a:cubicBezTo>
                  <a:pt x="6417404" y="181336"/>
                  <a:pt x="6402484" y="169694"/>
                  <a:pt x="6448518" y="164378"/>
                </a:cubicBezTo>
                <a:cubicBezTo>
                  <a:pt x="6504958" y="162488"/>
                  <a:pt x="6493438" y="111203"/>
                  <a:pt x="6544700" y="167161"/>
                </a:cubicBezTo>
                <a:cubicBezTo>
                  <a:pt x="6601507" y="148697"/>
                  <a:pt x="6566269" y="164386"/>
                  <a:pt x="6648353" y="172250"/>
                </a:cubicBezTo>
                <a:cubicBezTo>
                  <a:pt x="6680008" y="155223"/>
                  <a:pt x="6707960" y="160673"/>
                  <a:pt x="6736227" y="173216"/>
                </a:cubicBezTo>
                <a:cubicBezTo>
                  <a:pt x="6813963" y="164284"/>
                  <a:pt x="6888143" y="181296"/>
                  <a:pt x="6977218" y="184289"/>
                </a:cubicBezTo>
                <a:cubicBezTo>
                  <a:pt x="7040424" y="188318"/>
                  <a:pt x="7000278" y="216835"/>
                  <a:pt x="7065221" y="227531"/>
                </a:cubicBezTo>
                <a:cubicBezTo>
                  <a:pt x="7130163" y="238228"/>
                  <a:pt x="7291878" y="238208"/>
                  <a:pt x="7366876" y="248468"/>
                </a:cubicBezTo>
                <a:cubicBezTo>
                  <a:pt x="7491356" y="206752"/>
                  <a:pt x="7367734" y="280166"/>
                  <a:pt x="7565449" y="258950"/>
                </a:cubicBezTo>
                <a:cubicBezTo>
                  <a:pt x="7575959" y="252432"/>
                  <a:pt x="7600854" y="257628"/>
                  <a:pt x="7599285" y="266021"/>
                </a:cubicBezTo>
                <a:cubicBezTo>
                  <a:pt x="7611616" y="262940"/>
                  <a:pt x="7639946" y="245819"/>
                  <a:pt x="7644411" y="258986"/>
                </a:cubicBezTo>
                <a:cubicBezTo>
                  <a:pt x="7708015" y="258012"/>
                  <a:pt x="7770249" y="247724"/>
                  <a:pt x="7825110" y="229109"/>
                </a:cubicBezTo>
                <a:cubicBezTo>
                  <a:pt x="7949762" y="247028"/>
                  <a:pt x="7921956" y="197757"/>
                  <a:pt x="7965804" y="190545"/>
                </a:cubicBezTo>
                <a:cubicBezTo>
                  <a:pt x="8039439" y="213878"/>
                  <a:pt x="8063651" y="191475"/>
                  <a:pt x="8147401" y="205617"/>
                </a:cubicBezTo>
                <a:cubicBezTo>
                  <a:pt x="8166453" y="196610"/>
                  <a:pt x="8225048" y="207099"/>
                  <a:pt x="8256033" y="193713"/>
                </a:cubicBezTo>
                <a:cubicBezTo>
                  <a:pt x="8311388" y="242017"/>
                  <a:pt x="8350376" y="178592"/>
                  <a:pt x="8410677" y="172167"/>
                </a:cubicBezTo>
                <a:cubicBezTo>
                  <a:pt x="8470978" y="165743"/>
                  <a:pt x="8572470" y="206385"/>
                  <a:pt x="8617841" y="155167"/>
                </a:cubicBezTo>
                <a:cubicBezTo>
                  <a:pt x="8646050" y="160448"/>
                  <a:pt x="8664949" y="183631"/>
                  <a:pt x="8715976" y="178374"/>
                </a:cubicBezTo>
                <a:cubicBezTo>
                  <a:pt x="8737194" y="188216"/>
                  <a:pt x="8738009" y="189511"/>
                  <a:pt x="8778827" y="172936"/>
                </a:cubicBezTo>
                <a:cubicBezTo>
                  <a:pt x="8725277" y="146372"/>
                  <a:pt x="8850819" y="175612"/>
                  <a:pt x="8840778" y="143149"/>
                </a:cubicBezTo>
                <a:cubicBezTo>
                  <a:pt x="8903519" y="121096"/>
                  <a:pt x="9021861" y="150359"/>
                  <a:pt x="9010380" y="91891"/>
                </a:cubicBezTo>
                <a:cubicBezTo>
                  <a:pt x="9027103" y="56852"/>
                  <a:pt x="9112524" y="108357"/>
                  <a:pt x="9110856" y="70997"/>
                </a:cubicBezTo>
                <a:cubicBezTo>
                  <a:pt x="9148189" y="94250"/>
                  <a:pt x="9209809" y="53285"/>
                  <a:pt x="9268817" y="53082"/>
                </a:cubicBezTo>
                <a:cubicBezTo>
                  <a:pt x="9279135" y="35997"/>
                  <a:pt x="9292736" y="36520"/>
                  <a:pt x="9316667" y="45047"/>
                </a:cubicBezTo>
                <a:cubicBezTo>
                  <a:pt x="9352186" y="45862"/>
                  <a:pt x="9390008" y="39799"/>
                  <a:pt x="9428209" y="29923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2429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5000" name="Rectangle 84999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002" name="Freeform: Shape 85001">
            <a:extLst>
              <a:ext uri="{FF2B5EF4-FFF2-40B4-BE49-F238E27FC236}">
                <a16:creationId xmlns:a16="http://schemas.microsoft.com/office/drawing/2014/main" id="{DC5FB7E8-B636-40FA-BE8D-48145C0F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4"/>
            <a:ext cx="12192000" cy="2295238"/>
          </a:xfrm>
          <a:custGeom>
            <a:avLst/>
            <a:gdLst>
              <a:gd name="connsiteX0" fmla="*/ 12160143 w 12192000"/>
              <a:gd name="connsiteY0" fmla="*/ 831692 h 2079137"/>
              <a:gd name="connsiteX1" fmla="*/ 12159112 w 12192000"/>
              <a:gd name="connsiteY1" fmla="*/ 833361 h 2079137"/>
              <a:gd name="connsiteX2" fmla="*/ 12158912 w 12192000"/>
              <a:gd name="connsiteY2" fmla="*/ 832430 h 2079137"/>
              <a:gd name="connsiteX3" fmla="*/ 0 w 12192000"/>
              <a:gd name="connsiteY3" fmla="*/ 0 h 2079137"/>
              <a:gd name="connsiteX4" fmla="*/ 12192000 w 12192000"/>
              <a:gd name="connsiteY4" fmla="*/ 0 h 2079137"/>
              <a:gd name="connsiteX5" fmla="*/ 12192000 w 12192000"/>
              <a:gd name="connsiteY5" fmla="*/ 558063 h 2079137"/>
              <a:gd name="connsiteX6" fmla="*/ 12189259 w 12192000"/>
              <a:gd name="connsiteY6" fmla="*/ 810508 h 2079137"/>
              <a:gd name="connsiteX7" fmla="*/ 12170847 w 12192000"/>
              <a:gd name="connsiteY7" fmla="*/ 825280 h 2079137"/>
              <a:gd name="connsiteX8" fmla="*/ 12160143 w 12192000"/>
              <a:gd name="connsiteY8" fmla="*/ 831692 h 2079137"/>
              <a:gd name="connsiteX9" fmla="*/ 12163806 w 12192000"/>
              <a:gd name="connsiteY9" fmla="*/ 825759 h 2079137"/>
              <a:gd name="connsiteX10" fmla="*/ 12056557 w 12192000"/>
              <a:gd name="connsiteY10" fmla="*/ 810176 h 2079137"/>
              <a:gd name="connsiteX11" fmla="*/ 11900316 w 12192000"/>
              <a:gd name="connsiteY11" fmla="*/ 789618 h 2079137"/>
              <a:gd name="connsiteX12" fmla="*/ 11791206 w 12192000"/>
              <a:gd name="connsiteY12" fmla="*/ 824176 h 2079137"/>
              <a:gd name="connsiteX13" fmla="*/ 11659257 w 12192000"/>
              <a:gd name="connsiteY13" fmla="*/ 800841 h 2079137"/>
              <a:gd name="connsiteX14" fmla="*/ 11569789 w 12192000"/>
              <a:gd name="connsiteY14" fmla="*/ 797135 h 2079137"/>
              <a:gd name="connsiteX15" fmla="*/ 11367885 w 12192000"/>
              <a:gd name="connsiteY15" fmla="*/ 791985 h 2079137"/>
              <a:gd name="connsiteX16" fmla="*/ 11174663 w 12192000"/>
              <a:gd name="connsiteY16" fmla="*/ 788721 h 2079137"/>
              <a:gd name="connsiteX17" fmla="*/ 11068220 w 12192000"/>
              <a:gd name="connsiteY17" fmla="*/ 786994 h 2079137"/>
              <a:gd name="connsiteX18" fmla="*/ 10893266 w 12192000"/>
              <a:gd name="connsiteY18" fmla="*/ 794013 h 2079137"/>
              <a:gd name="connsiteX19" fmla="*/ 10844025 w 12192000"/>
              <a:gd name="connsiteY19" fmla="*/ 789857 h 2079137"/>
              <a:gd name="connsiteX20" fmla="*/ 10814353 w 12192000"/>
              <a:gd name="connsiteY20" fmla="*/ 789010 h 2079137"/>
              <a:gd name="connsiteX21" fmla="*/ 10748393 w 12192000"/>
              <a:gd name="connsiteY21" fmla="*/ 806738 h 2079137"/>
              <a:gd name="connsiteX22" fmla="*/ 10468256 w 12192000"/>
              <a:gd name="connsiteY22" fmla="*/ 778733 h 2079137"/>
              <a:gd name="connsiteX23" fmla="*/ 10256131 w 12192000"/>
              <a:gd name="connsiteY23" fmla="*/ 788332 h 2079137"/>
              <a:gd name="connsiteX24" fmla="*/ 10177442 w 12192000"/>
              <a:gd name="connsiteY24" fmla="*/ 777371 h 2079137"/>
              <a:gd name="connsiteX25" fmla="*/ 10006086 w 12192000"/>
              <a:gd name="connsiteY25" fmla="*/ 792651 h 2079137"/>
              <a:gd name="connsiteX26" fmla="*/ 9952382 w 12192000"/>
              <a:gd name="connsiteY26" fmla="*/ 815411 h 2079137"/>
              <a:gd name="connsiteX27" fmla="*/ 9926457 w 12192000"/>
              <a:gd name="connsiteY27" fmla="*/ 827295 h 2079137"/>
              <a:gd name="connsiteX28" fmla="*/ 9843405 w 12192000"/>
              <a:gd name="connsiteY28" fmla="*/ 867046 h 2079137"/>
              <a:gd name="connsiteX29" fmla="*/ 9830866 w 12192000"/>
              <a:gd name="connsiteY29" fmla="*/ 875047 h 2079137"/>
              <a:gd name="connsiteX30" fmla="*/ 9801807 w 12192000"/>
              <a:gd name="connsiteY30" fmla="*/ 872272 h 2079137"/>
              <a:gd name="connsiteX31" fmla="*/ 9785653 w 12192000"/>
              <a:gd name="connsiteY31" fmla="*/ 861743 h 2079137"/>
              <a:gd name="connsiteX32" fmla="*/ 9781177 w 12192000"/>
              <a:gd name="connsiteY32" fmla="*/ 864820 h 2079137"/>
              <a:gd name="connsiteX33" fmla="*/ 9768640 w 12192000"/>
              <a:gd name="connsiteY33" fmla="*/ 869379 h 2079137"/>
              <a:gd name="connsiteX34" fmla="*/ 9712211 w 12192000"/>
              <a:gd name="connsiteY34" fmla="*/ 900283 h 2079137"/>
              <a:gd name="connsiteX35" fmla="*/ 9689465 w 12192000"/>
              <a:gd name="connsiteY35" fmla="*/ 899268 h 2079137"/>
              <a:gd name="connsiteX36" fmla="*/ 9600339 w 12192000"/>
              <a:gd name="connsiteY36" fmla="*/ 922112 h 2079137"/>
              <a:gd name="connsiteX37" fmla="*/ 9582850 w 12192000"/>
              <a:gd name="connsiteY37" fmla="*/ 925510 h 2079137"/>
              <a:gd name="connsiteX38" fmla="*/ 9549638 w 12192000"/>
              <a:gd name="connsiteY38" fmla="*/ 940845 h 2079137"/>
              <a:gd name="connsiteX39" fmla="*/ 9539471 w 12192000"/>
              <a:gd name="connsiteY39" fmla="*/ 941799 h 2079137"/>
              <a:gd name="connsiteX40" fmla="*/ 9505592 w 12192000"/>
              <a:gd name="connsiteY40" fmla="*/ 955533 h 2079137"/>
              <a:gd name="connsiteX41" fmla="*/ 9432569 w 12192000"/>
              <a:gd name="connsiteY41" fmla="*/ 985377 h 2079137"/>
              <a:gd name="connsiteX42" fmla="*/ 9414216 w 12192000"/>
              <a:gd name="connsiteY42" fmla="*/ 992655 h 2079137"/>
              <a:gd name="connsiteX43" fmla="*/ 9397106 w 12192000"/>
              <a:gd name="connsiteY43" fmla="*/ 992980 h 2079137"/>
              <a:gd name="connsiteX44" fmla="*/ 9305108 w 12192000"/>
              <a:gd name="connsiteY44" fmla="*/ 1007767 h 2079137"/>
              <a:gd name="connsiteX45" fmla="*/ 9282434 w 12192000"/>
              <a:gd name="connsiteY45" fmla="*/ 1007523 h 2079137"/>
              <a:gd name="connsiteX46" fmla="*/ 9271941 w 12192000"/>
              <a:gd name="connsiteY46" fmla="*/ 1002839 h 2079137"/>
              <a:gd name="connsiteX47" fmla="*/ 9238227 w 12192000"/>
              <a:gd name="connsiteY47" fmla="*/ 1017668 h 2079137"/>
              <a:gd name="connsiteX48" fmla="*/ 9184265 w 12192000"/>
              <a:gd name="connsiteY48" fmla="*/ 1031275 h 2079137"/>
              <a:gd name="connsiteX49" fmla="*/ 9159000 w 12192000"/>
              <a:gd name="connsiteY49" fmla="*/ 1039569 h 2079137"/>
              <a:gd name="connsiteX50" fmla="*/ 9137031 w 12192000"/>
              <a:gd name="connsiteY50" fmla="*/ 1038699 h 2079137"/>
              <a:gd name="connsiteX51" fmla="*/ 9015702 w 12192000"/>
              <a:gd name="connsiteY51" fmla="*/ 1051400 h 2079137"/>
              <a:gd name="connsiteX52" fmla="*/ 8971403 w 12192000"/>
              <a:gd name="connsiteY52" fmla="*/ 1040542 h 2079137"/>
              <a:gd name="connsiteX53" fmla="*/ 8961826 w 12192000"/>
              <a:gd name="connsiteY53" fmla="*/ 1045364 h 2079137"/>
              <a:gd name="connsiteX54" fmla="*/ 8888623 w 12192000"/>
              <a:gd name="connsiteY54" fmla="*/ 1053908 h 2079137"/>
              <a:gd name="connsiteX55" fmla="*/ 8841066 w 12192000"/>
              <a:gd name="connsiteY55" fmla="*/ 1060421 h 2079137"/>
              <a:gd name="connsiteX56" fmla="*/ 8752342 w 12192000"/>
              <a:gd name="connsiteY56" fmla="*/ 1080646 h 2079137"/>
              <a:gd name="connsiteX57" fmla="*/ 8699139 w 12192000"/>
              <a:gd name="connsiteY57" fmla="*/ 1087885 h 2079137"/>
              <a:gd name="connsiteX58" fmla="*/ 8667273 w 12192000"/>
              <a:gd name="connsiteY58" fmla="*/ 1092062 h 2079137"/>
              <a:gd name="connsiteX59" fmla="*/ 8586064 w 12192000"/>
              <a:gd name="connsiteY59" fmla="*/ 1114603 h 2079137"/>
              <a:gd name="connsiteX60" fmla="*/ 8460312 w 12192000"/>
              <a:gd name="connsiteY60" fmla="*/ 1179878 h 2079137"/>
              <a:gd name="connsiteX61" fmla="*/ 8419023 w 12192000"/>
              <a:gd name="connsiteY61" fmla="*/ 1191748 h 2079137"/>
              <a:gd name="connsiteX62" fmla="*/ 8410939 w 12192000"/>
              <a:gd name="connsiteY62" fmla="*/ 1189696 h 2079137"/>
              <a:gd name="connsiteX63" fmla="*/ 8362040 w 12192000"/>
              <a:gd name="connsiteY63" fmla="*/ 1220820 h 2079137"/>
              <a:gd name="connsiteX64" fmla="*/ 8273677 w 12192000"/>
              <a:gd name="connsiteY64" fmla="*/ 1236495 h 2079137"/>
              <a:gd name="connsiteX65" fmla="*/ 8204283 w 12192000"/>
              <a:gd name="connsiteY65" fmla="*/ 1243537 h 2079137"/>
              <a:gd name="connsiteX66" fmla="*/ 8166550 w 12192000"/>
              <a:gd name="connsiteY66" fmla="*/ 1249551 h 2079137"/>
              <a:gd name="connsiteX67" fmla="*/ 8137785 w 12192000"/>
              <a:gd name="connsiteY67" fmla="*/ 1251636 h 2079137"/>
              <a:gd name="connsiteX68" fmla="*/ 8071596 w 12192000"/>
              <a:gd name="connsiteY68" fmla="*/ 1269274 h 2079137"/>
              <a:gd name="connsiteX69" fmla="*/ 7964816 w 12192000"/>
              <a:gd name="connsiteY69" fmla="*/ 1303668 h 2079137"/>
              <a:gd name="connsiteX70" fmla="*/ 7941495 w 12192000"/>
              <a:gd name="connsiteY70" fmla="*/ 1309821 h 2079137"/>
              <a:gd name="connsiteX71" fmla="*/ 7919123 w 12192000"/>
              <a:gd name="connsiteY71" fmla="*/ 1310466 h 2079137"/>
              <a:gd name="connsiteX72" fmla="*/ 7911902 w 12192000"/>
              <a:gd name="connsiteY72" fmla="*/ 1306569 h 2079137"/>
              <a:gd name="connsiteX73" fmla="*/ 7898703 w 12192000"/>
              <a:gd name="connsiteY73" fmla="*/ 1309208 h 2079137"/>
              <a:gd name="connsiteX74" fmla="*/ 7894703 w 12192000"/>
              <a:gd name="connsiteY74" fmla="*/ 1308939 h 2079137"/>
              <a:gd name="connsiteX75" fmla="*/ 7872267 w 12192000"/>
              <a:gd name="connsiteY75" fmla="*/ 1308370 h 2079137"/>
              <a:gd name="connsiteX76" fmla="*/ 7836454 w 12192000"/>
              <a:gd name="connsiteY76" fmla="*/ 1331265 h 2079137"/>
              <a:gd name="connsiteX77" fmla="*/ 7782451 w 12192000"/>
              <a:gd name="connsiteY77" fmla="*/ 1339601 h 2079137"/>
              <a:gd name="connsiteX78" fmla="*/ 7542969 w 12192000"/>
              <a:gd name="connsiteY78" fmla="*/ 1372495 h 2079137"/>
              <a:gd name="connsiteX79" fmla="*/ 7476832 w 12192000"/>
              <a:gd name="connsiteY79" fmla="*/ 1431655 h 2079137"/>
              <a:gd name="connsiteX80" fmla="*/ 7370237 w 12192000"/>
              <a:gd name="connsiteY80" fmla="*/ 1474339 h 2079137"/>
              <a:gd name="connsiteX81" fmla="*/ 7222223 w 12192000"/>
              <a:gd name="connsiteY81" fmla="*/ 1510199 h 2079137"/>
              <a:gd name="connsiteX82" fmla="*/ 7215703 w 12192000"/>
              <a:gd name="connsiteY82" fmla="*/ 1520424 h 2079137"/>
              <a:gd name="connsiteX83" fmla="*/ 7204548 w 12192000"/>
              <a:gd name="connsiteY83" fmla="*/ 1528145 h 2079137"/>
              <a:gd name="connsiteX84" fmla="*/ 7202038 w 12192000"/>
              <a:gd name="connsiteY84" fmla="*/ 1527954 h 2079137"/>
              <a:gd name="connsiteX85" fmla="*/ 7173860 w 12192000"/>
              <a:gd name="connsiteY85" fmla="*/ 1541605 h 2079137"/>
              <a:gd name="connsiteX86" fmla="*/ 7155079 w 12192000"/>
              <a:gd name="connsiteY86" fmla="*/ 1552495 h 2079137"/>
              <a:gd name="connsiteX87" fmla="*/ 7149757 w 12192000"/>
              <a:gd name="connsiteY87" fmla="*/ 1552732 h 2079137"/>
              <a:gd name="connsiteX88" fmla="*/ 7104804 w 12192000"/>
              <a:gd name="connsiteY88" fmla="*/ 1565792 h 2079137"/>
              <a:gd name="connsiteX89" fmla="*/ 7082824 w 12192000"/>
              <a:gd name="connsiteY89" fmla="*/ 1567947 h 2079137"/>
              <a:gd name="connsiteX90" fmla="*/ 7021520 w 12192000"/>
              <a:gd name="connsiteY90" fmla="*/ 1562334 h 2079137"/>
              <a:gd name="connsiteX91" fmla="*/ 6988956 w 12192000"/>
              <a:gd name="connsiteY91" fmla="*/ 1576442 h 2079137"/>
              <a:gd name="connsiteX92" fmla="*/ 6981922 w 12192000"/>
              <a:gd name="connsiteY92" fmla="*/ 1578821 h 2079137"/>
              <a:gd name="connsiteX93" fmla="*/ 6981583 w 12192000"/>
              <a:gd name="connsiteY93" fmla="*/ 1578678 h 2079137"/>
              <a:gd name="connsiteX94" fmla="*/ 6973762 w 12192000"/>
              <a:gd name="connsiteY94" fmla="*/ 1580811 h 2079137"/>
              <a:gd name="connsiteX95" fmla="*/ 6969093 w 12192000"/>
              <a:gd name="connsiteY95" fmla="*/ 1583157 h 2079137"/>
              <a:gd name="connsiteX96" fmla="*/ 6890037 w 12192000"/>
              <a:gd name="connsiteY96" fmla="*/ 1575825 h 2079137"/>
              <a:gd name="connsiteX97" fmla="*/ 6785054 w 12192000"/>
              <a:gd name="connsiteY97" fmla="*/ 1582200 h 2079137"/>
              <a:gd name="connsiteX98" fmla="*/ 6681692 w 12192000"/>
              <a:gd name="connsiteY98" fmla="*/ 1591296 h 2079137"/>
              <a:gd name="connsiteX99" fmla="*/ 6644556 w 12192000"/>
              <a:gd name="connsiteY99" fmla="*/ 1595940 h 2079137"/>
              <a:gd name="connsiteX100" fmla="*/ 6577106 w 12192000"/>
              <a:gd name="connsiteY100" fmla="*/ 1598261 h 2079137"/>
              <a:gd name="connsiteX101" fmla="*/ 6544183 w 12192000"/>
              <a:gd name="connsiteY101" fmla="*/ 1596149 h 2079137"/>
              <a:gd name="connsiteX102" fmla="*/ 6540921 w 12192000"/>
              <a:gd name="connsiteY102" fmla="*/ 1593857 h 2079137"/>
              <a:gd name="connsiteX103" fmla="*/ 6535046 w 12192000"/>
              <a:gd name="connsiteY103" fmla="*/ 1593283 h 2079137"/>
              <a:gd name="connsiteX104" fmla="*/ 6519853 w 12192000"/>
              <a:gd name="connsiteY104" fmla="*/ 1595771 h 2079137"/>
              <a:gd name="connsiteX105" fmla="*/ 6514280 w 12192000"/>
              <a:gd name="connsiteY105" fmla="*/ 1597376 h 2079137"/>
              <a:gd name="connsiteX106" fmla="*/ 6505824 w 12192000"/>
              <a:gd name="connsiteY106" fmla="*/ 1598298 h 2079137"/>
              <a:gd name="connsiteX107" fmla="*/ 6505573 w 12192000"/>
              <a:gd name="connsiteY107" fmla="*/ 1598109 h 2079137"/>
              <a:gd name="connsiteX108" fmla="*/ 6497741 w 12192000"/>
              <a:gd name="connsiteY108" fmla="*/ 1599392 h 2079137"/>
              <a:gd name="connsiteX109" fmla="*/ 6459992 w 12192000"/>
              <a:gd name="connsiteY109" fmla="*/ 1608358 h 2079137"/>
              <a:gd name="connsiteX110" fmla="*/ 6404572 w 12192000"/>
              <a:gd name="connsiteY110" fmla="*/ 1593771 h 2079137"/>
              <a:gd name="connsiteX111" fmla="*/ 6382671 w 12192000"/>
              <a:gd name="connsiteY111" fmla="*/ 1592612 h 2079137"/>
              <a:gd name="connsiteX112" fmla="*/ 6369843 w 12192000"/>
              <a:gd name="connsiteY112" fmla="*/ 1590015 h 2079137"/>
              <a:gd name="connsiteX113" fmla="*/ 6269740 w 12192000"/>
              <a:gd name="connsiteY113" fmla="*/ 1614633 h 2079137"/>
              <a:gd name="connsiteX114" fmla="*/ 6255405 w 12192000"/>
              <a:gd name="connsiteY114" fmla="*/ 1620529 h 2079137"/>
              <a:gd name="connsiteX115" fmla="*/ 6244248 w 12192000"/>
              <a:gd name="connsiteY115" fmla="*/ 1629561 h 2079137"/>
              <a:gd name="connsiteX116" fmla="*/ 6086396 w 12192000"/>
              <a:gd name="connsiteY116" fmla="*/ 1642666 h 2079137"/>
              <a:gd name="connsiteX117" fmla="*/ 5867429 w 12192000"/>
              <a:gd name="connsiteY117" fmla="*/ 1695554 h 2079137"/>
              <a:gd name="connsiteX118" fmla="*/ 5772864 w 12192000"/>
              <a:gd name="connsiteY118" fmla="*/ 1689002 h 2079137"/>
              <a:gd name="connsiteX119" fmla="*/ 5629833 w 12192000"/>
              <a:gd name="connsiteY119" fmla="*/ 1713273 h 2079137"/>
              <a:gd name="connsiteX120" fmla="*/ 5504771 w 12192000"/>
              <a:gd name="connsiteY120" fmla="*/ 1725744 h 2079137"/>
              <a:gd name="connsiteX121" fmla="*/ 5490967 w 12192000"/>
              <a:gd name="connsiteY121" fmla="*/ 1726367 h 2079137"/>
              <a:gd name="connsiteX122" fmla="*/ 5486015 w 12192000"/>
              <a:gd name="connsiteY122" fmla="*/ 1721481 h 2079137"/>
              <a:gd name="connsiteX123" fmla="*/ 5439364 w 12192000"/>
              <a:gd name="connsiteY123" fmla="*/ 1721349 h 2079137"/>
              <a:gd name="connsiteX124" fmla="*/ 5350025 w 12192000"/>
              <a:gd name="connsiteY124" fmla="*/ 1729885 h 2079137"/>
              <a:gd name="connsiteX125" fmla="*/ 5336104 w 12192000"/>
              <a:gd name="connsiteY125" fmla="*/ 1734377 h 2079137"/>
              <a:gd name="connsiteX126" fmla="*/ 5245234 w 12192000"/>
              <a:gd name="connsiteY126" fmla="*/ 1738520 h 2079137"/>
              <a:gd name="connsiteX127" fmla="*/ 5182955 w 12192000"/>
              <a:gd name="connsiteY127" fmla="*/ 1744622 h 2079137"/>
              <a:gd name="connsiteX128" fmla="*/ 5169506 w 12192000"/>
              <a:gd name="connsiteY128" fmla="*/ 1748993 h 2079137"/>
              <a:gd name="connsiteX129" fmla="*/ 5154299 w 12192000"/>
              <a:gd name="connsiteY129" fmla="*/ 1744080 h 2079137"/>
              <a:gd name="connsiteX130" fmla="*/ 5149917 w 12192000"/>
              <a:gd name="connsiteY130" fmla="*/ 1739727 h 2079137"/>
              <a:gd name="connsiteX131" fmla="*/ 5100319 w 12192000"/>
              <a:gd name="connsiteY131" fmla="*/ 1745797 h 2079137"/>
              <a:gd name="connsiteX132" fmla="*/ 5094361 w 12192000"/>
              <a:gd name="connsiteY132" fmla="*/ 1745767 h 2079137"/>
              <a:gd name="connsiteX133" fmla="*/ 5053410 w 12192000"/>
              <a:gd name="connsiteY133" fmla="*/ 1742790 h 2079137"/>
              <a:gd name="connsiteX134" fmla="*/ 4992711 w 12192000"/>
              <a:gd name="connsiteY134" fmla="*/ 1734075 h 2079137"/>
              <a:gd name="connsiteX135" fmla="*/ 4930098 w 12192000"/>
              <a:gd name="connsiteY135" fmla="*/ 1717312 h 2079137"/>
              <a:gd name="connsiteX136" fmla="*/ 4893834 w 12192000"/>
              <a:gd name="connsiteY136" fmla="*/ 1710028 h 2079137"/>
              <a:gd name="connsiteX137" fmla="*/ 4868730 w 12192000"/>
              <a:gd name="connsiteY137" fmla="*/ 1702384 h 2079137"/>
              <a:gd name="connsiteX138" fmla="*/ 4797925 w 12192000"/>
              <a:gd name="connsiteY138" fmla="*/ 1695535 h 2079137"/>
              <a:gd name="connsiteX139" fmla="*/ 4677670 w 12192000"/>
              <a:gd name="connsiteY139" fmla="*/ 1689453 h 2079137"/>
              <a:gd name="connsiteX140" fmla="*/ 4634248 w 12192000"/>
              <a:gd name="connsiteY140" fmla="*/ 1680227 h 2079137"/>
              <a:gd name="connsiteX141" fmla="*/ 4632434 w 12192000"/>
              <a:gd name="connsiteY141" fmla="*/ 1674607 h 2079137"/>
              <a:gd name="connsiteX142" fmla="*/ 4619204 w 12192000"/>
              <a:gd name="connsiteY142" fmla="*/ 1672507 h 2079137"/>
              <a:gd name="connsiteX143" fmla="*/ 4616283 w 12192000"/>
              <a:gd name="connsiteY143" fmla="*/ 1670977 h 2079137"/>
              <a:gd name="connsiteX144" fmla="*/ 4598926 w 12192000"/>
              <a:gd name="connsiteY144" fmla="*/ 1663178 h 2079137"/>
              <a:gd name="connsiteX145" fmla="*/ 4547069 w 12192000"/>
              <a:gd name="connsiteY145" fmla="*/ 1670642 h 2079137"/>
              <a:gd name="connsiteX146" fmla="*/ 4523516 w 12192000"/>
              <a:gd name="connsiteY146" fmla="*/ 1669785 h 2079137"/>
              <a:gd name="connsiteX147" fmla="*/ 4500586 w 12192000"/>
              <a:gd name="connsiteY147" fmla="*/ 1675912 h 2079137"/>
              <a:gd name="connsiteX148" fmla="*/ 4488196 w 12192000"/>
              <a:gd name="connsiteY148" fmla="*/ 1683463 h 2079137"/>
              <a:gd name="connsiteX149" fmla="*/ 4445463 w 12192000"/>
              <a:gd name="connsiteY149" fmla="*/ 1695634 h 2079137"/>
              <a:gd name="connsiteX150" fmla="*/ 4446550 w 12192000"/>
              <a:gd name="connsiteY150" fmla="*/ 1680538 h 2079137"/>
              <a:gd name="connsiteX151" fmla="*/ 4365375 w 12192000"/>
              <a:gd name="connsiteY151" fmla="*/ 1697935 h 2079137"/>
              <a:gd name="connsiteX152" fmla="*/ 4305123 w 12192000"/>
              <a:gd name="connsiteY152" fmla="*/ 1714185 h 2079137"/>
              <a:gd name="connsiteX153" fmla="*/ 4292665 w 12192000"/>
              <a:gd name="connsiteY153" fmla="*/ 1720703 h 2079137"/>
              <a:gd name="connsiteX154" fmla="*/ 4276789 w 12192000"/>
              <a:gd name="connsiteY154" fmla="*/ 1718367 h 2079137"/>
              <a:gd name="connsiteX155" fmla="*/ 4271683 w 12192000"/>
              <a:gd name="connsiteY155" fmla="*/ 1714801 h 2079137"/>
              <a:gd name="connsiteX156" fmla="*/ 4223918 w 12192000"/>
              <a:gd name="connsiteY156" fmla="*/ 1728936 h 2079137"/>
              <a:gd name="connsiteX157" fmla="*/ 4218039 w 12192000"/>
              <a:gd name="connsiteY157" fmla="*/ 1729885 h 2079137"/>
              <a:gd name="connsiteX158" fmla="*/ 4177153 w 12192000"/>
              <a:gd name="connsiteY158" fmla="*/ 1733691 h 2079137"/>
              <a:gd name="connsiteX159" fmla="*/ 4051032 w 12192000"/>
              <a:gd name="connsiteY159" fmla="*/ 1728886 h 2079137"/>
              <a:gd name="connsiteX160" fmla="*/ 4013978 w 12192000"/>
              <a:gd name="connsiteY160" fmla="*/ 1727679 h 2079137"/>
              <a:gd name="connsiteX161" fmla="*/ 3987857 w 12192000"/>
              <a:gd name="connsiteY161" fmla="*/ 1724282 h 2079137"/>
              <a:gd name="connsiteX162" fmla="*/ 3916852 w 12192000"/>
              <a:gd name="connsiteY162" fmla="*/ 1729184 h 2079137"/>
              <a:gd name="connsiteX163" fmla="*/ 3797263 w 12192000"/>
              <a:gd name="connsiteY163" fmla="*/ 1742976 h 2079137"/>
              <a:gd name="connsiteX164" fmla="*/ 3752806 w 12192000"/>
              <a:gd name="connsiteY164" fmla="*/ 1741033 h 2079137"/>
              <a:gd name="connsiteX165" fmla="*/ 3749997 w 12192000"/>
              <a:gd name="connsiteY165" fmla="*/ 1735799 h 2079137"/>
              <a:gd name="connsiteX166" fmla="*/ 3736582 w 12192000"/>
              <a:gd name="connsiteY166" fmla="*/ 1735907 h 2079137"/>
              <a:gd name="connsiteX167" fmla="*/ 3733428 w 12192000"/>
              <a:gd name="connsiteY167" fmla="*/ 1734881 h 2079137"/>
              <a:gd name="connsiteX168" fmla="*/ 3714911 w 12192000"/>
              <a:gd name="connsiteY168" fmla="*/ 1730056 h 2079137"/>
              <a:gd name="connsiteX169" fmla="*/ 3665172 w 12192000"/>
              <a:gd name="connsiteY169" fmla="*/ 1745936 h 2079137"/>
              <a:gd name="connsiteX170" fmla="*/ 3552006 w 12192000"/>
              <a:gd name="connsiteY170" fmla="*/ 1755220 h 2079137"/>
              <a:gd name="connsiteX171" fmla="*/ 3390301 w 12192000"/>
              <a:gd name="connsiteY171" fmla="*/ 1762546 h 2079137"/>
              <a:gd name="connsiteX172" fmla="*/ 3264312 w 12192000"/>
              <a:gd name="connsiteY172" fmla="*/ 1774620 h 2079137"/>
              <a:gd name="connsiteX173" fmla="*/ 3106901 w 12192000"/>
              <a:gd name="connsiteY173" fmla="*/ 1804264 h 2079137"/>
              <a:gd name="connsiteX174" fmla="*/ 2993303 w 12192000"/>
              <a:gd name="connsiteY174" fmla="*/ 1806542 h 2079137"/>
              <a:gd name="connsiteX175" fmla="*/ 2979115 w 12192000"/>
              <a:gd name="connsiteY175" fmla="*/ 1815432 h 2079137"/>
              <a:gd name="connsiteX176" fmla="*/ 2963118 w 12192000"/>
              <a:gd name="connsiteY176" fmla="*/ 1820962 h 2079137"/>
              <a:gd name="connsiteX177" fmla="*/ 2961156 w 12192000"/>
              <a:gd name="connsiteY177" fmla="*/ 1820297 h 2079137"/>
              <a:gd name="connsiteX178" fmla="*/ 2925719 w 12192000"/>
              <a:gd name="connsiteY178" fmla="*/ 1828468 h 2079137"/>
              <a:gd name="connsiteX179" fmla="*/ 2857951 w 12192000"/>
              <a:gd name="connsiteY179" fmla="*/ 1842496 h 2079137"/>
              <a:gd name="connsiteX180" fmla="*/ 2857427 w 12192000"/>
              <a:gd name="connsiteY180" fmla="*/ 1841591 h 2079137"/>
              <a:gd name="connsiteX181" fmla="*/ 2846731 w 12192000"/>
              <a:gd name="connsiteY181" fmla="*/ 1839316 h 2079137"/>
              <a:gd name="connsiteX182" fmla="*/ 2826290 w 12192000"/>
              <a:gd name="connsiteY182" fmla="*/ 1837274 h 2079137"/>
              <a:gd name="connsiteX183" fmla="*/ 2779146 w 12192000"/>
              <a:gd name="connsiteY183" fmla="*/ 1820071 h 2079137"/>
              <a:gd name="connsiteX184" fmla="*/ 2739608 w 12192000"/>
              <a:gd name="connsiteY184" fmla="*/ 1827861 h 2079137"/>
              <a:gd name="connsiteX185" fmla="*/ 2731631 w 12192000"/>
              <a:gd name="connsiteY185" fmla="*/ 1828881 h 2079137"/>
              <a:gd name="connsiteX186" fmla="*/ 2731464 w 12192000"/>
              <a:gd name="connsiteY186" fmla="*/ 1828677 h 2079137"/>
              <a:gd name="connsiteX187" fmla="*/ 2723037 w 12192000"/>
              <a:gd name="connsiteY187" fmla="*/ 1829303 h 2079137"/>
              <a:gd name="connsiteX188" fmla="*/ 2701616 w 12192000"/>
              <a:gd name="connsiteY188" fmla="*/ 1832725 h 2079137"/>
              <a:gd name="connsiteX189" fmla="*/ 2696239 w 12192000"/>
              <a:gd name="connsiteY189" fmla="*/ 1831904 h 2079137"/>
              <a:gd name="connsiteX190" fmla="*/ 2663445 w 12192000"/>
              <a:gd name="connsiteY190" fmla="*/ 1825958 h 2079137"/>
              <a:gd name="connsiteX191" fmla="*/ 2560925 w 12192000"/>
              <a:gd name="connsiteY191" fmla="*/ 1829094 h 2079137"/>
              <a:gd name="connsiteX192" fmla="*/ 2458739 w 12192000"/>
              <a:gd name="connsiteY192" fmla="*/ 1834479 h 2079137"/>
              <a:gd name="connsiteX193" fmla="*/ 2356074 w 12192000"/>
              <a:gd name="connsiteY193" fmla="*/ 1836991 h 2079137"/>
              <a:gd name="connsiteX194" fmla="*/ 2304241 w 12192000"/>
              <a:gd name="connsiteY194" fmla="*/ 1822021 h 2079137"/>
              <a:gd name="connsiteX195" fmla="*/ 2298362 w 12192000"/>
              <a:gd name="connsiteY195" fmla="*/ 1822125 h 2079137"/>
              <a:gd name="connsiteX196" fmla="*/ 2283527 w 12192000"/>
              <a:gd name="connsiteY196" fmla="*/ 1826361 h 2079137"/>
              <a:gd name="connsiteX197" fmla="*/ 2278150 w 12192000"/>
              <a:gd name="connsiteY197" fmla="*/ 1828604 h 2079137"/>
              <a:gd name="connsiteX198" fmla="*/ 2269853 w 12192000"/>
              <a:gd name="connsiteY198" fmla="*/ 1830502 h 2079137"/>
              <a:gd name="connsiteX199" fmla="*/ 2269585 w 12192000"/>
              <a:gd name="connsiteY199" fmla="*/ 1830341 h 2079137"/>
              <a:gd name="connsiteX200" fmla="*/ 2225332 w 12192000"/>
              <a:gd name="connsiteY200" fmla="*/ 1845825 h 2079137"/>
              <a:gd name="connsiteX201" fmla="*/ 2169048 w 12192000"/>
              <a:gd name="connsiteY201" fmla="*/ 1837658 h 2079137"/>
              <a:gd name="connsiteX202" fmla="*/ 2147231 w 12192000"/>
              <a:gd name="connsiteY202" fmla="*/ 1839027 h 2079137"/>
              <a:gd name="connsiteX203" fmla="*/ 2135241 w 12192000"/>
              <a:gd name="connsiteY203" fmla="*/ 1838652 h 2079137"/>
              <a:gd name="connsiteX204" fmla="*/ 2099215 w 12192000"/>
              <a:gd name="connsiteY204" fmla="*/ 1850768 h 2079137"/>
              <a:gd name="connsiteX205" fmla="*/ 2094046 w 12192000"/>
              <a:gd name="connsiteY205" fmla="*/ 1850806 h 2079137"/>
              <a:gd name="connsiteX206" fmla="*/ 2071850 w 12192000"/>
              <a:gd name="connsiteY206" fmla="*/ 1861319 h 2079137"/>
              <a:gd name="connsiteX207" fmla="*/ 2039607 w 12192000"/>
              <a:gd name="connsiteY207" fmla="*/ 1874318 h 2079137"/>
              <a:gd name="connsiteX208" fmla="*/ 2037289 w 12192000"/>
              <a:gd name="connsiteY208" fmla="*/ 1874025 h 2079137"/>
              <a:gd name="connsiteX209" fmla="*/ 2023615 w 12192000"/>
              <a:gd name="connsiteY209" fmla="*/ 1881562 h 2079137"/>
              <a:gd name="connsiteX210" fmla="*/ 1957176 w 12192000"/>
              <a:gd name="connsiteY210" fmla="*/ 1898709 h 2079137"/>
              <a:gd name="connsiteX211" fmla="*/ 1858081 w 12192000"/>
              <a:gd name="connsiteY211" fmla="*/ 1923144 h 2079137"/>
              <a:gd name="connsiteX212" fmla="*/ 1738865 w 12192000"/>
              <a:gd name="connsiteY212" fmla="*/ 1944965 h 2079137"/>
              <a:gd name="connsiteX213" fmla="*/ 1616692 w 12192000"/>
              <a:gd name="connsiteY213" fmla="*/ 1989107 h 2079137"/>
              <a:gd name="connsiteX214" fmla="*/ 1411898 w 12192000"/>
              <a:gd name="connsiteY214" fmla="*/ 2046254 h 2079137"/>
              <a:gd name="connsiteX215" fmla="*/ 1375780 w 12192000"/>
              <a:gd name="connsiteY215" fmla="*/ 2047961 h 2079137"/>
              <a:gd name="connsiteX216" fmla="*/ 1375707 w 12192000"/>
              <a:gd name="connsiteY216" fmla="*/ 2047981 h 2079137"/>
              <a:gd name="connsiteX217" fmla="*/ 1285585 w 12192000"/>
              <a:gd name="connsiteY217" fmla="*/ 2047113 h 2079137"/>
              <a:gd name="connsiteX218" fmla="*/ 1263658 w 12192000"/>
              <a:gd name="connsiteY218" fmla="*/ 2041397 h 2079137"/>
              <a:gd name="connsiteX219" fmla="*/ 1170403 w 12192000"/>
              <a:gd name="connsiteY219" fmla="*/ 2033399 h 2079137"/>
              <a:gd name="connsiteX220" fmla="*/ 1153718 w 12192000"/>
              <a:gd name="connsiteY220" fmla="*/ 2029576 h 2079137"/>
              <a:gd name="connsiteX221" fmla="*/ 1133937 w 12192000"/>
              <a:gd name="connsiteY221" fmla="*/ 2032149 h 2079137"/>
              <a:gd name="connsiteX222" fmla="*/ 1054999 w 12192000"/>
              <a:gd name="connsiteY222" fmla="*/ 2043242 h 2079137"/>
              <a:gd name="connsiteX223" fmla="*/ 1018405 w 12192000"/>
              <a:gd name="connsiteY223" fmla="*/ 2048281 h 2079137"/>
              <a:gd name="connsiteX224" fmla="*/ 1016563 w 12192000"/>
              <a:gd name="connsiteY224" fmla="*/ 2051718 h 2079137"/>
              <a:gd name="connsiteX225" fmla="*/ 1008284 w 12192000"/>
              <a:gd name="connsiteY225" fmla="*/ 2046742 h 2079137"/>
              <a:gd name="connsiteX226" fmla="*/ 981974 w 12192000"/>
              <a:gd name="connsiteY226" fmla="*/ 2048363 h 2079137"/>
              <a:gd name="connsiteX227" fmla="*/ 971903 w 12192000"/>
              <a:gd name="connsiteY227" fmla="*/ 2053484 h 2079137"/>
              <a:gd name="connsiteX228" fmla="*/ 954015 w 12192000"/>
              <a:gd name="connsiteY228" fmla="*/ 2052529 h 2079137"/>
              <a:gd name="connsiteX229" fmla="*/ 839571 w 12192000"/>
              <a:gd name="connsiteY229" fmla="*/ 2046509 h 2079137"/>
              <a:gd name="connsiteX230" fmla="*/ 823321 w 12192000"/>
              <a:gd name="connsiteY230" fmla="*/ 2054296 h 2079137"/>
              <a:gd name="connsiteX231" fmla="*/ 800990 w 12192000"/>
              <a:gd name="connsiteY231" fmla="*/ 2051523 h 2079137"/>
              <a:gd name="connsiteX232" fmla="*/ 776439 w 12192000"/>
              <a:gd name="connsiteY232" fmla="*/ 2062634 h 2079137"/>
              <a:gd name="connsiteX233" fmla="*/ 763041 w 12192000"/>
              <a:gd name="connsiteY233" fmla="*/ 2063995 h 2079137"/>
              <a:gd name="connsiteX234" fmla="*/ 757863 w 12192000"/>
              <a:gd name="connsiteY234" fmla="*/ 2065877 h 2079137"/>
              <a:gd name="connsiteX235" fmla="*/ 745053 w 12192000"/>
              <a:gd name="connsiteY235" fmla="*/ 2051831 h 2079137"/>
              <a:gd name="connsiteX236" fmla="*/ 722609 w 12192000"/>
              <a:gd name="connsiteY236" fmla="*/ 2049504 h 2079137"/>
              <a:gd name="connsiteX237" fmla="*/ 717618 w 12192000"/>
              <a:gd name="connsiteY237" fmla="*/ 2042131 h 2079137"/>
              <a:gd name="connsiteX238" fmla="*/ 703285 w 12192000"/>
              <a:gd name="connsiteY238" fmla="*/ 2046808 h 2079137"/>
              <a:gd name="connsiteX239" fmla="*/ 680199 w 12192000"/>
              <a:gd name="connsiteY239" fmla="*/ 2051947 h 2079137"/>
              <a:gd name="connsiteX240" fmla="*/ 667351 w 12192000"/>
              <a:gd name="connsiteY240" fmla="*/ 2054469 h 2079137"/>
              <a:gd name="connsiteX241" fmla="*/ 660961 w 12192000"/>
              <a:gd name="connsiteY241" fmla="*/ 2049404 h 2079137"/>
              <a:gd name="connsiteX242" fmla="*/ 638282 w 12192000"/>
              <a:gd name="connsiteY242" fmla="*/ 2060093 h 2079137"/>
              <a:gd name="connsiteX243" fmla="*/ 583551 w 12192000"/>
              <a:gd name="connsiteY243" fmla="*/ 2070197 h 2079137"/>
              <a:gd name="connsiteX244" fmla="*/ 525274 w 12192000"/>
              <a:gd name="connsiteY244" fmla="*/ 2079137 h 2079137"/>
              <a:gd name="connsiteX245" fmla="*/ 405635 w 12192000"/>
              <a:gd name="connsiteY245" fmla="*/ 2059339 h 2079137"/>
              <a:gd name="connsiteX246" fmla="*/ 281555 w 12192000"/>
              <a:gd name="connsiteY246" fmla="*/ 2022847 h 2079137"/>
              <a:gd name="connsiteX247" fmla="*/ 98513 w 12192000"/>
              <a:gd name="connsiteY247" fmla="*/ 1969504 h 2079137"/>
              <a:gd name="connsiteX248" fmla="*/ 56191 w 12192000"/>
              <a:gd name="connsiteY248" fmla="*/ 1950709 h 2079137"/>
              <a:gd name="connsiteX249" fmla="*/ 0 w 12192000"/>
              <a:gd name="connsiteY249" fmla="*/ 1935789 h 207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12192000" h="2079137">
                <a:moveTo>
                  <a:pt x="12160143" y="831692"/>
                </a:moveTo>
                <a:lnTo>
                  <a:pt x="12159112" y="833361"/>
                </a:lnTo>
                <a:cubicBezTo>
                  <a:pt x="12157915" y="833832"/>
                  <a:pt x="12157402" y="833649"/>
                  <a:pt x="12158912" y="83243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558063"/>
                </a:lnTo>
                <a:lnTo>
                  <a:pt x="12189259" y="810508"/>
                </a:lnTo>
                <a:lnTo>
                  <a:pt x="12170847" y="825280"/>
                </a:lnTo>
                <a:lnTo>
                  <a:pt x="12160143" y="831692"/>
                </a:lnTo>
                <a:lnTo>
                  <a:pt x="12163806" y="825759"/>
                </a:lnTo>
                <a:cubicBezTo>
                  <a:pt x="12125449" y="821525"/>
                  <a:pt x="12082203" y="824698"/>
                  <a:pt x="12056557" y="810176"/>
                </a:cubicBezTo>
                <a:cubicBezTo>
                  <a:pt x="12050902" y="790976"/>
                  <a:pt x="11923731" y="799312"/>
                  <a:pt x="11900316" y="789618"/>
                </a:cubicBezTo>
                <a:cubicBezTo>
                  <a:pt x="11841702" y="803374"/>
                  <a:pt x="11823963" y="832645"/>
                  <a:pt x="11791206" y="824176"/>
                </a:cubicBezTo>
                <a:cubicBezTo>
                  <a:pt x="11768977" y="817380"/>
                  <a:pt x="11683857" y="828947"/>
                  <a:pt x="11659257" y="800841"/>
                </a:cubicBezTo>
                <a:cubicBezTo>
                  <a:pt x="11617173" y="818107"/>
                  <a:pt x="11602556" y="790694"/>
                  <a:pt x="11569789" y="797135"/>
                </a:cubicBezTo>
                <a:cubicBezTo>
                  <a:pt x="11498310" y="795094"/>
                  <a:pt x="11458472" y="819882"/>
                  <a:pt x="11367885" y="791985"/>
                </a:cubicBezTo>
                <a:cubicBezTo>
                  <a:pt x="11325508" y="798158"/>
                  <a:pt x="11266580" y="755023"/>
                  <a:pt x="11174663" y="788721"/>
                </a:cubicBezTo>
                <a:cubicBezTo>
                  <a:pt x="11122703" y="792192"/>
                  <a:pt x="11150009" y="775410"/>
                  <a:pt x="11068220" y="786994"/>
                </a:cubicBezTo>
                <a:cubicBezTo>
                  <a:pt x="11046931" y="759861"/>
                  <a:pt x="10919185" y="793102"/>
                  <a:pt x="10893266" y="794013"/>
                </a:cubicBezTo>
                <a:cubicBezTo>
                  <a:pt x="10874184" y="776189"/>
                  <a:pt x="10862860" y="788743"/>
                  <a:pt x="10844025" y="789857"/>
                </a:cubicBezTo>
                <a:cubicBezTo>
                  <a:pt x="10836453" y="779294"/>
                  <a:pt x="10820690" y="778184"/>
                  <a:pt x="10814353" y="789010"/>
                </a:cubicBezTo>
                <a:cubicBezTo>
                  <a:pt x="10819669" y="816016"/>
                  <a:pt x="10754019" y="789067"/>
                  <a:pt x="10748393" y="806738"/>
                </a:cubicBezTo>
                <a:cubicBezTo>
                  <a:pt x="10687156" y="807873"/>
                  <a:pt x="10550299" y="781800"/>
                  <a:pt x="10468256" y="778733"/>
                </a:cubicBezTo>
                <a:cubicBezTo>
                  <a:pt x="10436666" y="770025"/>
                  <a:pt x="10371995" y="797252"/>
                  <a:pt x="10256131" y="788332"/>
                </a:cubicBezTo>
                <a:cubicBezTo>
                  <a:pt x="10240995" y="781626"/>
                  <a:pt x="10182664" y="765742"/>
                  <a:pt x="10177442" y="777371"/>
                </a:cubicBezTo>
                <a:cubicBezTo>
                  <a:pt x="10141447" y="775683"/>
                  <a:pt x="10030323" y="810071"/>
                  <a:pt x="10006086" y="792651"/>
                </a:cubicBezTo>
                <a:cubicBezTo>
                  <a:pt x="10009448" y="818833"/>
                  <a:pt x="9960389" y="791426"/>
                  <a:pt x="9952382" y="815411"/>
                </a:cubicBezTo>
                <a:lnTo>
                  <a:pt x="9926457" y="827295"/>
                </a:lnTo>
                <a:lnTo>
                  <a:pt x="9843405" y="867046"/>
                </a:lnTo>
                <a:lnTo>
                  <a:pt x="9830866" y="875047"/>
                </a:lnTo>
                <a:lnTo>
                  <a:pt x="9801807" y="872272"/>
                </a:lnTo>
                <a:lnTo>
                  <a:pt x="9785653" y="861743"/>
                </a:lnTo>
                <a:lnTo>
                  <a:pt x="9781177" y="864820"/>
                </a:lnTo>
                <a:cubicBezTo>
                  <a:pt x="9776153" y="871003"/>
                  <a:pt x="9773556" y="874842"/>
                  <a:pt x="9768640" y="869379"/>
                </a:cubicBezTo>
                <a:lnTo>
                  <a:pt x="9712211" y="900283"/>
                </a:lnTo>
                <a:cubicBezTo>
                  <a:pt x="9706243" y="902750"/>
                  <a:pt x="9698952" y="902954"/>
                  <a:pt x="9689465" y="899268"/>
                </a:cubicBezTo>
                <a:cubicBezTo>
                  <a:pt x="9670819" y="902906"/>
                  <a:pt x="9618108" y="917739"/>
                  <a:pt x="9600339" y="922112"/>
                </a:cubicBezTo>
                <a:lnTo>
                  <a:pt x="9582850" y="925510"/>
                </a:lnTo>
                <a:cubicBezTo>
                  <a:pt x="9574400" y="928631"/>
                  <a:pt x="9556868" y="938130"/>
                  <a:pt x="9549638" y="940845"/>
                </a:cubicBezTo>
                <a:cubicBezTo>
                  <a:pt x="9543792" y="942327"/>
                  <a:pt x="9546812" y="939351"/>
                  <a:pt x="9539471" y="941799"/>
                </a:cubicBezTo>
                <a:cubicBezTo>
                  <a:pt x="9538994" y="947702"/>
                  <a:pt x="9536009" y="953248"/>
                  <a:pt x="9505592" y="955533"/>
                </a:cubicBezTo>
                <a:cubicBezTo>
                  <a:pt x="9486013" y="968563"/>
                  <a:pt x="9460860" y="978842"/>
                  <a:pt x="9432569" y="985377"/>
                </a:cubicBezTo>
                <a:cubicBezTo>
                  <a:pt x="9426990" y="980335"/>
                  <a:pt x="9418918" y="990185"/>
                  <a:pt x="9414216" y="992655"/>
                </a:cubicBezTo>
                <a:cubicBezTo>
                  <a:pt x="9412644" y="989014"/>
                  <a:pt x="9400057" y="989255"/>
                  <a:pt x="9397106" y="992980"/>
                </a:cubicBezTo>
                <a:cubicBezTo>
                  <a:pt x="9314093" y="1020862"/>
                  <a:pt x="9349678" y="978420"/>
                  <a:pt x="9305108" y="1007767"/>
                </a:cubicBezTo>
                <a:cubicBezTo>
                  <a:pt x="9296670" y="1010324"/>
                  <a:pt x="9289251" y="1009612"/>
                  <a:pt x="9282434" y="1007523"/>
                </a:cubicBezTo>
                <a:lnTo>
                  <a:pt x="9271941" y="1002839"/>
                </a:lnTo>
                <a:lnTo>
                  <a:pt x="9238227" y="1017668"/>
                </a:lnTo>
                <a:cubicBezTo>
                  <a:pt x="9221294" y="1023415"/>
                  <a:pt x="9203166" y="1027997"/>
                  <a:pt x="9184265" y="1031275"/>
                </a:cubicBezTo>
                <a:cubicBezTo>
                  <a:pt x="9178371" y="1024135"/>
                  <a:pt x="9165618" y="1036637"/>
                  <a:pt x="9159000" y="1039569"/>
                </a:cubicBezTo>
                <a:cubicBezTo>
                  <a:pt x="9157881" y="1034602"/>
                  <a:pt x="9141725" y="1033964"/>
                  <a:pt x="9137031" y="1038699"/>
                </a:cubicBezTo>
                <a:cubicBezTo>
                  <a:pt x="9023973" y="1069523"/>
                  <a:pt x="9079946" y="1015706"/>
                  <a:pt x="9015702" y="1051400"/>
                </a:cubicBezTo>
                <a:lnTo>
                  <a:pt x="8971403" y="1040542"/>
                </a:lnTo>
                <a:lnTo>
                  <a:pt x="8961826" y="1045364"/>
                </a:lnTo>
                <a:cubicBezTo>
                  <a:pt x="8922837" y="1050010"/>
                  <a:pt x="8909116" y="1040754"/>
                  <a:pt x="8888623" y="1053908"/>
                </a:cubicBezTo>
                <a:cubicBezTo>
                  <a:pt x="8850424" y="1035587"/>
                  <a:pt x="8865892" y="1054194"/>
                  <a:pt x="8841066" y="1060421"/>
                </a:cubicBezTo>
                <a:cubicBezTo>
                  <a:pt x="8818353" y="1064878"/>
                  <a:pt x="8775995" y="1076068"/>
                  <a:pt x="8752342" y="1080646"/>
                </a:cubicBezTo>
                <a:cubicBezTo>
                  <a:pt x="8736966" y="1099406"/>
                  <a:pt x="8723186" y="1079948"/>
                  <a:pt x="8699139" y="1087885"/>
                </a:cubicBezTo>
                <a:cubicBezTo>
                  <a:pt x="8688630" y="1095506"/>
                  <a:pt x="8680324" y="1097539"/>
                  <a:pt x="8667273" y="1092062"/>
                </a:cubicBezTo>
                <a:cubicBezTo>
                  <a:pt x="8619205" y="1128818"/>
                  <a:pt x="8634590" y="1097116"/>
                  <a:pt x="8586064" y="1114603"/>
                </a:cubicBezTo>
                <a:cubicBezTo>
                  <a:pt x="8544721" y="1131913"/>
                  <a:pt x="8496602" y="1145520"/>
                  <a:pt x="8460312" y="1179878"/>
                </a:cubicBezTo>
                <a:cubicBezTo>
                  <a:pt x="8454266" y="1189140"/>
                  <a:pt x="8435781" y="1194455"/>
                  <a:pt x="8419023" y="1191748"/>
                </a:cubicBezTo>
                <a:cubicBezTo>
                  <a:pt x="8416138" y="1191283"/>
                  <a:pt x="8413416" y="1190591"/>
                  <a:pt x="8410939" y="1189696"/>
                </a:cubicBezTo>
                <a:cubicBezTo>
                  <a:pt x="8390077" y="1213458"/>
                  <a:pt x="8370324" y="1205397"/>
                  <a:pt x="8362040" y="1220820"/>
                </a:cubicBezTo>
                <a:cubicBezTo>
                  <a:pt x="8320616" y="1231942"/>
                  <a:pt x="8281663" y="1222882"/>
                  <a:pt x="8273677" y="1236495"/>
                </a:cubicBezTo>
                <a:cubicBezTo>
                  <a:pt x="8251358" y="1238573"/>
                  <a:pt x="8216738" y="1228341"/>
                  <a:pt x="8204283" y="1243537"/>
                </a:cubicBezTo>
                <a:cubicBezTo>
                  <a:pt x="8198634" y="1233135"/>
                  <a:pt x="8181550" y="1254947"/>
                  <a:pt x="8166550" y="1249551"/>
                </a:cubicBezTo>
                <a:cubicBezTo>
                  <a:pt x="8155570" y="1244572"/>
                  <a:pt x="8147825" y="1250027"/>
                  <a:pt x="8137785" y="1251636"/>
                </a:cubicBezTo>
                <a:cubicBezTo>
                  <a:pt x="8123427" y="1248361"/>
                  <a:pt x="8081662" y="1261833"/>
                  <a:pt x="8071596" y="1269274"/>
                </a:cubicBezTo>
                <a:cubicBezTo>
                  <a:pt x="8048949" y="1293759"/>
                  <a:pt x="7983924" y="1284712"/>
                  <a:pt x="7964816" y="1303668"/>
                </a:cubicBezTo>
                <a:cubicBezTo>
                  <a:pt x="7957137" y="1306992"/>
                  <a:pt x="7949335" y="1308861"/>
                  <a:pt x="7941495" y="1309821"/>
                </a:cubicBezTo>
                <a:lnTo>
                  <a:pt x="7919123" y="1310466"/>
                </a:lnTo>
                <a:lnTo>
                  <a:pt x="7911902" y="1306569"/>
                </a:lnTo>
                <a:lnTo>
                  <a:pt x="7898703" y="1309208"/>
                </a:lnTo>
                <a:lnTo>
                  <a:pt x="7894703" y="1308939"/>
                </a:lnTo>
                <a:lnTo>
                  <a:pt x="7872267" y="1308370"/>
                </a:lnTo>
                <a:cubicBezTo>
                  <a:pt x="7886550" y="1330359"/>
                  <a:pt x="7812648" y="1314851"/>
                  <a:pt x="7836454" y="1331265"/>
                </a:cubicBezTo>
                <a:cubicBezTo>
                  <a:pt x="7798907" y="1336933"/>
                  <a:pt x="7831419" y="1351068"/>
                  <a:pt x="7782451" y="1339601"/>
                </a:cubicBezTo>
                <a:cubicBezTo>
                  <a:pt x="7727636" y="1365002"/>
                  <a:pt x="7583002" y="1338768"/>
                  <a:pt x="7542969" y="1372495"/>
                </a:cubicBezTo>
                <a:cubicBezTo>
                  <a:pt x="7546396" y="1360942"/>
                  <a:pt x="7492851" y="1424323"/>
                  <a:pt x="7476832" y="1431655"/>
                </a:cubicBezTo>
                <a:cubicBezTo>
                  <a:pt x="7439619" y="1443703"/>
                  <a:pt x="7425596" y="1454661"/>
                  <a:pt x="7370237" y="1474339"/>
                </a:cubicBezTo>
                <a:cubicBezTo>
                  <a:pt x="7316246" y="1485928"/>
                  <a:pt x="7281903" y="1512712"/>
                  <a:pt x="7222223" y="1510199"/>
                </a:cubicBezTo>
                <a:cubicBezTo>
                  <a:pt x="7221190" y="1514030"/>
                  <a:pt x="7218885" y="1517398"/>
                  <a:pt x="7215703" y="1520424"/>
                </a:cubicBezTo>
                <a:lnTo>
                  <a:pt x="7204548" y="1528145"/>
                </a:lnTo>
                <a:lnTo>
                  <a:pt x="7202038" y="1527954"/>
                </a:lnTo>
                <a:lnTo>
                  <a:pt x="7173860" y="1541605"/>
                </a:lnTo>
                <a:lnTo>
                  <a:pt x="7155079" y="1552495"/>
                </a:lnTo>
                <a:lnTo>
                  <a:pt x="7149757" y="1552732"/>
                </a:lnTo>
                <a:cubicBezTo>
                  <a:pt x="7141378" y="1554948"/>
                  <a:pt x="7115959" y="1563256"/>
                  <a:pt x="7104804" y="1565792"/>
                </a:cubicBezTo>
                <a:cubicBezTo>
                  <a:pt x="7099811" y="1550850"/>
                  <a:pt x="7096935" y="1561973"/>
                  <a:pt x="7082824" y="1567947"/>
                </a:cubicBezTo>
                <a:cubicBezTo>
                  <a:pt x="7071919" y="1546070"/>
                  <a:pt x="7039417" y="1570606"/>
                  <a:pt x="7021520" y="1562334"/>
                </a:cubicBezTo>
                <a:cubicBezTo>
                  <a:pt x="7011400" y="1567217"/>
                  <a:pt x="7000495" y="1571981"/>
                  <a:pt x="6988956" y="1576442"/>
                </a:cubicBezTo>
                <a:lnTo>
                  <a:pt x="6981922" y="1578821"/>
                </a:lnTo>
                <a:lnTo>
                  <a:pt x="6981583" y="1578678"/>
                </a:lnTo>
                <a:cubicBezTo>
                  <a:pt x="6979627" y="1578791"/>
                  <a:pt x="6977153" y="1579421"/>
                  <a:pt x="6973762" y="1580811"/>
                </a:cubicBezTo>
                <a:lnTo>
                  <a:pt x="6969093" y="1583157"/>
                </a:lnTo>
                <a:lnTo>
                  <a:pt x="6890037" y="1575825"/>
                </a:lnTo>
                <a:cubicBezTo>
                  <a:pt x="6849459" y="1579997"/>
                  <a:pt x="6820022" y="1566922"/>
                  <a:pt x="6785054" y="1582200"/>
                </a:cubicBezTo>
                <a:cubicBezTo>
                  <a:pt x="6747047" y="1586037"/>
                  <a:pt x="6712794" y="1582954"/>
                  <a:pt x="6681692" y="1591296"/>
                </a:cubicBezTo>
                <a:cubicBezTo>
                  <a:pt x="6667557" y="1587501"/>
                  <a:pt x="6654822" y="1586753"/>
                  <a:pt x="6644556" y="1595940"/>
                </a:cubicBezTo>
                <a:cubicBezTo>
                  <a:pt x="6608615" y="1597269"/>
                  <a:pt x="6597697" y="1587005"/>
                  <a:pt x="6577106" y="1598261"/>
                </a:cubicBezTo>
                <a:lnTo>
                  <a:pt x="6544183" y="1596149"/>
                </a:lnTo>
                <a:lnTo>
                  <a:pt x="6540921" y="1593857"/>
                </a:lnTo>
                <a:lnTo>
                  <a:pt x="6535046" y="1593283"/>
                </a:lnTo>
                <a:lnTo>
                  <a:pt x="6519853" y="1595771"/>
                </a:lnTo>
                <a:lnTo>
                  <a:pt x="6514280" y="1597376"/>
                </a:lnTo>
                <a:cubicBezTo>
                  <a:pt x="6510385" y="1598232"/>
                  <a:pt x="6507735" y="1598481"/>
                  <a:pt x="6505824" y="1598298"/>
                </a:cubicBezTo>
                <a:lnTo>
                  <a:pt x="6505573" y="1598109"/>
                </a:lnTo>
                <a:lnTo>
                  <a:pt x="6497741" y="1599392"/>
                </a:lnTo>
                <a:cubicBezTo>
                  <a:pt x="6484628" y="1602044"/>
                  <a:pt x="6471968" y="1605085"/>
                  <a:pt x="6459992" y="1608358"/>
                </a:cubicBezTo>
                <a:cubicBezTo>
                  <a:pt x="6447037" y="1597612"/>
                  <a:pt x="6404274" y="1616787"/>
                  <a:pt x="6404572" y="1593771"/>
                </a:cubicBezTo>
                <a:cubicBezTo>
                  <a:pt x="6388277" y="1597519"/>
                  <a:pt x="6380141" y="1607970"/>
                  <a:pt x="6382671" y="1592612"/>
                </a:cubicBezTo>
                <a:lnTo>
                  <a:pt x="6369843" y="1590015"/>
                </a:lnTo>
                <a:lnTo>
                  <a:pt x="6269740" y="1614633"/>
                </a:lnTo>
                <a:lnTo>
                  <a:pt x="6255405" y="1620529"/>
                </a:lnTo>
                <a:cubicBezTo>
                  <a:pt x="6250911" y="1623016"/>
                  <a:pt x="6247090" y="1625968"/>
                  <a:pt x="6244248" y="1629561"/>
                </a:cubicBezTo>
                <a:cubicBezTo>
                  <a:pt x="6188859" y="1618246"/>
                  <a:pt x="6143250" y="1639346"/>
                  <a:pt x="6086396" y="1642666"/>
                </a:cubicBezTo>
                <a:cubicBezTo>
                  <a:pt x="6024311" y="1653696"/>
                  <a:pt x="5889522" y="1686499"/>
                  <a:pt x="5867429" y="1695554"/>
                </a:cubicBezTo>
                <a:cubicBezTo>
                  <a:pt x="5848669" y="1700350"/>
                  <a:pt x="5763994" y="1699795"/>
                  <a:pt x="5772864" y="1689002"/>
                </a:cubicBezTo>
                <a:cubicBezTo>
                  <a:pt x="5718480" y="1716048"/>
                  <a:pt x="5694188" y="1696562"/>
                  <a:pt x="5629833" y="1713273"/>
                </a:cubicBezTo>
                <a:lnTo>
                  <a:pt x="5504771" y="1725744"/>
                </a:lnTo>
                <a:lnTo>
                  <a:pt x="5490967" y="1726367"/>
                </a:lnTo>
                <a:lnTo>
                  <a:pt x="5486015" y="1721481"/>
                </a:lnTo>
                <a:lnTo>
                  <a:pt x="5439364" y="1721349"/>
                </a:lnTo>
                <a:cubicBezTo>
                  <a:pt x="5418850" y="1733129"/>
                  <a:pt x="5381503" y="1725668"/>
                  <a:pt x="5350025" y="1729885"/>
                </a:cubicBezTo>
                <a:lnTo>
                  <a:pt x="5336104" y="1734377"/>
                </a:lnTo>
                <a:lnTo>
                  <a:pt x="5245234" y="1738520"/>
                </a:lnTo>
                <a:lnTo>
                  <a:pt x="5182955" y="1744622"/>
                </a:lnTo>
                <a:lnTo>
                  <a:pt x="5169506" y="1748993"/>
                </a:lnTo>
                <a:lnTo>
                  <a:pt x="5154299" y="1744080"/>
                </a:lnTo>
                <a:cubicBezTo>
                  <a:pt x="5152463" y="1742751"/>
                  <a:pt x="5150989" y="1741283"/>
                  <a:pt x="5149917" y="1739727"/>
                </a:cubicBezTo>
                <a:lnTo>
                  <a:pt x="5100319" y="1745797"/>
                </a:lnTo>
                <a:lnTo>
                  <a:pt x="5094361" y="1745767"/>
                </a:lnTo>
                <a:lnTo>
                  <a:pt x="5053410" y="1742790"/>
                </a:lnTo>
                <a:lnTo>
                  <a:pt x="4992711" y="1734075"/>
                </a:lnTo>
                <a:cubicBezTo>
                  <a:pt x="4972764" y="1728527"/>
                  <a:pt x="4955480" y="1708667"/>
                  <a:pt x="4930098" y="1717312"/>
                </a:cubicBezTo>
                <a:cubicBezTo>
                  <a:pt x="4936142" y="1706767"/>
                  <a:pt x="4900350" y="1719438"/>
                  <a:pt x="4893834" y="1710028"/>
                </a:cubicBezTo>
                <a:cubicBezTo>
                  <a:pt x="4890113" y="1702277"/>
                  <a:pt x="4878389" y="1704314"/>
                  <a:pt x="4868730" y="1702384"/>
                </a:cubicBezTo>
                <a:cubicBezTo>
                  <a:pt x="4860577" y="1694955"/>
                  <a:pt x="4813519" y="1692594"/>
                  <a:pt x="4797925" y="1695535"/>
                </a:cubicBezTo>
                <a:cubicBezTo>
                  <a:pt x="4754973" y="1708626"/>
                  <a:pt x="4712186" y="1679830"/>
                  <a:pt x="4677670" y="1689453"/>
                </a:cubicBezTo>
                <a:cubicBezTo>
                  <a:pt x="4650390" y="1686902"/>
                  <a:pt x="4641786" y="1682702"/>
                  <a:pt x="4634248" y="1680227"/>
                </a:cubicBezTo>
                <a:lnTo>
                  <a:pt x="4632434" y="1674607"/>
                </a:lnTo>
                <a:lnTo>
                  <a:pt x="4619204" y="1672507"/>
                </a:lnTo>
                <a:lnTo>
                  <a:pt x="4616283" y="1670977"/>
                </a:lnTo>
                <a:cubicBezTo>
                  <a:pt x="4610716" y="1668036"/>
                  <a:pt x="4605090" y="1665277"/>
                  <a:pt x="4598926" y="1663178"/>
                </a:cubicBezTo>
                <a:cubicBezTo>
                  <a:pt x="4588025" y="1686237"/>
                  <a:pt x="4544698" y="1649138"/>
                  <a:pt x="4547069" y="1670642"/>
                </a:cubicBezTo>
                <a:lnTo>
                  <a:pt x="4523516" y="1669785"/>
                </a:lnTo>
                <a:lnTo>
                  <a:pt x="4500586" y="1675912"/>
                </a:lnTo>
                <a:lnTo>
                  <a:pt x="4488196" y="1683463"/>
                </a:lnTo>
                <a:lnTo>
                  <a:pt x="4445463" y="1695634"/>
                </a:lnTo>
                <a:lnTo>
                  <a:pt x="4446550" y="1680538"/>
                </a:lnTo>
                <a:lnTo>
                  <a:pt x="4365375" y="1697935"/>
                </a:lnTo>
                <a:lnTo>
                  <a:pt x="4305123" y="1714185"/>
                </a:lnTo>
                <a:lnTo>
                  <a:pt x="4292665" y="1720703"/>
                </a:lnTo>
                <a:lnTo>
                  <a:pt x="4276789" y="1718367"/>
                </a:lnTo>
                <a:cubicBezTo>
                  <a:pt x="4274740" y="1717359"/>
                  <a:pt x="4273021" y="1716157"/>
                  <a:pt x="4271683" y="1714801"/>
                </a:cubicBezTo>
                <a:lnTo>
                  <a:pt x="4223918" y="1728936"/>
                </a:lnTo>
                <a:lnTo>
                  <a:pt x="4218039" y="1729885"/>
                </a:lnTo>
                <a:lnTo>
                  <a:pt x="4177153" y="1733691"/>
                </a:lnTo>
                <a:lnTo>
                  <a:pt x="4051032" y="1728886"/>
                </a:lnTo>
                <a:cubicBezTo>
                  <a:pt x="4055072" y="1717510"/>
                  <a:pt x="4022108" y="1735873"/>
                  <a:pt x="4013978" y="1727679"/>
                </a:cubicBezTo>
                <a:cubicBezTo>
                  <a:pt x="4008905" y="1720660"/>
                  <a:pt x="3997723" y="1724594"/>
                  <a:pt x="3987857" y="1724282"/>
                </a:cubicBezTo>
                <a:cubicBezTo>
                  <a:pt x="3978476" y="1718309"/>
                  <a:pt x="3931683" y="1723723"/>
                  <a:pt x="3916852" y="1729184"/>
                </a:cubicBezTo>
                <a:cubicBezTo>
                  <a:pt x="3876910" y="1749138"/>
                  <a:pt x="3829523" y="1727824"/>
                  <a:pt x="3797263" y="1742976"/>
                </a:cubicBezTo>
                <a:cubicBezTo>
                  <a:pt x="3769922" y="1744951"/>
                  <a:pt x="3760682" y="1742230"/>
                  <a:pt x="3752806" y="1741033"/>
                </a:cubicBezTo>
                <a:lnTo>
                  <a:pt x="3749997" y="1735799"/>
                </a:lnTo>
                <a:lnTo>
                  <a:pt x="3736582" y="1735907"/>
                </a:lnTo>
                <a:lnTo>
                  <a:pt x="3733428" y="1734881"/>
                </a:lnTo>
                <a:cubicBezTo>
                  <a:pt x="3727408" y="1732899"/>
                  <a:pt x="3721365" y="1731108"/>
                  <a:pt x="3714911" y="1730056"/>
                </a:cubicBezTo>
                <a:cubicBezTo>
                  <a:pt x="3708355" y="1754554"/>
                  <a:pt x="3658933" y="1725152"/>
                  <a:pt x="3665172" y="1745936"/>
                </a:cubicBezTo>
                <a:cubicBezTo>
                  <a:pt x="3628569" y="1744420"/>
                  <a:pt x="3583742" y="1775884"/>
                  <a:pt x="3552006" y="1755220"/>
                </a:cubicBezTo>
                <a:cubicBezTo>
                  <a:pt x="3497522" y="1758390"/>
                  <a:pt x="3448310" y="1757433"/>
                  <a:pt x="3390301" y="1762546"/>
                </a:cubicBezTo>
                <a:cubicBezTo>
                  <a:pt x="3345266" y="1774524"/>
                  <a:pt x="3297039" y="1758531"/>
                  <a:pt x="3264312" y="1774620"/>
                </a:cubicBezTo>
                <a:cubicBezTo>
                  <a:pt x="3212634" y="1771139"/>
                  <a:pt x="3147905" y="1780248"/>
                  <a:pt x="3106901" y="1804264"/>
                </a:cubicBezTo>
                <a:cubicBezTo>
                  <a:pt x="3051355" y="1805490"/>
                  <a:pt x="3041708" y="1820368"/>
                  <a:pt x="2993303" y="1806542"/>
                </a:cubicBezTo>
                <a:cubicBezTo>
                  <a:pt x="2989182" y="1810139"/>
                  <a:pt x="2984377" y="1813039"/>
                  <a:pt x="2979115" y="1815432"/>
                </a:cubicBezTo>
                <a:lnTo>
                  <a:pt x="2963118" y="1820962"/>
                </a:lnTo>
                <a:lnTo>
                  <a:pt x="2961156" y="1820297"/>
                </a:lnTo>
                <a:lnTo>
                  <a:pt x="2925719" y="1828468"/>
                </a:lnTo>
                <a:lnTo>
                  <a:pt x="2857951" y="1842496"/>
                </a:lnTo>
                <a:lnTo>
                  <a:pt x="2857427" y="1841591"/>
                </a:lnTo>
                <a:cubicBezTo>
                  <a:pt x="2855386" y="1839734"/>
                  <a:pt x="2852250" y="1838690"/>
                  <a:pt x="2846731" y="1839316"/>
                </a:cubicBezTo>
                <a:cubicBezTo>
                  <a:pt x="2855175" y="1823564"/>
                  <a:pt x="2843311" y="1834035"/>
                  <a:pt x="2826290" y="1837274"/>
                </a:cubicBezTo>
                <a:cubicBezTo>
                  <a:pt x="2835609" y="1813530"/>
                  <a:pt x="2787284" y="1831665"/>
                  <a:pt x="2779146" y="1820071"/>
                </a:cubicBezTo>
                <a:cubicBezTo>
                  <a:pt x="2766432" y="1822985"/>
                  <a:pt x="2753158" y="1825635"/>
                  <a:pt x="2739608" y="1827861"/>
                </a:cubicBezTo>
                <a:lnTo>
                  <a:pt x="2731631" y="1828881"/>
                </a:lnTo>
                <a:cubicBezTo>
                  <a:pt x="2731575" y="1828813"/>
                  <a:pt x="2731521" y="1828744"/>
                  <a:pt x="2731464" y="1828677"/>
                </a:cubicBezTo>
                <a:cubicBezTo>
                  <a:pt x="2729715" y="1828415"/>
                  <a:pt x="2727085" y="1828569"/>
                  <a:pt x="2723037" y="1829303"/>
                </a:cubicBezTo>
                <a:lnTo>
                  <a:pt x="2701616" y="1832725"/>
                </a:lnTo>
                <a:lnTo>
                  <a:pt x="2696239" y="1831904"/>
                </a:lnTo>
                <a:lnTo>
                  <a:pt x="2663445" y="1825958"/>
                </a:lnTo>
                <a:cubicBezTo>
                  <a:pt x="2641260" y="1825904"/>
                  <a:pt x="2595040" y="1827674"/>
                  <a:pt x="2560925" y="1829094"/>
                </a:cubicBezTo>
                <a:cubicBezTo>
                  <a:pt x="2527977" y="1836499"/>
                  <a:pt x="2496507" y="1831991"/>
                  <a:pt x="2458739" y="1834479"/>
                </a:cubicBezTo>
                <a:cubicBezTo>
                  <a:pt x="2419379" y="1848893"/>
                  <a:pt x="2396428" y="1834257"/>
                  <a:pt x="2356074" y="1836991"/>
                </a:cubicBezTo>
                <a:cubicBezTo>
                  <a:pt x="2323435" y="1857644"/>
                  <a:pt x="2325610" y="1826053"/>
                  <a:pt x="2304241" y="1822021"/>
                </a:cubicBezTo>
                <a:lnTo>
                  <a:pt x="2298362" y="1822125"/>
                </a:lnTo>
                <a:lnTo>
                  <a:pt x="2283527" y="1826361"/>
                </a:lnTo>
                <a:lnTo>
                  <a:pt x="2278150" y="1828604"/>
                </a:lnTo>
                <a:cubicBezTo>
                  <a:pt x="2274371" y="1829907"/>
                  <a:pt x="2271762" y="1830461"/>
                  <a:pt x="2269853" y="1830502"/>
                </a:cubicBezTo>
                <a:lnTo>
                  <a:pt x="2269585" y="1830341"/>
                </a:lnTo>
                <a:lnTo>
                  <a:pt x="2225332" y="1845825"/>
                </a:lnTo>
                <a:cubicBezTo>
                  <a:pt x="2211505" y="1836594"/>
                  <a:pt x="2170867" y="1860661"/>
                  <a:pt x="2169048" y="1837658"/>
                </a:cubicBezTo>
                <a:cubicBezTo>
                  <a:pt x="2153238" y="1843278"/>
                  <a:pt x="2146132" y="1854645"/>
                  <a:pt x="2147231" y="1839027"/>
                </a:cubicBezTo>
                <a:cubicBezTo>
                  <a:pt x="2141901" y="1840465"/>
                  <a:pt x="2138205" y="1840014"/>
                  <a:pt x="2135241" y="1838652"/>
                </a:cubicBezTo>
                <a:lnTo>
                  <a:pt x="2099215" y="1850768"/>
                </a:lnTo>
                <a:lnTo>
                  <a:pt x="2094046" y="1850806"/>
                </a:lnTo>
                <a:lnTo>
                  <a:pt x="2071850" y="1861319"/>
                </a:lnTo>
                <a:lnTo>
                  <a:pt x="2039607" y="1874318"/>
                </a:lnTo>
                <a:lnTo>
                  <a:pt x="2037289" y="1874025"/>
                </a:lnTo>
                <a:lnTo>
                  <a:pt x="2023615" y="1881562"/>
                </a:lnTo>
                <a:cubicBezTo>
                  <a:pt x="2019390" y="1884562"/>
                  <a:pt x="1959668" y="1894795"/>
                  <a:pt x="1957176" y="1898709"/>
                </a:cubicBezTo>
                <a:cubicBezTo>
                  <a:pt x="1901224" y="1893805"/>
                  <a:pt x="1914145" y="1913274"/>
                  <a:pt x="1858081" y="1923144"/>
                </a:cubicBezTo>
                <a:cubicBezTo>
                  <a:pt x="1819487" y="1923227"/>
                  <a:pt x="1798952" y="1929741"/>
                  <a:pt x="1738865" y="1944965"/>
                </a:cubicBezTo>
                <a:cubicBezTo>
                  <a:pt x="1698633" y="1955957"/>
                  <a:pt x="1670491" y="1978862"/>
                  <a:pt x="1616692" y="1989107"/>
                </a:cubicBezTo>
                <a:cubicBezTo>
                  <a:pt x="1565257" y="2022368"/>
                  <a:pt x="1474172" y="2022156"/>
                  <a:pt x="1411898" y="2046254"/>
                </a:cubicBezTo>
                <a:cubicBezTo>
                  <a:pt x="1380237" y="2035952"/>
                  <a:pt x="1386648" y="2042292"/>
                  <a:pt x="1375780" y="2047961"/>
                </a:cubicBezTo>
                <a:cubicBezTo>
                  <a:pt x="1375756" y="2047968"/>
                  <a:pt x="1375731" y="2047974"/>
                  <a:pt x="1375707" y="2047981"/>
                </a:cubicBezTo>
                <a:lnTo>
                  <a:pt x="1285585" y="2047113"/>
                </a:lnTo>
                <a:cubicBezTo>
                  <a:pt x="1279541" y="2043453"/>
                  <a:pt x="1272537" y="2040974"/>
                  <a:pt x="1263658" y="2041397"/>
                </a:cubicBezTo>
                <a:cubicBezTo>
                  <a:pt x="1212454" y="2058890"/>
                  <a:pt x="1258499" y="2026611"/>
                  <a:pt x="1170403" y="2033399"/>
                </a:cubicBezTo>
                <a:cubicBezTo>
                  <a:pt x="1166530" y="2036274"/>
                  <a:pt x="1154254" y="2033463"/>
                  <a:pt x="1153718" y="2029576"/>
                </a:cubicBezTo>
                <a:cubicBezTo>
                  <a:pt x="1148486" y="2030819"/>
                  <a:pt x="1137980" y="2038354"/>
                  <a:pt x="1133937" y="2032149"/>
                </a:cubicBezTo>
                <a:cubicBezTo>
                  <a:pt x="1104720" y="2031606"/>
                  <a:pt x="1077532" y="2035424"/>
                  <a:pt x="1054999" y="2043242"/>
                </a:cubicBezTo>
                <a:cubicBezTo>
                  <a:pt x="1024875" y="2038090"/>
                  <a:pt x="1020473" y="2042711"/>
                  <a:pt x="1018405" y="2048281"/>
                </a:cubicBezTo>
                <a:lnTo>
                  <a:pt x="1016563" y="2051718"/>
                </a:lnTo>
                <a:lnTo>
                  <a:pt x="1008284" y="2046742"/>
                </a:lnTo>
                <a:cubicBezTo>
                  <a:pt x="999244" y="2043620"/>
                  <a:pt x="990505" y="2044937"/>
                  <a:pt x="981974" y="2048363"/>
                </a:cubicBezTo>
                <a:lnTo>
                  <a:pt x="971903" y="2053484"/>
                </a:lnTo>
                <a:lnTo>
                  <a:pt x="954015" y="2052529"/>
                </a:lnTo>
                <a:cubicBezTo>
                  <a:pt x="931960" y="2051365"/>
                  <a:pt x="861352" y="2046214"/>
                  <a:pt x="839571" y="2046509"/>
                </a:cubicBezTo>
                <a:lnTo>
                  <a:pt x="823321" y="2054296"/>
                </a:lnTo>
                <a:lnTo>
                  <a:pt x="800990" y="2051523"/>
                </a:lnTo>
                <a:cubicBezTo>
                  <a:pt x="790723" y="2052171"/>
                  <a:pt x="782268" y="2055403"/>
                  <a:pt x="776439" y="2062634"/>
                </a:cubicBezTo>
                <a:cubicBezTo>
                  <a:pt x="773155" y="2056184"/>
                  <a:pt x="769593" y="2059253"/>
                  <a:pt x="763041" y="2063995"/>
                </a:cubicBezTo>
                <a:lnTo>
                  <a:pt x="757863" y="2065877"/>
                </a:lnTo>
                <a:lnTo>
                  <a:pt x="745053" y="2051831"/>
                </a:lnTo>
                <a:lnTo>
                  <a:pt x="722609" y="2049504"/>
                </a:lnTo>
                <a:lnTo>
                  <a:pt x="717618" y="2042131"/>
                </a:lnTo>
                <a:lnTo>
                  <a:pt x="703285" y="2046808"/>
                </a:lnTo>
                <a:cubicBezTo>
                  <a:pt x="698219" y="2048137"/>
                  <a:pt x="690058" y="2049926"/>
                  <a:pt x="680199" y="2051947"/>
                </a:cubicBezTo>
                <a:lnTo>
                  <a:pt x="667351" y="2054469"/>
                </a:lnTo>
                <a:lnTo>
                  <a:pt x="660961" y="2049404"/>
                </a:lnTo>
                <a:lnTo>
                  <a:pt x="638282" y="2060093"/>
                </a:lnTo>
                <a:lnTo>
                  <a:pt x="583551" y="2070197"/>
                </a:lnTo>
                <a:cubicBezTo>
                  <a:pt x="569268" y="2091365"/>
                  <a:pt x="529124" y="2053106"/>
                  <a:pt x="525274" y="2079137"/>
                </a:cubicBezTo>
                <a:cubicBezTo>
                  <a:pt x="506495" y="2056498"/>
                  <a:pt x="440091" y="2069666"/>
                  <a:pt x="405635" y="2059339"/>
                </a:cubicBezTo>
                <a:cubicBezTo>
                  <a:pt x="397410" y="2069278"/>
                  <a:pt x="294416" y="2032966"/>
                  <a:pt x="281555" y="2022847"/>
                </a:cubicBezTo>
                <a:cubicBezTo>
                  <a:pt x="171589" y="1986245"/>
                  <a:pt x="126791" y="1985528"/>
                  <a:pt x="98513" y="1969504"/>
                </a:cubicBezTo>
                <a:cubicBezTo>
                  <a:pt x="85544" y="1965247"/>
                  <a:pt x="73324" y="1958000"/>
                  <a:pt x="56191" y="1950709"/>
                </a:cubicBezTo>
                <a:lnTo>
                  <a:pt x="0" y="19357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84994" name="Rectangle 2"/>
          <p:cNvSpPr>
            <a:spLocks noGrp="1" noChangeArrowheads="1"/>
          </p:cNvSpPr>
          <p:nvPr>
            <p:ph type="title"/>
          </p:nvPr>
        </p:nvSpPr>
        <p:spPr>
          <a:xfrm>
            <a:off x="1137036" y="548640"/>
            <a:ext cx="9543405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Game #2 – Disease Modeling Revisited</a:t>
            </a:r>
          </a:p>
        </p:txBody>
      </p:sp>
      <p:sp>
        <p:nvSpPr>
          <p:cNvPr id="849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57987" y="2431765"/>
            <a:ext cx="8276026" cy="3320031"/>
          </a:xfrm>
        </p:spPr>
        <p:txBody>
          <a:bodyPr anchor="ctr">
            <a:normAutofit/>
          </a:bodyPr>
          <a:lstStyle/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Rules: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Start with 20 clear/yellow beads and 1 blue bead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Bead selector pulls out 2 beads (no peeking!!)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If 2 clear/yellow or 2 blue – put both back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If 1 clear/yellow and 1 blue, flip a coin. If heads, put 2 blues back, if tails, put 1 clear/yellow and 1 blue back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Repeat until time is up</a:t>
            </a:r>
          </a:p>
          <a:p>
            <a:pPr lvl="1"/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Scribe counts final numbers</a:t>
            </a:r>
          </a:p>
          <a:p>
            <a:pPr lvl="1"/>
            <a:endParaRPr lang="en-US" sz="200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lvl="1"/>
            <a:endParaRPr lang="en-US" sz="20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85004" name="Freeform: Shape 85003">
            <a:extLst>
              <a:ext uri="{FF2B5EF4-FFF2-40B4-BE49-F238E27FC236}">
                <a16:creationId xmlns:a16="http://schemas.microsoft.com/office/drawing/2014/main" id="{142DCE2C-2863-46FA-9BE7-24365A24D9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24586" y="5970896"/>
            <a:ext cx="9967416" cy="887104"/>
          </a:xfrm>
          <a:custGeom>
            <a:avLst/>
            <a:gdLst>
              <a:gd name="connsiteX0" fmla="*/ 4686423 w 9517857"/>
              <a:gd name="connsiteY0" fmla="*/ 247919 h 918356"/>
              <a:gd name="connsiteX1" fmla="*/ 4689051 w 9517857"/>
              <a:gd name="connsiteY1" fmla="*/ 250968 h 918356"/>
              <a:gd name="connsiteX2" fmla="*/ 4687244 w 9517857"/>
              <a:gd name="connsiteY2" fmla="*/ 251298 h 918356"/>
              <a:gd name="connsiteX3" fmla="*/ 4685225 w 9517857"/>
              <a:gd name="connsiteY3" fmla="*/ 246530 h 918356"/>
              <a:gd name="connsiteX4" fmla="*/ 4686133 w 9517857"/>
              <a:gd name="connsiteY4" fmla="*/ 246727 h 918356"/>
              <a:gd name="connsiteX5" fmla="*/ 4686423 w 9517857"/>
              <a:gd name="connsiteY5" fmla="*/ 247919 h 918356"/>
              <a:gd name="connsiteX6" fmla="*/ 9517856 w 9517857"/>
              <a:gd name="connsiteY6" fmla="*/ 0 h 918356"/>
              <a:gd name="connsiteX7" fmla="*/ 9517857 w 9517857"/>
              <a:gd name="connsiteY7" fmla="*/ 12 h 918356"/>
              <a:gd name="connsiteX8" fmla="*/ 9517857 w 9517857"/>
              <a:gd name="connsiteY8" fmla="*/ 918356 h 918356"/>
              <a:gd name="connsiteX9" fmla="*/ 14604 w 9517857"/>
              <a:gd name="connsiteY9" fmla="*/ 918356 h 918356"/>
              <a:gd name="connsiteX10" fmla="*/ 12841 w 9517857"/>
              <a:gd name="connsiteY10" fmla="*/ 917763 h 918356"/>
              <a:gd name="connsiteX11" fmla="*/ 93 w 9517857"/>
              <a:gd name="connsiteY11" fmla="*/ 912471 h 918356"/>
              <a:gd name="connsiteX12" fmla="*/ 58674 w 9517857"/>
              <a:gd name="connsiteY12" fmla="*/ 890322 h 918356"/>
              <a:gd name="connsiteX13" fmla="*/ 275005 w 9517857"/>
              <a:gd name="connsiteY13" fmla="*/ 807229 h 918356"/>
              <a:gd name="connsiteX14" fmla="*/ 587824 w 9517857"/>
              <a:gd name="connsiteY14" fmla="*/ 798195 h 918356"/>
              <a:gd name="connsiteX15" fmla="*/ 651826 w 9517857"/>
              <a:gd name="connsiteY15" fmla="*/ 738338 h 918356"/>
              <a:gd name="connsiteX16" fmla="*/ 727985 w 9517857"/>
              <a:gd name="connsiteY16" fmla="*/ 719826 h 918356"/>
              <a:gd name="connsiteX17" fmla="*/ 778982 w 9517857"/>
              <a:gd name="connsiteY17" fmla="*/ 710142 h 918356"/>
              <a:gd name="connsiteX18" fmla="*/ 849944 w 9517857"/>
              <a:gd name="connsiteY18" fmla="*/ 717987 h 918356"/>
              <a:gd name="connsiteX19" fmla="*/ 921659 w 9517857"/>
              <a:gd name="connsiteY19" fmla="*/ 712695 h 918356"/>
              <a:gd name="connsiteX20" fmla="*/ 930946 w 9517857"/>
              <a:gd name="connsiteY20" fmla="*/ 734046 h 918356"/>
              <a:gd name="connsiteX21" fmla="*/ 986250 w 9517857"/>
              <a:gd name="connsiteY21" fmla="*/ 713530 h 918356"/>
              <a:gd name="connsiteX22" fmla="*/ 1013752 w 9517857"/>
              <a:gd name="connsiteY22" fmla="*/ 713361 h 918356"/>
              <a:gd name="connsiteX23" fmla="*/ 1023734 w 9517857"/>
              <a:gd name="connsiteY23" fmla="*/ 718571 h 918356"/>
              <a:gd name="connsiteX24" fmla="*/ 1063207 w 9517857"/>
              <a:gd name="connsiteY24" fmla="*/ 715651 h 918356"/>
              <a:gd name="connsiteX25" fmla="*/ 1081980 w 9517857"/>
              <a:gd name="connsiteY25" fmla="*/ 738455 h 918356"/>
              <a:gd name="connsiteX26" fmla="*/ 1218120 w 9517857"/>
              <a:gd name="connsiteY26" fmla="*/ 713280 h 918356"/>
              <a:gd name="connsiteX27" fmla="*/ 1397459 w 9517857"/>
              <a:gd name="connsiteY27" fmla="*/ 691190 h 918356"/>
              <a:gd name="connsiteX28" fmla="*/ 1580688 w 9517857"/>
              <a:gd name="connsiteY28" fmla="*/ 693697 h 918356"/>
              <a:gd name="connsiteX29" fmla="*/ 1772334 w 9517857"/>
              <a:gd name="connsiteY29" fmla="*/ 710640 h 918356"/>
              <a:gd name="connsiteX30" fmla="*/ 2002561 w 9517857"/>
              <a:gd name="connsiteY30" fmla="*/ 659917 h 918356"/>
              <a:gd name="connsiteX31" fmla="*/ 2135144 w 9517857"/>
              <a:gd name="connsiteY31" fmla="*/ 636501 h 918356"/>
              <a:gd name="connsiteX32" fmla="*/ 2440292 w 9517857"/>
              <a:gd name="connsiteY32" fmla="*/ 593862 h 918356"/>
              <a:gd name="connsiteX33" fmla="*/ 2547829 w 9517857"/>
              <a:gd name="connsiteY33" fmla="*/ 566150 h 918356"/>
              <a:gd name="connsiteX34" fmla="*/ 2658055 w 9517857"/>
              <a:gd name="connsiteY34" fmla="*/ 578727 h 918356"/>
              <a:gd name="connsiteX35" fmla="*/ 2693698 w 9517857"/>
              <a:gd name="connsiteY35" fmla="*/ 560029 h 918356"/>
              <a:gd name="connsiteX36" fmla="*/ 2699673 w 9517857"/>
              <a:gd name="connsiteY36" fmla="*/ 556400 h 918356"/>
              <a:gd name="connsiteX37" fmla="*/ 2727306 w 9517857"/>
              <a:gd name="connsiteY37" fmla="*/ 550698 h 918356"/>
              <a:gd name="connsiteX38" fmla="*/ 2730451 w 9517857"/>
              <a:gd name="connsiteY38" fmla="*/ 538058 h 918356"/>
              <a:gd name="connsiteX39" fmla="*/ 2768713 w 9517857"/>
              <a:gd name="connsiteY39" fmla="*/ 521575 h 918356"/>
              <a:gd name="connsiteX40" fmla="*/ 2820868 w 9517857"/>
              <a:gd name="connsiteY40" fmla="*/ 514160 h 918356"/>
              <a:gd name="connsiteX41" fmla="*/ 3073635 w 9517857"/>
              <a:gd name="connsiteY41" fmla="*/ 491294 h 918356"/>
              <a:gd name="connsiteX42" fmla="*/ 3222071 w 9517857"/>
              <a:gd name="connsiteY42" fmla="*/ 470559 h 918356"/>
              <a:gd name="connsiteX43" fmla="*/ 3274069 w 9517857"/>
              <a:gd name="connsiteY43" fmla="*/ 451605 h 918356"/>
              <a:gd name="connsiteX44" fmla="*/ 3349632 w 9517857"/>
              <a:gd name="connsiteY44" fmla="*/ 432583 h 918356"/>
              <a:gd name="connsiteX45" fmla="*/ 3479593 w 9517857"/>
              <a:gd name="connsiteY45" fmla="*/ 390437 h 918356"/>
              <a:gd name="connsiteX46" fmla="*/ 3660110 w 9517857"/>
              <a:gd name="connsiteY46" fmla="*/ 348726 h 918356"/>
              <a:gd name="connsiteX47" fmla="*/ 3750023 w 9517857"/>
              <a:gd name="connsiteY47" fmla="*/ 370678 h 918356"/>
              <a:gd name="connsiteX48" fmla="*/ 3844133 w 9517857"/>
              <a:gd name="connsiteY48" fmla="*/ 360648 h 918356"/>
              <a:gd name="connsiteX49" fmla="*/ 3913545 w 9517857"/>
              <a:gd name="connsiteY49" fmla="*/ 344235 h 918356"/>
              <a:gd name="connsiteX50" fmla="*/ 4266740 w 9517857"/>
              <a:gd name="connsiteY50" fmla="*/ 361454 h 918356"/>
              <a:gd name="connsiteX51" fmla="*/ 4430770 w 9517857"/>
              <a:gd name="connsiteY51" fmla="*/ 342643 h 918356"/>
              <a:gd name="connsiteX52" fmla="*/ 4512664 w 9517857"/>
              <a:gd name="connsiteY52" fmla="*/ 319948 h 918356"/>
              <a:gd name="connsiteX53" fmla="*/ 4616423 w 9517857"/>
              <a:gd name="connsiteY53" fmla="*/ 290914 h 918356"/>
              <a:gd name="connsiteX54" fmla="*/ 4691675 w 9517857"/>
              <a:gd name="connsiteY54" fmla="*/ 254011 h 918356"/>
              <a:gd name="connsiteX55" fmla="*/ 4689051 w 9517857"/>
              <a:gd name="connsiteY55" fmla="*/ 250968 h 918356"/>
              <a:gd name="connsiteX56" fmla="*/ 4719994 w 9517857"/>
              <a:gd name="connsiteY56" fmla="*/ 245307 h 918356"/>
              <a:gd name="connsiteX57" fmla="*/ 4752894 w 9517857"/>
              <a:gd name="connsiteY57" fmla="*/ 239875 h 918356"/>
              <a:gd name="connsiteX58" fmla="*/ 4769329 w 9517857"/>
              <a:gd name="connsiteY58" fmla="*/ 233585 h 918356"/>
              <a:gd name="connsiteX59" fmla="*/ 4775634 w 9517857"/>
              <a:gd name="connsiteY59" fmla="*/ 234063 h 918356"/>
              <a:gd name="connsiteX60" fmla="*/ 4790452 w 9517857"/>
              <a:gd name="connsiteY60" fmla="*/ 233572 h 918356"/>
              <a:gd name="connsiteX61" fmla="*/ 4789062 w 9517857"/>
              <a:gd name="connsiteY61" fmla="*/ 241924 h 918356"/>
              <a:gd name="connsiteX62" fmla="*/ 4827826 w 9517857"/>
              <a:gd name="connsiteY62" fmla="*/ 246977 h 918356"/>
              <a:gd name="connsiteX63" fmla="*/ 4892569 w 9517857"/>
              <a:gd name="connsiteY63" fmla="*/ 249933 h 918356"/>
              <a:gd name="connsiteX64" fmla="*/ 4896611 w 9517857"/>
              <a:gd name="connsiteY64" fmla="*/ 240448 h 918356"/>
              <a:gd name="connsiteX65" fmla="*/ 4917286 w 9517857"/>
              <a:gd name="connsiteY65" fmla="*/ 243659 h 918356"/>
              <a:gd name="connsiteX66" fmla="*/ 4981173 w 9517857"/>
              <a:gd name="connsiteY66" fmla="*/ 247103 h 918356"/>
              <a:gd name="connsiteX67" fmla="*/ 5060397 w 9517857"/>
              <a:gd name="connsiteY67" fmla="*/ 263688 h 918356"/>
              <a:gd name="connsiteX68" fmla="*/ 5252996 w 9517857"/>
              <a:gd name="connsiteY68" fmla="*/ 270655 h 918356"/>
              <a:gd name="connsiteX69" fmla="*/ 5358056 w 9517857"/>
              <a:gd name="connsiteY69" fmla="*/ 247248 h 918356"/>
              <a:gd name="connsiteX70" fmla="*/ 5426496 w 9517857"/>
              <a:gd name="connsiteY70" fmla="*/ 235142 h 918356"/>
              <a:gd name="connsiteX71" fmla="*/ 5497161 w 9517857"/>
              <a:gd name="connsiteY71" fmla="*/ 228808 h 918356"/>
              <a:gd name="connsiteX72" fmla="*/ 5826043 w 9517857"/>
              <a:gd name="connsiteY72" fmla="*/ 148073 h 918356"/>
              <a:gd name="connsiteX73" fmla="*/ 6013415 w 9517857"/>
              <a:gd name="connsiteY73" fmla="*/ 137316 h 918356"/>
              <a:gd name="connsiteX74" fmla="*/ 6080994 w 9517857"/>
              <a:gd name="connsiteY74" fmla="*/ 142938 h 918356"/>
              <a:gd name="connsiteX75" fmla="*/ 6194152 w 9517857"/>
              <a:gd name="connsiteY75" fmla="*/ 151772 h 918356"/>
              <a:gd name="connsiteX76" fmla="*/ 6281379 w 9517857"/>
              <a:gd name="connsiteY76" fmla="*/ 181626 h 918356"/>
              <a:gd name="connsiteX77" fmla="*/ 6374947 w 9517857"/>
              <a:gd name="connsiteY77" fmla="*/ 179799 h 918356"/>
              <a:gd name="connsiteX78" fmla="*/ 6448518 w 9517857"/>
              <a:gd name="connsiteY78" fmla="*/ 164378 h 918356"/>
              <a:gd name="connsiteX79" fmla="*/ 6544700 w 9517857"/>
              <a:gd name="connsiteY79" fmla="*/ 167161 h 918356"/>
              <a:gd name="connsiteX80" fmla="*/ 6648353 w 9517857"/>
              <a:gd name="connsiteY80" fmla="*/ 172250 h 918356"/>
              <a:gd name="connsiteX81" fmla="*/ 6736227 w 9517857"/>
              <a:gd name="connsiteY81" fmla="*/ 173216 h 918356"/>
              <a:gd name="connsiteX82" fmla="*/ 6977218 w 9517857"/>
              <a:gd name="connsiteY82" fmla="*/ 184289 h 918356"/>
              <a:gd name="connsiteX83" fmla="*/ 7065221 w 9517857"/>
              <a:gd name="connsiteY83" fmla="*/ 227531 h 918356"/>
              <a:gd name="connsiteX84" fmla="*/ 7366876 w 9517857"/>
              <a:gd name="connsiteY84" fmla="*/ 248468 h 918356"/>
              <a:gd name="connsiteX85" fmla="*/ 7565449 w 9517857"/>
              <a:gd name="connsiteY85" fmla="*/ 258950 h 918356"/>
              <a:gd name="connsiteX86" fmla="*/ 7599285 w 9517857"/>
              <a:gd name="connsiteY86" fmla="*/ 266021 h 918356"/>
              <a:gd name="connsiteX87" fmla="*/ 7644411 w 9517857"/>
              <a:gd name="connsiteY87" fmla="*/ 258986 h 918356"/>
              <a:gd name="connsiteX88" fmla="*/ 7825110 w 9517857"/>
              <a:gd name="connsiteY88" fmla="*/ 229109 h 918356"/>
              <a:gd name="connsiteX89" fmla="*/ 7965804 w 9517857"/>
              <a:gd name="connsiteY89" fmla="*/ 190545 h 918356"/>
              <a:gd name="connsiteX90" fmla="*/ 8147401 w 9517857"/>
              <a:gd name="connsiteY90" fmla="*/ 205617 h 918356"/>
              <a:gd name="connsiteX91" fmla="*/ 8256033 w 9517857"/>
              <a:gd name="connsiteY91" fmla="*/ 193713 h 918356"/>
              <a:gd name="connsiteX92" fmla="*/ 8410677 w 9517857"/>
              <a:gd name="connsiteY92" fmla="*/ 172167 h 918356"/>
              <a:gd name="connsiteX93" fmla="*/ 8617841 w 9517857"/>
              <a:gd name="connsiteY93" fmla="*/ 155167 h 918356"/>
              <a:gd name="connsiteX94" fmla="*/ 8715976 w 9517857"/>
              <a:gd name="connsiteY94" fmla="*/ 178374 h 918356"/>
              <a:gd name="connsiteX95" fmla="*/ 8778827 w 9517857"/>
              <a:gd name="connsiteY95" fmla="*/ 172936 h 918356"/>
              <a:gd name="connsiteX96" fmla="*/ 8840778 w 9517857"/>
              <a:gd name="connsiteY96" fmla="*/ 143149 h 918356"/>
              <a:gd name="connsiteX97" fmla="*/ 9010380 w 9517857"/>
              <a:gd name="connsiteY97" fmla="*/ 91891 h 918356"/>
              <a:gd name="connsiteX98" fmla="*/ 9110856 w 9517857"/>
              <a:gd name="connsiteY98" fmla="*/ 70997 h 918356"/>
              <a:gd name="connsiteX99" fmla="*/ 9268817 w 9517857"/>
              <a:gd name="connsiteY99" fmla="*/ 53082 h 918356"/>
              <a:gd name="connsiteX100" fmla="*/ 9316667 w 9517857"/>
              <a:gd name="connsiteY100" fmla="*/ 45047 h 918356"/>
              <a:gd name="connsiteX101" fmla="*/ 9428209 w 9517857"/>
              <a:gd name="connsiteY101" fmla="*/ 29923 h 918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9517857" h="918356">
                <a:moveTo>
                  <a:pt x="4686423" y="247919"/>
                </a:moveTo>
                <a:lnTo>
                  <a:pt x="4689051" y="250968"/>
                </a:lnTo>
                <a:lnTo>
                  <a:pt x="4687244" y="251298"/>
                </a:lnTo>
                <a:close/>
                <a:moveTo>
                  <a:pt x="4685225" y="246530"/>
                </a:moveTo>
                <a:cubicBezTo>
                  <a:pt x="4688837" y="243198"/>
                  <a:pt x="4687468" y="244598"/>
                  <a:pt x="4686133" y="246727"/>
                </a:cubicBezTo>
                <a:lnTo>
                  <a:pt x="4686423" y="247919"/>
                </a:lnTo>
                <a:close/>
                <a:moveTo>
                  <a:pt x="9517856" y="0"/>
                </a:moveTo>
                <a:lnTo>
                  <a:pt x="9517857" y="12"/>
                </a:lnTo>
                <a:lnTo>
                  <a:pt x="9517857" y="918356"/>
                </a:lnTo>
                <a:lnTo>
                  <a:pt x="14604" y="918356"/>
                </a:lnTo>
                <a:lnTo>
                  <a:pt x="12841" y="917763"/>
                </a:lnTo>
                <a:cubicBezTo>
                  <a:pt x="4532" y="914864"/>
                  <a:pt x="-773" y="912807"/>
                  <a:pt x="93" y="912471"/>
                </a:cubicBezTo>
                <a:cubicBezTo>
                  <a:pt x="172" y="912298"/>
                  <a:pt x="58594" y="890495"/>
                  <a:pt x="58674" y="890322"/>
                </a:cubicBezTo>
                <a:cubicBezTo>
                  <a:pt x="127436" y="929614"/>
                  <a:pt x="206243" y="828226"/>
                  <a:pt x="275005" y="807229"/>
                </a:cubicBezTo>
                <a:cubicBezTo>
                  <a:pt x="303983" y="806087"/>
                  <a:pt x="504960" y="777375"/>
                  <a:pt x="587824" y="798195"/>
                </a:cubicBezTo>
                <a:cubicBezTo>
                  <a:pt x="598733" y="769348"/>
                  <a:pt x="682904" y="785924"/>
                  <a:pt x="651826" y="738338"/>
                </a:cubicBezTo>
                <a:cubicBezTo>
                  <a:pt x="688440" y="737862"/>
                  <a:pt x="753255" y="750396"/>
                  <a:pt x="727985" y="719826"/>
                </a:cubicBezTo>
                <a:cubicBezTo>
                  <a:pt x="739648" y="718749"/>
                  <a:pt x="775717" y="715087"/>
                  <a:pt x="778982" y="710142"/>
                </a:cubicBezTo>
                <a:cubicBezTo>
                  <a:pt x="779189" y="709407"/>
                  <a:pt x="849736" y="718721"/>
                  <a:pt x="849944" y="717987"/>
                </a:cubicBezTo>
                <a:lnTo>
                  <a:pt x="921659" y="712695"/>
                </a:lnTo>
                <a:lnTo>
                  <a:pt x="930946" y="734046"/>
                </a:lnTo>
                <a:lnTo>
                  <a:pt x="986250" y="713530"/>
                </a:lnTo>
                <a:lnTo>
                  <a:pt x="1013752" y="713361"/>
                </a:lnTo>
                <a:lnTo>
                  <a:pt x="1023734" y="718571"/>
                </a:lnTo>
                <a:cubicBezTo>
                  <a:pt x="1033291" y="721276"/>
                  <a:pt x="1045398" y="721394"/>
                  <a:pt x="1063207" y="715651"/>
                </a:cubicBezTo>
                <a:lnTo>
                  <a:pt x="1081980" y="738455"/>
                </a:lnTo>
                <a:lnTo>
                  <a:pt x="1218120" y="713280"/>
                </a:lnTo>
                <a:cubicBezTo>
                  <a:pt x="1230137" y="716162"/>
                  <a:pt x="1387179" y="685179"/>
                  <a:pt x="1397459" y="691190"/>
                </a:cubicBezTo>
                <a:cubicBezTo>
                  <a:pt x="1490025" y="704984"/>
                  <a:pt x="1465878" y="715604"/>
                  <a:pt x="1580688" y="693697"/>
                </a:cubicBezTo>
                <a:cubicBezTo>
                  <a:pt x="1607067" y="704379"/>
                  <a:pt x="1719477" y="658239"/>
                  <a:pt x="1772334" y="710640"/>
                </a:cubicBezTo>
                <a:cubicBezTo>
                  <a:pt x="1745536" y="644824"/>
                  <a:pt x="1976078" y="716436"/>
                  <a:pt x="2002561" y="659917"/>
                </a:cubicBezTo>
                <a:cubicBezTo>
                  <a:pt x="2045346" y="660357"/>
                  <a:pt x="2166676" y="654391"/>
                  <a:pt x="2135144" y="636501"/>
                </a:cubicBezTo>
                <a:cubicBezTo>
                  <a:pt x="2276591" y="665055"/>
                  <a:pt x="2293173" y="591792"/>
                  <a:pt x="2440292" y="593862"/>
                </a:cubicBezTo>
                <a:cubicBezTo>
                  <a:pt x="2495160" y="534824"/>
                  <a:pt x="2473343" y="585644"/>
                  <a:pt x="2547829" y="566150"/>
                </a:cubicBezTo>
                <a:cubicBezTo>
                  <a:pt x="2545438" y="614169"/>
                  <a:pt x="2632278" y="528280"/>
                  <a:pt x="2658055" y="578727"/>
                </a:cubicBezTo>
                <a:cubicBezTo>
                  <a:pt x="2670795" y="573581"/>
                  <a:pt x="2682322" y="567005"/>
                  <a:pt x="2693698" y="560029"/>
                </a:cubicBezTo>
                <a:lnTo>
                  <a:pt x="2699673" y="556400"/>
                </a:lnTo>
                <a:lnTo>
                  <a:pt x="2727306" y="550698"/>
                </a:lnTo>
                <a:lnTo>
                  <a:pt x="2730451" y="538058"/>
                </a:lnTo>
                <a:lnTo>
                  <a:pt x="2768713" y="521575"/>
                </a:lnTo>
                <a:cubicBezTo>
                  <a:pt x="2783756" y="517104"/>
                  <a:pt x="2800788" y="514291"/>
                  <a:pt x="2820868" y="514160"/>
                </a:cubicBezTo>
                <a:cubicBezTo>
                  <a:pt x="2894791" y="532885"/>
                  <a:pt x="2981506" y="465507"/>
                  <a:pt x="3073635" y="491294"/>
                </a:cubicBezTo>
                <a:cubicBezTo>
                  <a:pt x="3106872" y="496624"/>
                  <a:pt x="3205785" y="487718"/>
                  <a:pt x="3222071" y="470559"/>
                </a:cubicBezTo>
                <a:cubicBezTo>
                  <a:pt x="3242193" y="465514"/>
                  <a:pt x="3267163" y="469136"/>
                  <a:pt x="3274069" y="451605"/>
                </a:cubicBezTo>
                <a:cubicBezTo>
                  <a:pt x="3286659" y="430165"/>
                  <a:pt x="3363648" y="455571"/>
                  <a:pt x="3349632" y="432583"/>
                </a:cubicBezTo>
                <a:cubicBezTo>
                  <a:pt x="3404182" y="449847"/>
                  <a:pt x="3438210" y="404323"/>
                  <a:pt x="3479593" y="390437"/>
                </a:cubicBezTo>
                <a:cubicBezTo>
                  <a:pt x="3523240" y="408403"/>
                  <a:pt x="3567027" y="361554"/>
                  <a:pt x="3660110" y="348726"/>
                </a:cubicBezTo>
                <a:cubicBezTo>
                  <a:pt x="3708299" y="369683"/>
                  <a:pt x="3662447" y="344775"/>
                  <a:pt x="3750023" y="370678"/>
                </a:cubicBezTo>
                <a:cubicBezTo>
                  <a:pt x="3752092" y="367132"/>
                  <a:pt x="3816880" y="365055"/>
                  <a:pt x="3844133" y="360648"/>
                </a:cubicBezTo>
                <a:cubicBezTo>
                  <a:pt x="3871386" y="356240"/>
                  <a:pt x="3882848" y="332490"/>
                  <a:pt x="3913545" y="344235"/>
                </a:cubicBezTo>
                <a:cubicBezTo>
                  <a:pt x="4050255" y="376864"/>
                  <a:pt x="4159924" y="363190"/>
                  <a:pt x="4266740" y="361454"/>
                </a:cubicBezTo>
                <a:cubicBezTo>
                  <a:pt x="4385770" y="354374"/>
                  <a:pt x="4314535" y="340143"/>
                  <a:pt x="4430770" y="342643"/>
                </a:cubicBezTo>
                <a:cubicBezTo>
                  <a:pt x="4439969" y="322594"/>
                  <a:pt x="4478290" y="314645"/>
                  <a:pt x="4512664" y="319948"/>
                </a:cubicBezTo>
                <a:cubicBezTo>
                  <a:pt x="4570011" y="315138"/>
                  <a:pt x="4549085" y="269599"/>
                  <a:pt x="4616423" y="290914"/>
                </a:cubicBezTo>
                <a:cubicBezTo>
                  <a:pt x="4599641" y="270277"/>
                  <a:pt x="4692085" y="269216"/>
                  <a:pt x="4691675" y="254011"/>
                </a:cubicBezTo>
                <a:lnTo>
                  <a:pt x="4689051" y="250968"/>
                </a:lnTo>
                <a:lnTo>
                  <a:pt x="4719994" y="245307"/>
                </a:lnTo>
                <a:cubicBezTo>
                  <a:pt x="4732635" y="242775"/>
                  <a:pt x="4745300" y="240335"/>
                  <a:pt x="4752894" y="239875"/>
                </a:cubicBezTo>
                <a:lnTo>
                  <a:pt x="4769329" y="233585"/>
                </a:lnTo>
                <a:lnTo>
                  <a:pt x="4775634" y="234063"/>
                </a:lnTo>
                <a:lnTo>
                  <a:pt x="4790452" y="233572"/>
                </a:lnTo>
                <a:cubicBezTo>
                  <a:pt x="4789989" y="236356"/>
                  <a:pt x="4789525" y="239141"/>
                  <a:pt x="4789062" y="241924"/>
                </a:cubicBezTo>
                <a:cubicBezTo>
                  <a:pt x="4786342" y="249932"/>
                  <a:pt x="4804560" y="248631"/>
                  <a:pt x="4827826" y="246977"/>
                </a:cubicBezTo>
                <a:cubicBezTo>
                  <a:pt x="4875782" y="239569"/>
                  <a:pt x="4874112" y="283413"/>
                  <a:pt x="4892569" y="249933"/>
                </a:cubicBezTo>
                <a:lnTo>
                  <a:pt x="4896611" y="240448"/>
                </a:lnTo>
                <a:lnTo>
                  <a:pt x="4917286" y="243659"/>
                </a:lnTo>
                <a:cubicBezTo>
                  <a:pt x="4923060" y="243799"/>
                  <a:pt x="4981729" y="240979"/>
                  <a:pt x="4981173" y="247103"/>
                </a:cubicBezTo>
                <a:cubicBezTo>
                  <a:pt x="5024880" y="220690"/>
                  <a:pt x="5014146" y="257963"/>
                  <a:pt x="5060397" y="263688"/>
                </a:cubicBezTo>
                <a:cubicBezTo>
                  <a:pt x="5093356" y="238589"/>
                  <a:pt x="5157892" y="275351"/>
                  <a:pt x="5252996" y="270655"/>
                </a:cubicBezTo>
                <a:cubicBezTo>
                  <a:pt x="5288840" y="241872"/>
                  <a:pt x="5287005" y="287921"/>
                  <a:pt x="5358056" y="247248"/>
                </a:cubicBezTo>
                <a:cubicBezTo>
                  <a:pt x="5361752" y="250257"/>
                  <a:pt x="5403312" y="238215"/>
                  <a:pt x="5426496" y="235142"/>
                </a:cubicBezTo>
                <a:cubicBezTo>
                  <a:pt x="5449679" y="232069"/>
                  <a:pt x="5473549" y="245611"/>
                  <a:pt x="5497161" y="228808"/>
                </a:cubicBezTo>
                <a:cubicBezTo>
                  <a:pt x="5611861" y="172767"/>
                  <a:pt x="5723211" y="165860"/>
                  <a:pt x="5826043" y="148073"/>
                </a:cubicBezTo>
                <a:cubicBezTo>
                  <a:pt x="5943127" y="133166"/>
                  <a:pt x="5872659" y="193078"/>
                  <a:pt x="6013415" y="137316"/>
                </a:cubicBezTo>
                <a:cubicBezTo>
                  <a:pt x="6031924" y="154783"/>
                  <a:pt x="6050745" y="154258"/>
                  <a:pt x="6080994" y="142938"/>
                </a:cubicBezTo>
                <a:cubicBezTo>
                  <a:pt x="6138083" y="137090"/>
                  <a:pt x="6140195" y="184383"/>
                  <a:pt x="6194152" y="151772"/>
                </a:cubicBezTo>
                <a:cubicBezTo>
                  <a:pt x="6187280" y="177783"/>
                  <a:pt x="6304222" y="153410"/>
                  <a:pt x="6281379" y="181626"/>
                </a:cubicBezTo>
                <a:cubicBezTo>
                  <a:pt x="6321899" y="201819"/>
                  <a:pt x="6335111" y="162590"/>
                  <a:pt x="6374947" y="179799"/>
                </a:cubicBezTo>
                <a:cubicBezTo>
                  <a:pt x="6417404" y="181336"/>
                  <a:pt x="6402484" y="169694"/>
                  <a:pt x="6448518" y="164378"/>
                </a:cubicBezTo>
                <a:cubicBezTo>
                  <a:pt x="6504958" y="162488"/>
                  <a:pt x="6493438" y="111203"/>
                  <a:pt x="6544700" y="167161"/>
                </a:cubicBezTo>
                <a:cubicBezTo>
                  <a:pt x="6601507" y="148697"/>
                  <a:pt x="6566269" y="164386"/>
                  <a:pt x="6648353" y="172250"/>
                </a:cubicBezTo>
                <a:cubicBezTo>
                  <a:pt x="6680008" y="155223"/>
                  <a:pt x="6707960" y="160673"/>
                  <a:pt x="6736227" y="173216"/>
                </a:cubicBezTo>
                <a:cubicBezTo>
                  <a:pt x="6813963" y="164284"/>
                  <a:pt x="6888143" y="181296"/>
                  <a:pt x="6977218" y="184289"/>
                </a:cubicBezTo>
                <a:cubicBezTo>
                  <a:pt x="7040424" y="188318"/>
                  <a:pt x="7000278" y="216835"/>
                  <a:pt x="7065221" y="227531"/>
                </a:cubicBezTo>
                <a:cubicBezTo>
                  <a:pt x="7130163" y="238228"/>
                  <a:pt x="7291878" y="238208"/>
                  <a:pt x="7366876" y="248468"/>
                </a:cubicBezTo>
                <a:cubicBezTo>
                  <a:pt x="7491356" y="206752"/>
                  <a:pt x="7367734" y="280166"/>
                  <a:pt x="7565449" y="258950"/>
                </a:cubicBezTo>
                <a:cubicBezTo>
                  <a:pt x="7575959" y="252432"/>
                  <a:pt x="7600854" y="257628"/>
                  <a:pt x="7599285" y="266021"/>
                </a:cubicBezTo>
                <a:cubicBezTo>
                  <a:pt x="7611616" y="262940"/>
                  <a:pt x="7639946" y="245819"/>
                  <a:pt x="7644411" y="258986"/>
                </a:cubicBezTo>
                <a:cubicBezTo>
                  <a:pt x="7708015" y="258012"/>
                  <a:pt x="7770249" y="247724"/>
                  <a:pt x="7825110" y="229109"/>
                </a:cubicBezTo>
                <a:cubicBezTo>
                  <a:pt x="7949762" y="247028"/>
                  <a:pt x="7921956" y="197757"/>
                  <a:pt x="7965804" y="190545"/>
                </a:cubicBezTo>
                <a:cubicBezTo>
                  <a:pt x="8039439" y="213878"/>
                  <a:pt x="8063651" y="191475"/>
                  <a:pt x="8147401" y="205617"/>
                </a:cubicBezTo>
                <a:cubicBezTo>
                  <a:pt x="8166453" y="196610"/>
                  <a:pt x="8225048" y="207099"/>
                  <a:pt x="8256033" y="193713"/>
                </a:cubicBezTo>
                <a:cubicBezTo>
                  <a:pt x="8311388" y="242017"/>
                  <a:pt x="8350376" y="178592"/>
                  <a:pt x="8410677" y="172167"/>
                </a:cubicBezTo>
                <a:cubicBezTo>
                  <a:pt x="8470978" y="165743"/>
                  <a:pt x="8572470" y="206385"/>
                  <a:pt x="8617841" y="155167"/>
                </a:cubicBezTo>
                <a:cubicBezTo>
                  <a:pt x="8646050" y="160448"/>
                  <a:pt x="8664949" y="183631"/>
                  <a:pt x="8715976" y="178374"/>
                </a:cubicBezTo>
                <a:cubicBezTo>
                  <a:pt x="8737194" y="188216"/>
                  <a:pt x="8738009" y="189511"/>
                  <a:pt x="8778827" y="172936"/>
                </a:cubicBezTo>
                <a:cubicBezTo>
                  <a:pt x="8725277" y="146372"/>
                  <a:pt x="8850819" y="175612"/>
                  <a:pt x="8840778" y="143149"/>
                </a:cubicBezTo>
                <a:cubicBezTo>
                  <a:pt x="8903519" y="121096"/>
                  <a:pt x="9021861" y="150359"/>
                  <a:pt x="9010380" y="91891"/>
                </a:cubicBezTo>
                <a:cubicBezTo>
                  <a:pt x="9027103" y="56852"/>
                  <a:pt x="9112524" y="108357"/>
                  <a:pt x="9110856" y="70997"/>
                </a:cubicBezTo>
                <a:cubicBezTo>
                  <a:pt x="9148189" y="94250"/>
                  <a:pt x="9209809" y="53285"/>
                  <a:pt x="9268817" y="53082"/>
                </a:cubicBezTo>
                <a:cubicBezTo>
                  <a:pt x="9279135" y="35997"/>
                  <a:pt x="9292736" y="36520"/>
                  <a:pt x="9316667" y="45047"/>
                </a:cubicBezTo>
                <a:cubicBezTo>
                  <a:pt x="9352186" y="45862"/>
                  <a:pt x="9390008" y="39799"/>
                  <a:pt x="9428209" y="29923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729052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9A36457-A5F4-4103-A443-02581C0918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C5FB7E8-B636-40FA-BE8D-48145C0F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4"/>
            <a:ext cx="12192000" cy="2295238"/>
          </a:xfrm>
          <a:custGeom>
            <a:avLst/>
            <a:gdLst>
              <a:gd name="connsiteX0" fmla="*/ 12160143 w 12192000"/>
              <a:gd name="connsiteY0" fmla="*/ 831692 h 2079137"/>
              <a:gd name="connsiteX1" fmla="*/ 12159112 w 12192000"/>
              <a:gd name="connsiteY1" fmla="*/ 833361 h 2079137"/>
              <a:gd name="connsiteX2" fmla="*/ 12158912 w 12192000"/>
              <a:gd name="connsiteY2" fmla="*/ 832430 h 2079137"/>
              <a:gd name="connsiteX3" fmla="*/ 0 w 12192000"/>
              <a:gd name="connsiteY3" fmla="*/ 0 h 2079137"/>
              <a:gd name="connsiteX4" fmla="*/ 12192000 w 12192000"/>
              <a:gd name="connsiteY4" fmla="*/ 0 h 2079137"/>
              <a:gd name="connsiteX5" fmla="*/ 12192000 w 12192000"/>
              <a:gd name="connsiteY5" fmla="*/ 558063 h 2079137"/>
              <a:gd name="connsiteX6" fmla="*/ 12189259 w 12192000"/>
              <a:gd name="connsiteY6" fmla="*/ 810508 h 2079137"/>
              <a:gd name="connsiteX7" fmla="*/ 12170847 w 12192000"/>
              <a:gd name="connsiteY7" fmla="*/ 825280 h 2079137"/>
              <a:gd name="connsiteX8" fmla="*/ 12160143 w 12192000"/>
              <a:gd name="connsiteY8" fmla="*/ 831692 h 2079137"/>
              <a:gd name="connsiteX9" fmla="*/ 12163806 w 12192000"/>
              <a:gd name="connsiteY9" fmla="*/ 825759 h 2079137"/>
              <a:gd name="connsiteX10" fmla="*/ 12056557 w 12192000"/>
              <a:gd name="connsiteY10" fmla="*/ 810176 h 2079137"/>
              <a:gd name="connsiteX11" fmla="*/ 11900316 w 12192000"/>
              <a:gd name="connsiteY11" fmla="*/ 789618 h 2079137"/>
              <a:gd name="connsiteX12" fmla="*/ 11791206 w 12192000"/>
              <a:gd name="connsiteY12" fmla="*/ 824176 h 2079137"/>
              <a:gd name="connsiteX13" fmla="*/ 11659257 w 12192000"/>
              <a:gd name="connsiteY13" fmla="*/ 800841 h 2079137"/>
              <a:gd name="connsiteX14" fmla="*/ 11569789 w 12192000"/>
              <a:gd name="connsiteY14" fmla="*/ 797135 h 2079137"/>
              <a:gd name="connsiteX15" fmla="*/ 11367885 w 12192000"/>
              <a:gd name="connsiteY15" fmla="*/ 791985 h 2079137"/>
              <a:gd name="connsiteX16" fmla="*/ 11174663 w 12192000"/>
              <a:gd name="connsiteY16" fmla="*/ 788721 h 2079137"/>
              <a:gd name="connsiteX17" fmla="*/ 11068220 w 12192000"/>
              <a:gd name="connsiteY17" fmla="*/ 786994 h 2079137"/>
              <a:gd name="connsiteX18" fmla="*/ 10893266 w 12192000"/>
              <a:gd name="connsiteY18" fmla="*/ 794013 h 2079137"/>
              <a:gd name="connsiteX19" fmla="*/ 10844025 w 12192000"/>
              <a:gd name="connsiteY19" fmla="*/ 789857 h 2079137"/>
              <a:gd name="connsiteX20" fmla="*/ 10814353 w 12192000"/>
              <a:gd name="connsiteY20" fmla="*/ 789010 h 2079137"/>
              <a:gd name="connsiteX21" fmla="*/ 10748393 w 12192000"/>
              <a:gd name="connsiteY21" fmla="*/ 806738 h 2079137"/>
              <a:gd name="connsiteX22" fmla="*/ 10468256 w 12192000"/>
              <a:gd name="connsiteY22" fmla="*/ 778733 h 2079137"/>
              <a:gd name="connsiteX23" fmla="*/ 10256131 w 12192000"/>
              <a:gd name="connsiteY23" fmla="*/ 788332 h 2079137"/>
              <a:gd name="connsiteX24" fmla="*/ 10177442 w 12192000"/>
              <a:gd name="connsiteY24" fmla="*/ 777371 h 2079137"/>
              <a:gd name="connsiteX25" fmla="*/ 10006086 w 12192000"/>
              <a:gd name="connsiteY25" fmla="*/ 792651 h 2079137"/>
              <a:gd name="connsiteX26" fmla="*/ 9952382 w 12192000"/>
              <a:gd name="connsiteY26" fmla="*/ 815411 h 2079137"/>
              <a:gd name="connsiteX27" fmla="*/ 9926457 w 12192000"/>
              <a:gd name="connsiteY27" fmla="*/ 827295 h 2079137"/>
              <a:gd name="connsiteX28" fmla="*/ 9843405 w 12192000"/>
              <a:gd name="connsiteY28" fmla="*/ 867046 h 2079137"/>
              <a:gd name="connsiteX29" fmla="*/ 9830866 w 12192000"/>
              <a:gd name="connsiteY29" fmla="*/ 875047 h 2079137"/>
              <a:gd name="connsiteX30" fmla="*/ 9801807 w 12192000"/>
              <a:gd name="connsiteY30" fmla="*/ 872272 h 2079137"/>
              <a:gd name="connsiteX31" fmla="*/ 9785653 w 12192000"/>
              <a:gd name="connsiteY31" fmla="*/ 861743 h 2079137"/>
              <a:gd name="connsiteX32" fmla="*/ 9781177 w 12192000"/>
              <a:gd name="connsiteY32" fmla="*/ 864820 h 2079137"/>
              <a:gd name="connsiteX33" fmla="*/ 9768640 w 12192000"/>
              <a:gd name="connsiteY33" fmla="*/ 869379 h 2079137"/>
              <a:gd name="connsiteX34" fmla="*/ 9712211 w 12192000"/>
              <a:gd name="connsiteY34" fmla="*/ 900283 h 2079137"/>
              <a:gd name="connsiteX35" fmla="*/ 9689465 w 12192000"/>
              <a:gd name="connsiteY35" fmla="*/ 899268 h 2079137"/>
              <a:gd name="connsiteX36" fmla="*/ 9600339 w 12192000"/>
              <a:gd name="connsiteY36" fmla="*/ 922112 h 2079137"/>
              <a:gd name="connsiteX37" fmla="*/ 9582850 w 12192000"/>
              <a:gd name="connsiteY37" fmla="*/ 925510 h 2079137"/>
              <a:gd name="connsiteX38" fmla="*/ 9549638 w 12192000"/>
              <a:gd name="connsiteY38" fmla="*/ 940845 h 2079137"/>
              <a:gd name="connsiteX39" fmla="*/ 9539471 w 12192000"/>
              <a:gd name="connsiteY39" fmla="*/ 941799 h 2079137"/>
              <a:gd name="connsiteX40" fmla="*/ 9505592 w 12192000"/>
              <a:gd name="connsiteY40" fmla="*/ 955533 h 2079137"/>
              <a:gd name="connsiteX41" fmla="*/ 9432569 w 12192000"/>
              <a:gd name="connsiteY41" fmla="*/ 985377 h 2079137"/>
              <a:gd name="connsiteX42" fmla="*/ 9414216 w 12192000"/>
              <a:gd name="connsiteY42" fmla="*/ 992655 h 2079137"/>
              <a:gd name="connsiteX43" fmla="*/ 9397106 w 12192000"/>
              <a:gd name="connsiteY43" fmla="*/ 992980 h 2079137"/>
              <a:gd name="connsiteX44" fmla="*/ 9305108 w 12192000"/>
              <a:gd name="connsiteY44" fmla="*/ 1007767 h 2079137"/>
              <a:gd name="connsiteX45" fmla="*/ 9282434 w 12192000"/>
              <a:gd name="connsiteY45" fmla="*/ 1007523 h 2079137"/>
              <a:gd name="connsiteX46" fmla="*/ 9271941 w 12192000"/>
              <a:gd name="connsiteY46" fmla="*/ 1002839 h 2079137"/>
              <a:gd name="connsiteX47" fmla="*/ 9238227 w 12192000"/>
              <a:gd name="connsiteY47" fmla="*/ 1017668 h 2079137"/>
              <a:gd name="connsiteX48" fmla="*/ 9184265 w 12192000"/>
              <a:gd name="connsiteY48" fmla="*/ 1031275 h 2079137"/>
              <a:gd name="connsiteX49" fmla="*/ 9159000 w 12192000"/>
              <a:gd name="connsiteY49" fmla="*/ 1039569 h 2079137"/>
              <a:gd name="connsiteX50" fmla="*/ 9137031 w 12192000"/>
              <a:gd name="connsiteY50" fmla="*/ 1038699 h 2079137"/>
              <a:gd name="connsiteX51" fmla="*/ 9015702 w 12192000"/>
              <a:gd name="connsiteY51" fmla="*/ 1051400 h 2079137"/>
              <a:gd name="connsiteX52" fmla="*/ 8971403 w 12192000"/>
              <a:gd name="connsiteY52" fmla="*/ 1040542 h 2079137"/>
              <a:gd name="connsiteX53" fmla="*/ 8961826 w 12192000"/>
              <a:gd name="connsiteY53" fmla="*/ 1045364 h 2079137"/>
              <a:gd name="connsiteX54" fmla="*/ 8888623 w 12192000"/>
              <a:gd name="connsiteY54" fmla="*/ 1053908 h 2079137"/>
              <a:gd name="connsiteX55" fmla="*/ 8841066 w 12192000"/>
              <a:gd name="connsiteY55" fmla="*/ 1060421 h 2079137"/>
              <a:gd name="connsiteX56" fmla="*/ 8752342 w 12192000"/>
              <a:gd name="connsiteY56" fmla="*/ 1080646 h 2079137"/>
              <a:gd name="connsiteX57" fmla="*/ 8699139 w 12192000"/>
              <a:gd name="connsiteY57" fmla="*/ 1087885 h 2079137"/>
              <a:gd name="connsiteX58" fmla="*/ 8667273 w 12192000"/>
              <a:gd name="connsiteY58" fmla="*/ 1092062 h 2079137"/>
              <a:gd name="connsiteX59" fmla="*/ 8586064 w 12192000"/>
              <a:gd name="connsiteY59" fmla="*/ 1114603 h 2079137"/>
              <a:gd name="connsiteX60" fmla="*/ 8460312 w 12192000"/>
              <a:gd name="connsiteY60" fmla="*/ 1179878 h 2079137"/>
              <a:gd name="connsiteX61" fmla="*/ 8419023 w 12192000"/>
              <a:gd name="connsiteY61" fmla="*/ 1191748 h 2079137"/>
              <a:gd name="connsiteX62" fmla="*/ 8410939 w 12192000"/>
              <a:gd name="connsiteY62" fmla="*/ 1189696 h 2079137"/>
              <a:gd name="connsiteX63" fmla="*/ 8362040 w 12192000"/>
              <a:gd name="connsiteY63" fmla="*/ 1220820 h 2079137"/>
              <a:gd name="connsiteX64" fmla="*/ 8273677 w 12192000"/>
              <a:gd name="connsiteY64" fmla="*/ 1236495 h 2079137"/>
              <a:gd name="connsiteX65" fmla="*/ 8204283 w 12192000"/>
              <a:gd name="connsiteY65" fmla="*/ 1243537 h 2079137"/>
              <a:gd name="connsiteX66" fmla="*/ 8166550 w 12192000"/>
              <a:gd name="connsiteY66" fmla="*/ 1249551 h 2079137"/>
              <a:gd name="connsiteX67" fmla="*/ 8137785 w 12192000"/>
              <a:gd name="connsiteY67" fmla="*/ 1251636 h 2079137"/>
              <a:gd name="connsiteX68" fmla="*/ 8071596 w 12192000"/>
              <a:gd name="connsiteY68" fmla="*/ 1269274 h 2079137"/>
              <a:gd name="connsiteX69" fmla="*/ 7964816 w 12192000"/>
              <a:gd name="connsiteY69" fmla="*/ 1303668 h 2079137"/>
              <a:gd name="connsiteX70" fmla="*/ 7941495 w 12192000"/>
              <a:gd name="connsiteY70" fmla="*/ 1309821 h 2079137"/>
              <a:gd name="connsiteX71" fmla="*/ 7919123 w 12192000"/>
              <a:gd name="connsiteY71" fmla="*/ 1310466 h 2079137"/>
              <a:gd name="connsiteX72" fmla="*/ 7911902 w 12192000"/>
              <a:gd name="connsiteY72" fmla="*/ 1306569 h 2079137"/>
              <a:gd name="connsiteX73" fmla="*/ 7898703 w 12192000"/>
              <a:gd name="connsiteY73" fmla="*/ 1309208 h 2079137"/>
              <a:gd name="connsiteX74" fmla="*/ 7894703 w 12192000"/>
              <a:gd name="connsiteY74" fmla="*/ 1308939 h 2079137"/>
              <a:gd name="connsiteX75" fmla="*/ 7872267 w 12192000"/>
              <a:gd name="connsiteY75" fmla="*/ 1308370 h 2079137"/>
              <a:gd name="connsiteX76" fmla="*/ 7836454 w 12192000"/>
              <a:gd name="connsiteY76" fmla="*/ 1331265 h 2079137"/>
              <a:gd name="connsiteX77" fmla="*/ 7782451 w 12192000"/>
              <a:gd name="connsiteY77" fmla="*/ 1339601 h 2079137"/>
              <a:gd name="connsiteX78" fmla="*/ 7542969 w 12192000"/>
              <a:gd name="connsiteY78" fmla="*/ 1372495 h 2079137"/>
              <a:gd name="connsiteX79" fmla="*/ 7476832 w 12192000"/>
              <a:gd name="connsiteY79" fmla="*/ 1431655 h 2079137"/>
              <a:gd name="connsiteX80" fmla="*/ 7370237 w 12192000"/>
              <a:gd name="connsiteY80" fmla="*/ 1474339 h 2079137"/>
              <a:gd name="connsiteX81" fmla="*/ 7222223 w 12192000"/>
              <a:gd name="connsiteY81" fmla="*/ 1510199 h 2079137"/>
              <a:gd name="connsiteX82" fmla="*/ 7215703 w 12192000"/>
              <a:gd name="connsiteY82" fmla="*/ 1520424 h 2079137"/>
              <a:gd name="connsiteX83" fmla="*/ 7204548 w 12192000"/>
              <a:gd name="connsiteY83" fmla="*/ 1528145 h 2079137"/>
              <a:gd name="connsiteX84" fmla="*/ 7202038 w 12192000"/>
              <a:gd name="connsiteY84" fmla="*/ 1527954 h 2079137"/>
              <a:gd name="connsiteX85" fmla="*/ 7173860 w 12192000"/>
              <a:gd name="connsiteY85" fmla="*/ 1541605 h 2079137"/>
              <a:gd name="connsiteX86" fmla="*/ 7155079 w 12192000"/>
              <a:gd name="connsiteY86" fmla="*/ 1552495 h 2079137"/>
              <a:gd name="connsiteX87" fmla="*/ 7149757 w 12192000"/>
              <a:gd name="connsiteY87" fmla="*/ 1552732 h 2079137"/>
              <a:gd name="connsiteX88" fmla="*/ 7104804 w 12192000"/>
              <a:gd name="connsiteY88" fmla="*/ 1565792 h 2079137"/>
              <a:gd name="connsiteX89" fmla="*/ 7082824 w 12192000"/>
              <a:gd name="connsiteY89" fmla="*/ 1567947 h 2079137"/>
              <a:gd name="connsiteX90" fmla="*/ 7021520 w 12192000"/>
              <a:gd name="connsiteY90" fmla="*/ 1562334 h 2079137"/>
              <a:gd name="connsiteX91" fmla="*/ 6988956 w 12192000"/>
              <a:gd name="connsiteY91" fmla="*/ 1576442 h 2079137"/>
              <a:gd name="connsiteX92" fmla="*/ 6981922 w 12192000"/>
              <a:gd name="connsiteY92" fmla="*/ 1578821 h 2079137"/>
              <a:gd name="connsiteX93" fmla="*/ 6981583 w 12192000"/>
              <a:gd name="connsiteY93" fmla="*/ 1578678 h 2079137"/>
              <a:gd name="connsiteX94" fmla="*/ 6973762 w 12192000"/>
              <a:gd name="connsiteY94" fmla="*/ 1580811 h 2079137"/>
              <a:gd name="connsiteX95" fmla="*/ 6969093 w 12192000"/>
              <a:gd name="connsiteY95" fmla="*/ 1583157 h 2079137"/>
              <a:gd name="connsiteX96" fmla="*/ 6890037 w 12192000"/>
              <a:gd name="connsiteY96" fmla="*/ 1575825 h 2079137"/>
              <a:gd name="connsiteX97" fmla="*/ 6785054 w 12192000"/>
              <a:gd name="connsiteY97" fmla="*/ 1582200 h 2079137"/>
              <a:gd name="connsiteX98" fmla="*/ 6681692 w 12192000"/>
              <a:gd name="connsiteY98" fmla="*/ 1591296 h 2079137"/>
              <a:gd name="connsiteX99" fmla="*/ 6644556 w 12192000"/>
              <a:gd name="connsiteY99" fmla="*/ 1595940 h 2079137"/>
              <a:gd name="connsiteX100" fmla="*/ 6577106 w 12192000"/>
              <a:gd name="connsiteY100" fmla="*/ 1598261 h 2079137"/>
              <a:gd name="connsiteX101" fmla="*/ 6544183 w 12192000"/>
              <a:gd name="connsiteY101" fmla="*/ 1596149 h 2079137"/>
              <a:gd name="connsiteX102" fmla="*/ 6540921 w 12192000"/>
              <a:gd name="connsiteY102" fmla="*/ 1593857 h 2079137"/>
              <a:gd name="connsiteX103" fmla="*/ 6535046 w 12192000"/>
              <a:gd name="connsiteY103" fmla="*/ 1593283 h 2079137"/>
              <a:gd name="connsiteX104" fmla="*/ 6519853 w 12192000"/>
              <a:gd name="connsiteY104" fmla="*/ 1595771 h 2079137"/>
              <a:gd name="connsiteX105" fmla="*/ 6514280 w 12192000"/>
              <a:gd name="connsiteY105" fmla="*/ 1597376 h 2079137"/>
              <a:gd name="connsiteX106" fmla="*/ 6505824 w 12192000"/>
              <a:gd name="connsiteY106" fmla="*/ 1598298 h 2079137"/>
              <a:gd name="connsiteX107" fmla="*/ 6505573 w 12192000"/>
              <a:gd name="connsiteY107" fmla="*/ 1598109 h 2079137"/>
              <a:gd name="connsiteX108" fmla="*/ 6497741 w 12192000"/>
              <a:gd name="connsiteY108" fmla="*/ 1599392 h 2079137"/>
              <a:gd name="connsiteX109" fmla="*/ 6459992 w 12192000"/>
              <a:gd name="connsiteY109" fmla="*/ 1608358 h 2079137"/>
              <a:gd name="connsiteX110" fmla="*/ 6404572 w 12192000"/>
              <a:gd name="connsiteY110" fmla="*/ 1593771 h 2079137"/>
              <a:gd name="connsiteX111" fmla="*/ 6382671 w 12192000"/>
              <a:gd name="connsiteY111" fmla="*/ 1592612 h 2079137"/>
              <a:gd name="connsiteX112" fmla="*/ 6369843 w 12192000"/>
              <a:gd name="connsiteY112" fmla="*/ 1590015 h 2079137"/>
              <a:gd name="connsiteX113" fmla="*/ 6269740 w 12192000"/>
              <a:gd name="connsiteY113" fmla="*/ 1614633 h 2079137"/>
              <a:gd name="connsiteX114" fmla="*/ 6255405 w 12192000"/>
              <a:gd name="connsiteY114" fmla="*/ 1620529 h 2079137"/>
              <a:gd name="connsiteX115" fmla="*/ 6244248 w 12192000"/>
              <a:gd name="connsiteY115" fmla="*/ 1629561 h 2079137"/>
              <a:gd name="connsiteX116" fmla="*/ 6086396 w 12192000"/>
              <a:gd name="connsiteY116" fmla="*/ 1642666 h 2079137"/>
              <a:gd name="connsiteX117" fmla="*/ 5867429 w 12192000"/>
              <a:gd name="connsiteY117" fmla="*/ 1695554 h 2079137"/>
              <a:gd name="connsiteX118" fmla="*/ 5772864 w 12192000"/>
              <a:gd name="connsiteY118" fmla="*/ 1689002 h 2079137"/>
              <a:gd name="connsiteX119" fmla="*/ 5629833 w 12192000"/>
              <a:gd name="connsiteY119" fmla="*/ 1713273 h 2079137"/>
              <a:gd name="connsiteX120" fmla="*/ 5504771 w 12192000"/>
              <a:gd name="connsiteY120" fmla="*/ 1725744 h 2079137"/>
              <a:gd name="connsiteX121" fmla="*/ 5490967 w 12192000"/>
              <a:gd name="connsiteY121" fmla="*/ 1726367 h 2079137"/>
              <a:gd name="connsiteX122" fmla="*/ 5486015 w 12192000"/>
              <a:gd name="connsiteY122" fmla="*/ 1721481 h 2079137"/>
              <a:gd name="connsiteX123" fmla="*/ 5439364 w 12192000"/>
              <a:gd name="connsiteY123" fmla="*/ 1721349 h 2079137"/>
              <a:gd name="connsiteX124" fmla="*/ 5350025 w 12192000"/>
              <a:gd name="connsiteY124" fmla="*/ 1729885 h 2079137"/>
              <a:gd name="connsiteX125" fmla="*/ 5336104 w 12192000"/>
              <a:gd name="connsiteY125" fmla="*/ 1734377 h 2079137"/>
              <a:gd name="connsiteX126" fmla="*/ 5245234 w 12192000"/>
              <a:gd name="connsiteY126" fmla="*/ 1738520 h 2079137"/>
              <a:gd name="connsiteX127" fmla="*/ 5182955 w 12192000"/>
              <a:gd name="connsiteY127" fmla="*/ 1744622 h 2079137"/>
              <a:gd name="connsiteX128" fmla="*/ 5169506 w 12192000"/>
              <a:gd name="connsiteY128" fmla="*/ 1748993 h 2079137"/>
              <a:gd name="connsiteX129" fmla="*/ 5154299 w 12192000"/>
              <a:gd name="connsiteY129" fmla="*/ 1744080 h 2079137"/>
              <a:gd name="connsiteX130" fmla="*/ 5149917 w 12192000"/>
              <a:gd name="connsiteY130" fmla="*/ 1739727 h 2079137"/>
              <a:gd name="connsiteX131" fmla="*/ 5100319 w 12192000"/>
              <a:gd name="connsiteY131" fmla="*/ 1745797 h 2079137"/>
              <a:gd name="connsiteX132" fmla="*/ 5094361 w 12192000"/>
              <a:gd name="connsiteY132" fmla="*/ 1745767 h 2079137"/>
              <a:gd name="connsiteX133" fmla="*/ 5053410 w 12192000"/>
              <a:gd name="connsiteY133" fmla="*/ 1742790 h 2079137"/>
              <a:gd name="connsiteX134" fmla="*/ 4992711 w 12192000"/>
              <a:gd name="connsiteY134" fmla="*/ 1734075 h 2079137"/>
              <a:gd name="connsiteX135" fmla="*/ 4930098 w 12192000"/>
              <a:gd name="connsiteY135" fmla="*/ 1717312 h 2079137"/>
              <a:gd name="connsiteX136" fmla="*/ 4893834 w 12192000"/>
              <a:gd name="connsiteY136" fmla="*/ 1710028 h 2079137"/>
              <a:gd name="connsiteX137" fmla="*/ 4868730 w 12192000"/>
              <a:gd name="connsiteY137" fmla="*/ 1702384 h 2079137"/>
              <a:gd name="connsiteX138" fmla="*/ 4797925 w 12192000"/>
              <a:gd name="connsiteY138" fmla="*/ 1695535 h 2079137"/>
              <a:gd name="connsiteX139" fmla="*/ 4677670 w 12192000"/>
              <a:gd name="connsiteY139" fmla="*/ 1689453 h 2079137"/>
              <a:gd name="connsiteX140" fmla="*/ 4634248 w 12192000"/>
              <a:gd name="connsiteY140" fmla="*/ 1680227 h 2079137"/>
              <a:gd name="connsiteX141" fmla="*/ 4632434 w 12192000"/>
              <a:gd name="connsiteY141" fmla="*/ 1674607 h 2079137"/>
              <a:gd name="connsiteX142" fmla="*/ 4619204 w 12192000"/>
              <a:gd name="connsiteY142" fmla="*/ 1672507 h 2079137"/>
              <a:gd name="connsiteX143" fmla="*/ 4616283 w 12192000"/>
              <a:gd name="connsiteY143" fmla="*/ 1670977 h 2079137"/>
              <a:gd name="connsiteX144" fmla="*/ 4598926 w 12192000"/>
              <a:gd name="connsiteY144" fmla="*/ 1663178 h 2079137"/>
              <a:gd name="connsiteX145" fmla="*/ 4547069 w 12192000"/>
              <a:gd name="connsiteY145" fmla="*/ 1670642 h 2079137"/>
              <a:gd name="connsiteX146" fmla="*/ 4523516 w 12192000"/>
              <a:gd name="connsiteY146" fmla="*/ 1669785 h 2079137"/>
              <a:gd name="connsiteX147" fmla="*/ 4500586 w 12192000"/>
              <a:gd name="connsiteY147" fmla="*/ 1675912 h 2079137"/>
              <a:gd name="connsiteX148" fmla="*/ 4488196 w 12192000"/>
              <a:gd name="connsiteY148" fmla="*/ 1683463 h 2079137"/>
              <a:gd name="connsiteX149" fmla="*/ 4445463 w 12192000"/>
              <a:gd name="connsiteY149" fmla="*/ 1695634 h 2079137"/>
              <a:gd name="connsiteX150" fmla="*/ 4446550 w 12192000"/>
              <a:gd name="connsiteY150" fmla="*/ 1680538 h 2079137"/>
              <a:gd name="connsiteX151" fmla="*/ 4365375 w 12192000"/>
              <a:gd name="connsiteY151" fmla="*/ 1697935 h 2079137"/>
              <a:gd name="connsiteX152" fmla="*/ 4305123 w 12192000"/>
              <a:gd name="connsiteY152" fmla="*/ 1714185 h 2079137"/>
              <a:gd name="connsiteX153" fmla="*/ 4292665 w 12192000"/>
              <a:gd name="connsiteY153" fmla="*/ 1720703 h 2079137"/>
              <a:gd name="connsiteX154" fmla="*/ 4276789 w 12192000"/>
              <a:gd name="connsiteY154" fmla="*/ 1718367 h 2079137"/>
              <a:gd name="connsiteX155" fmla="*/ 4271683 w 12192000"/>
              <a:gd name="connsiteY155" fmla="*/ 1714801 h 2079137"/>
              <a:gd name="connsiteX156" fmla="*/ 4223918 w 12192000"/>
              <a:gd name="connsiteY156" fmla="*/ 1728936 h 2079137"/>
              <a:gd name="connsiteX157" fmla="*/ 4218039 w 12192000"/>
              <a:gd name="connsiteY157" fmla="*/ 1729885 h 2079137"/>
              <a:gd name="connsiteX158" fmla="*/ 4177153 w 12192000"/>
              <a:gd name="connsiteY158" fmla="*/ 1733691 h 2079137"/>
              <a:gd name="connsiteX159" fmla="*/ 4051032 w 12192000"/>
              <a:gd name="connsiteY159" fmla="*/ 1728886 h 2079137"/>
              <a:gd name="connsiteX160" fmla="*/ 4013978 w 12192000"/>
              <a:gd name="connsiteY160" fmla="*/ 1727679 h 2079137"/>
              <a:gd name="connsiteX161" fmla="*/ 3987857 w 12192000"/>
              <a:gd name="connsiteY161" fmla="*/ 1724282 h 2079137"/>
              <a:gd name="connsiteX162" fmla="*/ 3916852 w 12192000"/>
              <a:gd name="connsiteY162" fmla="*/ 1729184 h 2079137"/>
              <a:gd name="connsiteX163" fmla="*/ 3797263 w 12192000"/>
              <a:gd name="connsiteY163" fmla="*/ 1742976 h 2079137"/>
              <a:gd name="connsiteX164" fmla="*/ 3752806 w 12192000"/>
              <a:gd name="connsiteY164" fmla="*/ 1741033 h 2079137"/>
              <a:gd name="connsiteX165" fmla="*/ 3749997 w 12192000"/>
              <a:gd name="connsiteY165" fmla="*/ 1735799 h 2079137"/>
              <a:gd name="connsiteX166" fmla="*/ 3736582 w 12192000"/>
              <a:gd name="connsiteY166" fmla="*/ 1735907 h 2079137"/>
              <a:gd name="connsiteX167" fmla="*/ 3733428 w 12192000"/>
              <a:gd name="connsiteY167" fmla="*/ 1734881 h 2079137"/>
              <a:gd name="connsiteX168" fmla="*/ 3714911 w 12192000"/>
              <a:gd name="connsiteY168" fmla="*/ 1730056 h 2079137"/>
              <a:gd name="connsiteX169" fmla="*/ 3665172 w 12192000"/>
              <a:gd name="connsiteY169" fmla="*/ 1745936 h 2079137"/>
              <a:gd name="connsiteX170" fmla="*/ 3552006 w 12192000"/>
              <a:gd name="connsiteY170" fmla="*/ 1755220 h 2079137"/>
              <a:gd name="connsiteX171" fmla="*/ 3390301 w 12192000"/>
              <a:gd name="connsiteY171" fmla="*/ 1762546 h 2079137"/>
              <a:gd name="connsiteX172" fmla="*/ 3264312 w 12192000"/>
              <a:gd name="connsiteY172" fmla="*/ 1774620 h 2079137"/>
              <a:gd name="connsiteX173" fmla="*/ 3106901 w 12192000"/>
              <a:gd name="connsiteY173" fmla="*/ 1804264 h 2079137"/>
              <a:gd name="connsiteX174" fmla="*/ 2993303 w 12192000"/>
              <a:gd name="connsiteY174" fmla="*/ 1806542 h 2079137"/>
              <a:gd name="connsiteX175" fmla="*/ 2979115 w 12192000"/>
              <a:gd name="connsiteY175" fmla="*/ 1815432 h 2079137"/>
              <a:gd name="connsiteX176" fmla="*/ 2963118 w 12192000"/>
              <a:gd name="connsiteY176" fmla="*/ 1820962 h 2079137"/>
              <a:gd name="connsiteX177" fmla="*/ 2961156 w 12192000"/>
              <a:gd name="connsiteY177" fmla="*/ 1820297 h 2079137"/>
              <a:gd name="connsiteX178" fmla="*/ 2925719 w 12192000"/>
              <a:gd name="connsiteY178" fmla="*/ 1828468 h 2079137"/>
              <a:gd name="connsiteX179" fmla="*/ 2857951 w 12192000"/>
              <a:gd name="connsiteY179" fmla="*/ 1842496 h 2079137"/>
              <a:gd name="connsiteX180" fmla="*/ 2857427 w 12192000"/>
              <a:gd name="connsiteY180" fmla="*/ 1841591 h 2079137"/>
              <a:gd name="connsiteX181" fmla="*/ 2846731 w 12192000"/>
              <a:gd name="connsiteY181" fmla="*/ 1839316 h 2079137"/>
              <a:gd name="connsiteX182" fmla="*/ 2826290 w 12192000"/>
              <a:gd name="connsiteY182" fmla="*/ 1837274 h 2079137"/>
              <a:gd name="connsiteX183" fmla="*/ 2779146 w 12192000"/>
              <a:gd name="connsiteY183" fmla="*/ 1820071 h 2079137"/>
              <a:gd name="connsiteX184" fmla="*/ 2739608 w 12192000"/>
              <a:gd name="connsiteY184" fmla="*/ 1827861 h 2079137"/>
              <a:gd name="connsiteX185" fmla="*/ 2731631 w 12192000"/>
              <a:gd name="connsiteY185" fmla="*/ 1828881 h 2079137"/>
              <a:gd name="connsiteX186" fmla="*/ 2731464 w 12192000"/>
              <a:gd name="connsiteY186" fmla="*/ 1828677 h 2079137"/>
              <a:gd name="connsiteX187" fmla="*/ 2723037 w 12192000"/>
              <a:gd name="connsiteY187" fmla="*/ 1829303 h 2079137"/>
              <a:gd name="connsiteX188" fmla="*/ 2701616 w 12192000"/>
              <a:gd name="connsiteY188" fmla="*/ 1832725 h 2079137"/>
              <a:gd name="connsiteX189" fmla="*/ 2696239 w 12192000"/>
              <a:gd name="connsiteY189" fmla="*/ 1831904 h 2079137"/>
              <a:gd name="connsiteX190" fmla="*/ 2663445 w 12192000"/>
              <a:gd name="connsiteY190" fmla="*/ 1825958 h 2079137"/>
              <a:gd name="connsiteX191" fmla="*/ 2560925 w 12192000"/>
              <a:gd name="connsiteY191" fmla="*/ 1829094 h 2079137"/>
              <a:gd name="connsiteX192" fmla="*/ 2458739 w 12192000"/>
              <a:gd name="connsiteY192" fmla="*/ 1834479 h 2079137"/>
              <a:gd name="connsiteX193" fmla="*/ 2356074 w 12192000"/>
              <a:gd name="connsiteY193" fmla="*/ 1836991 h 2079137"/>
              <a:gd name="connsiteX194" fmla="*/ 2304241 w 12192000"/>
              <a:gd name="connsiteY194" fmla="*/ 1822021 h 2079137"/>
              <a:gd name="connsiteX195" fmla="*/ 2298362 w 12192000"/>
              <a:gd name="connsiteY195" fmla="*/ 1822125 h 2079137"/>
              <a:gd name="connsiteX196" fmla="*/ 2283527 w 12192000"/>
              <a:gd name="connsiteY196" fmla="*/ 1826361 h 2079137"/>
              <a:gd name="connsiteX197" fmla="*/ 2278150 w 12192000"/>
              <a:gd name="connsiteY197" fmla="*/ 1828604 h 2079137"/>
              <a:gd name="connsiteX198" fmla="*/ 2269853 w 12192000"/>
              <a:gd name="connsiteY198" fmla="*/ 1830502 h 2079137"/>
              <a:gd name="connsiteX199" fmla="*/ 2269585 w 12192000"/>
              <a:gd name="connsiteY199" fmla="*/ 1830341 h 2079137"/>
              <a:gd name="connsiteX200" fmla="*/ 2225332 w 12192000"/>
              <a:gd name="connsiteY200" fmla="*/ 1845825 h 2079137"/>
              <a:gd name="connsiteX201" fmla="*/ 2169048 w 12192000"/>
              <a:gd name="connsiteY201" fmla="*/ 1837658 h 2079137"/>
              <a:gd name="connsiteX202" fmla="*/ 2147231 w 12192000"/>
              <a:gd name="connsiteY202" fmla="*/ 1839027 h 2079137"/>
              <a:gd name="connsiteX203" fmla="*/ 2135241 w 12192000"/>
              <a:gd name="connsiteY203" fmla="*/ 1838652 h 2079137"/>
              <a:gd name="connsiteX204" fmla="*/ 2099215 w 12192000"/>
              <a:gd name="connsiteY204" fmla="*/ 1850768 h 2079137"/>
              <a:gd name="connsiteX205" fmla="*/ 2094046 w 12192000"/>
              <a:gd name="connsiteY205" fmla="*/ 1850806 h 2079137"/>
              <a:gd name="connsiteX206" fmla="*/ 2071850 w 12192000"/>
              <a:gd name="connsiteY206" fmla="*/ 1861319 h 2079137"/>
              <a:gd name="connsiteX207" fmla="*/ 2039607 w 12192000"/>
              <a:gd name="connsiteY207" fmla="*/ 1874318 h 2079137"/>
              <a:gd name="connsiteX208" fmla="*/ 2037289 w 12192000"/>
              <a:gd name="connsiteY208" fmla="*/ 1874025 h 2079137"/>
              <a:gd name="connsiteX209" fmla="*/ 2023615 w 12192000"/>
              <a:gd name="connsiteY209" fmla="*/ 1881562 h 2079137"/>
              <a:gd name="connsiteX210" fmla="*/ 1957176 w 12192000"/>
              <a:gd name="connsiteY210" fmla="*/ 1898709 h 2079137"/>
              <a:gd name="connsiteX211" fmla="*/ 1858081 w 12192000"/>
              <a:gd name="connsiteY211" fmla="*/ 1923144 h 2079137"/>
              <a:gd name="connsiteX212" fmla="*/ 1738865 w 12192000"/>
              <a:gd name="connsiteY212" fmla="*/ 1944965 h 2079137"/>
              <a:gd name="connsiteX213" fmla="*/ 1616692 w 12192000"/>
              <a:gd name="connsiteY213" fmla="*/ 1989107 h 2079137"/>
              <a:gd name="connsiteX214" fmla="*/ 1411898 w 12192000"/>
              <a:gd name="connsiteY214" fmla="*/ 2046254 h 2079137"/>
              <a:gd name="connsiteX215" fmla="*/ 1375780 w 12192000"/>
              <a:gd name="connsiteY215" fmla="*/ 2047961 h 2079137"/>
              <a:gd name="connsiteX216" fmla="*/ 1375707 w 12192000"/>
              <a:gd name="connsiteY216" fmla="*/ 2047981 h 2079137"/>
              <a:gd name="connsiteX217" fmla="*/ 1285585 w 12192000"/>
              <a:gd name="connsiteY217" fmla="*/ 2047113 h 2079137"/>
              <a:gd name="connsiteX218" fmla="*/ 1263658 w 12192000"/>
              <a:gd name="connsiteY218" fmla="*/ 2041397 h 2079137"/>
              <a:gd name="connsiteX219" fmla="*/ 1170403 w 12192000"/>
              <a:gd name="connsiteY219" fmla="*/ 2033399 h 2079137"/>
              <a:gd name="connsiteX220" fmla="*/ 1153718 w 12192000"/>
              <a:gd name="connsiteY220" fmla="*/ 2029576 h 2079137"/>
              <a:gd name="connsiteX221" fmla="*/ 1133937 w 12192000"/>
              <a:gd name="connsiteY221" fmla="*/ 2032149 h 2079137"/>
              <a:gd name="connsiteX222" fmla="*/ 1054999 w 12192000"/>
              <a:gd name="connsiteY222" fmla="*/ 2043242 h 2079137"/>
              <a:gd name="connsiteX223" fmla="*/ 1018405 w 12192000"/>
              <a:gd name="connsiteY223" fmla="*/ 2048281 h 2079137"/>
              <a:gd name="connsiteX224" fmla="*/ 1016563 w 12192000"/>
              <a:gd name="connsiteY224" fmla="*/ 2051718 h 2079137"/>
              <a:gd name="connsiteX225" fmla="*/ 1008284 w 12192000"/>
              <a:gd name="connsiteY225" fmla="*/ 2046742 h 2079137"/>
              <a:gd name="connsiteX226" fmla="*/ 981974 w 12192000"/>
              <a:gd name="connsiteY226" fmla="*/ 2048363 h 2079137"/>
              <a:gd name="connsiteX227" fmla="*/ 971903 w 12192000"/>
              <a:gd name="connsiteY227" fmla="*/ 2053484 h 2079137"/>
              <a:gd name="connsiteX228" fmla="*/ 954015 w 12192000"/>
              <a:gd name="connsiteY228" fmla="*/ 2052529 h 2079137"/>
              <a:gd name="connsiteX229" fmla="*/ 839571 w 12192000"/>
              <a:gd name="connsiteY229" fmla="*/ 2046509 h 2079137"/>
              <a:gd name="connsiteX230" fmla="*/ 823321 w 12192000"/>
              <a:gd name="connsiteY230" fmla="*/ 2054296 h 2079137"/>
              <a:gd name="connsiteX231" fmla="*/ 800990 w 12192000"/>
              <a:gd name="connsiteY231" fmla="*/ 2051523 h 2079137"/>
              <a:gd name="connsiteX232" fmla="*/ 776439 w 12192000"/>
              <a:gd name="connsiteY232" fmla="*/ 2062634 h 2079137"/>
              <a:gd name="connsiteX233" fmla="*/ 763041 w 12192000"/>
              <a:gd name="connsiteY233" fmla="*/ 2063995 h 2079137"/>
              <a:gd name="connsiteX234" fmla="*/ 757863 w 12192000"/>
              <a:gd name="connsiteY234" fmla="*/ 2065877 h 2079137"/>
              <a:gd name="connsiteX235" fmla="*/ 745053 w 12192000"/>
              <a:gd name="connsiteY235" fmla="*/ 2051831 h 2079137"/>
              <a:gd name="connsiteX236" fmla="*/ 722609 w 12192000"/>
              <a:gd name="connsiteY236" fmla="*/ 2049504 h 2079137"/>
              <a:gd name="connsiteX237" fmla="*/ 717618 w 12192000"/>
              <a:gd name="connsiteY237" fmla="*/ 2042131 h 2079137"/>
              <a:gd name="connsiteX238" fmla="*/ 703285 w 12192000"/>
              <a:gd name="connsiteY238" fmla="*/ 2046808 h 2079137"/>
              <a:gd name="connsiteX239" fmla="*/ 680199 w 12192000"/>
              <a:gd name="connsiteY239" fmla="*/ 2051947 h 2079137"/>
              <a:gd name="connsiteX240" fmla="*/ 667351 w 12192000"/>
              <a:gd name="connsiteY240" fmla="*/ 2054469 h 2079137"/>
              <a:gd name="connsiteX241" fmla="*/ 660961 w 12192000"/>
              <a:gd name="connsiteY241" fmla="*/ 2049404 h 2079137"/>
              <a:gd name="connsiteX242" fmla="*/ 638282 w 12192000"/>
              <a:gd name="connsiteY242" fmla="*/ 2060093 h 2079137"/>
              <a:gd name="connsiteX243" fmla="*/ 583551 w 12192000"/>
              <a:gd name="connsiteY243" fmla="*/ 2070197 h 2079137"/>
              <a:gd name="connsiteX244" fmla="*/ 525274 w 12192000"/>
              <a:gd name="connsiteY244" fmla="*/ 2079137 h 2079137"/>
              <a:gd name="connsiteX245" fmla="*/ 405635 w 12192000"/>
              <a:gd name="connsiteY245" fmla="*/ 2059339 h 2079137"/>
              <a:gd name="connsiteX246" fmla="*/ 281555 w 12192000"/>
              <a:gd name="connsiteY246" fmla="*/ 2022847 h 2079137"/>
              <a:gd name="connsiteX247" fmla="*/ 98513 w 12192000"/>
              <a:gd name="connsiteY247" fmla="*/ 1969504 h 2079137"/>
              <a:gd name="connsiteX248" fmla="*/ 56191 w 12192000"/>
              <a:gd name="connsiteY248" fmla="*/ 1950709 h 2079137"/>
              <a:gd name="connsiteX249" fmla="*/ 0 w 12192000"/>
              <a:gd name="connsiteY249" fmla="*/ 1935789 h 207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12192000" h="2079137">
                <a:moveTo>
                  <a:pt x="12160143" y="831692"/>
                </a:moveTo>
                <a:lnTo>
                  <a:pt x="12159112" y="833361"/>
                </a:lnTo>
                <a:cubicBezTo>
                  <a:pt x="12157915" y="833832"/>
                  <a:pt x="12157402" y="833649"/>
                  <a:pt x="12158912" y="83243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558063"/>
                </a:lnTo>
                <a:lnTo>
                  <a:pt x="12189259" y="810508"/>
                </a:lnTo>
                <a:lnTo>
                  <a:pt x="12170847" y="825280"/>
                </a:lnTo>
                <a:lnTo>
                  <a:pt x="12160143" y="831692"/>
                </a:lnTo>
                <a:lnTo>
                  <a:pt x="12163806" y="825759"/>
                </a:lnTo>
                <a:cubicBezTo>
                  <a:pt x="12125449" y="821525"/>
                  <a:pt x="12082203" y="824698"/>
                  <a:pt x="12056557" y="810176"/>
                </a:cubicBezTo>
                <a:cubicBezTo>
                  <a:pt x="12050902" y="790976"/>
                  <a:pt x="11923731" y="799312"/>
                  <a:pt x="11900316" y="789618"/>
                </a:cubicBezTo>
                <a:cubicBezTo>
                  <a:pt x="11841702" y="803374"/>
                  <a:pt x="11823963" y="832645"/>
                  <a:pt x="11791206" y="824176"/>
                </a:cubicBezTo>
                <a:cubicBezTo>
                  <a:pt x="11768977" y="817380"/>
                  <a:pt x="11683857" y="828947"/>
                  <a:pt x="11659257" y="800841"/>
                </a:cubicBezTo>
                <a:cubicBezTo>
                  <a:pt x="11617173" y="818107"/>
                  <a:pt x="11602556" y="790694"/>
                  <a:pt x="11569789" y="797135"/>
                </a:cubicBezTo>
                <a:cubicBezTo>
                  <a:pt x="11498310" y="795094"/>
                  <a:pt x="11458472" y="819882"/>
                  <a:pt x="11367885" y="791985"/>
                </a:cubicBezTo>
                <a:cubicBezTo>
                  <a:pt x="11325508" y="798158"/>
                  <a:pt x="11266580" y="755023"/>
                  <a:pt x="11174663" y="788721"/>
                </a:cubicBezTo>
                <a:cubicBezTo>
                  <a:pt x="11122703" y="792192"/>
                  <a:pt x="11150009" y="775410"/>
                  <a:pt x="11068220" y="786994"/>
                </a:cubicBezTo>
                <a:cubicBezTo>
                  <a:pt x="11046931" y="759861"/>
                  <a:pt x="10919185" y="793102"/>
                  <a:pt x="10893266" y="794013"/>
                </a:cubicBezTo>
                <a:cubicBezTo>
                  <a:pt x="10874184" y="776189"/>
                  <a:pt x="10862860" y="788743"/>
                  <a:pt x="10844025" y="789857"/>
                </a:cubicBezTo>
                <a:cubicBezTo>
                  <a:pt x="10836453" y="779294"/>
                  <a:pt x="10820690" y="778184"/>
                  <a:pt x="10814353" y="789010"/>
                </a:cubicBezTo>
                <a:cubicBezTo>
                  <a:pt x="10819669" y="816016"/>
                  <a:pt x="10754019" y="789067"/>
                  <a:pt x="10748393" y="806738"/>
                </a:cubicBezTo>
                <a:cubicBezTo>
                  <a:pt x="10687156" y="807873"/>
                  <a:pt x="10550299" y="781800"/>
                  <a:pt x="10468256" y="778733"/>
                </a:cubicBezTo>
                <a:cubicBezTo>
                  <a:pt x="10436666" y="770025"/>
                  <a:pt x="10371995" y="797252"/>
                  <a:pt x="10256131" y="788332"/>
                </a:cubicBezTo>
                <a:cubicBezTo>
                  <a:pt x="10240995" y="781626"/>
                  <a:pt x="10182664" y="765742"/>
                  <a:pt x="10177442" y="777371"/>
                </a:cubicBezTo>
                <a:cubicBezTo>
                  <a:pt x="10141447" y="775683"/>
                  <a:pt x="10030323" y="810071"/>
                  <a:pt x="10006086" y="792651"/>
                </a:cubicBezTo>
                <a:cubicBezTo>
                  <a:pt x="10009448" y="818833"/>
                  <a:pt x="9960389" y="791426"/>
                  <a:pt x="9952382" y="815411"/>
                </a:cubicBezTo>
                <a:lnTo>
                  <a:pt x="9926457" y="827295"/>
                </a:lnTo>
                <a:lnTo>
                  <a:pt x="9843405" y="867046"/>
                </a:lnTo>
                <a:lnTo>
                  <a:pt x="9830866" y="875047"/>
                </a:lnTo>
                <a:lnTo>
                  <a:pt x="9801807" y="872272"/>
                </a:lnTo>
                <a:lnTo>
                  <a:pt x="9785653" y="861743"/>
                </a:lnTo>
                <a:lnTo>
                  <a:pt x="9781177" y="864820"/>
                </a:lnTo>
                <a:cubicBezTo>
                  <a:pt x="9776153" y="871003"/>
                  <a:pt x="9773556" y="874842"/>
                  <a:pt x="9768640" y="869379"/>
                </a:cubicBezTo>
                <a:lnTo>
                  <a:pt x="9712211" y="900283"/>
                </a:lnTo>
                <a:cubicBezTo>
                  <a:pt x="9706243" y="902750"/>
                  <a:pt x="9698952" y="902954"/>
                  <a:pt x="9689465" y="899268"/>
                </a:cubicBezTo>
                <a:cubicBezTo>
                  <a:pt x="9670819" y="902906"/>
                  <a:pt x="9618108" y="917739"/>
                  <a:pt x="9600339" y="922112"/>
                </a:cubicBezTo>
                <a:lnTo>
                  <a:pt x="9582850" y="925510"/>
                </a:lnTo>
                <a:cubicBezTo>
                  <a:pt x="9574400" y="928631"/>
                  <a:pt x="9556868" y="938130"/>
                  <a:pt x="9549638" y="940845"/>
                </a:cubicBezTo>
                <a:cubicBezTo>
                  <a:pt x="9543792" y="942327"/>
                  <a:pt x="9546812" y="939351"/>
                  <a:pt x="9539471" y="941799"/>
                </a:cubicBezTo>
                <a:cubicBezTo>
                  <a:pt x="9538994" y="947702"/>
                  <a:pt x="9536009" y="953248"/>
                  <a:pt x="9505592" y="955533"/>
                </a:cubicBezTo>
                <a:cubicBezTo>
                  <a:pt x="9486013" y="968563"/>
                  <a:pt x="9460860" y="978842"/>
                  <a:pt x="9432569" y="985377"/>
                </a:cubicBezTo>
                <a:cubicBezTo>
                  <a:pt x="9426990" y="980335"/>
                  <a:pt x="9418918" y="990185"/>
                  <a:pt x="9414216" y="992655"/>
                </a:cubicBezTo>
                <a:cubicBezTo>
                  <a:pt x="9412644" y="989014"/>
                  <a:pt x="9400057" y="989255"/>
                  <a:pt x="9397106" y="992980"/>
                </a:cubicBezTo>
                <a:cubicBezTo>
                  <a:pt x="9314093" y="1020862"/>
                  <a:pt x="9349678" y="978420"/>
                  <a:pt x="9305108" y="1007767"/>
                </a:cubicBezTo>
                <a:cubicBezTo>
                  <a:pt x="9296670" y="1010324"/>
                  <a:pt x="9289251" y="1009612"/>
                  <a:pt x="9282434" y="1007523"/>
                </a:cubicBezTo>
                <a:lnTo>
                  <a:pt x="9271941" y="1002839"/>
                </a:lnTo>
                <a:lnTo>
                  <a:pt x="9238227" y="1017668"/>
                </a:lnTo>
                <a:cubicBezTo>
                  <a:pt x="9221294" y="1023415"/>
                  <a:pt x="9203166" y="1027997"/>
                  <a:pt x="9184265" y="1031275"/>
                </a:cubicBezTo>
                <a:cubicBezTo>
                  <a:pt x="9178371" y="1024135"/>
                  <a:pt x="9165618" y="1036637"/>
                  <a:pt x="9159000" y="1039569"/>
                </a:cubicBezTo>
                <a:cubicBezTo>
                  <a:pt x="9157881" y="1034602"/>
                  <a:pt x="9141725" y="1033964"/>
                  <a:pt x="9137031" y="1038699"/>
                </a:cubicBezTo>
                <a:cubicBezTo>
                  <a:pt x="9023973" y="1069523"/>
                  <a:pt x="9079946" y="1015706"/>
                  <a:pt x="9015702" y="1051400"/>
                </a:cubicBezTo>
                <a:lnTo>
                  <a:pt x="8971403" y="1040542"/>
                </a:lnTo>
                <a:lnTo>
                  <a:pt x="8961826" y="1045364"/>
                </a:lnTo>
                <a:cubicBezTo>
                  <a:pt x="8922837" y="1050010"/>
                  <a:pt x="8909116" y="1040754"/>
                  <a:pt x="8888623" y="1053908"/>
                </a:cubicBezTo>
                <a:cubicBezTo>
                  <a:pt x="8850424" y="1035587"/>
                  <a:pt x="8865892" y="1054194"/>
                  <a:pt x="8841066" y="1060421"/>
                </a:cubicBezTo>
                <a:cubicBezTo>
                  <a:pt x="8818353" y="1064878"/>
                  <a:pt x="8775995" y="1076068"/>
                  <a:pt x="8752342" y="1080646"/>
                </a:cubicBezTo>
                <a:cubicBezTo>
                  <a:pt x="8736966" y="1099406"/>
                  <a:pt x="8723186" y="1079948"/>
                  <a:pt x="8699139" y="1087885"/>
                </a:cubicBezTo>
                <a:cubicBezTo>
                  <a:pt x="8688630" y="1095506"/>
                  <a:pt x="8680324" y="1097539"/>
                  <a:pt x="8667273" y="1092062"/>
                </a:cubicBezTo>
                <a:cubicBezTo>
                  <a:pt x="8619205" y="1128818"/>
                  <a:pt x="8634590" y="1097116"/>
                  <a:pt x="8586064" y="1114603"/>
                </a:cubicBezTo>
                <a:cubicBezTo>
                  <a:pt x="8544721" y="1131913"/>
                  <a:pt x="8496602" y="1145520"/>
                  <a:pt x="8460312" y="1179878"/>
                </a:cubicBezTo>
                <a:cubicBezTo>
                  <a:pt x="8454266" y="1189140"/>
                  <a:pt x="8435781" y="1194455"/>
                  <a:pt x="8419023" y="1191748"/>
                </a:cubicBezTo>
                <a:cubicBezTo>
                  <a:pt x="8416138" y="1191283"/>
                  <a:pt x="8413416" y="1190591"/>
                  <a:pt x="8410939" y="1189696"/>
                </a:cubicBezTo>
                <a:cubicBezTo>
                  <a:pt x="8390077" y="1213458"/>
                  <a:pt x="8370324" y="1205397"/>
                  <a:pt x="8362040" y="1220820"/>
                </a:cubicBezTo>
                <a:cubicBezTo>
                  <a:pt x="8320616" y="1231942"/>
                  <a:pt x="8281663" y="1222882"/>
                  <a:pt x="8273677" y="1236495"/>
                </a:cubicBezTo>
                <a:cubicBezTo>
                  <a:pt x="8251358" y="1238573"/>
                  <a:pt x="8216738" y="1228341"/>
                  <a:pt x="8204283" y="1243537"/>
                </a:cubicBezTo>
                <a:cubicBezTo>
                  <a:pt x="8198634" y="1233135"/>
                  <a:pt x="8181550" y="1254947"/>
                  <a:pt x="8166550" y="1249551"/>
                </a:cubicBezTo>
                <a:cubicBezTo>
                  <a:pt x="8155570" y="1244572"/>
                  <a:pt x="8147825" y="1250027"/>
                  <a:pt x="8137785" y="1251636"/>
                </a:cubicBezTo>
                <a:cubicBezTo>
                  <a:pt x="8123427" y="1248361"/>
                  <a:pt x="8081662" y="1261833"/>
                  <a:pt x="8071596" y="1269274"/>
                </a:cubicBezTo>
                <a:cubicBezTo>
                  <a:pt x="8048949" y="1293759"/>
                  <a:pt x="7983924" y="1284712"/>
                  <a:pt x="7964816" y="1303668"/>
                </a:cubicBezTo>
                <a:cubicBezTo>
                  <a:pt x="7957137" y="1306992"/>
                  <a:pt x="7949335" y="1308861"/>
                  <a:pt x="7941495" y="1309821"/>
                </a:cubicBezTo>
                <a:lnTo>
                  <a:pt x="7919123" y="1310466"/>
                </a:lnTo>
                <a:lnTo>
                  <a:pt x="7911902" y="1306569"/>
                </a:lnTo>
                <a:lnTo>
                  <a:pt x="7898703" y="1309208"/>
                </a:lnTo>
                <a:lnTo>
                  <a:pt x="7894703" y="1308939"/>
                </a:lnTo>
                <a:lnTo>
                  <a:pt x="7872267" y="1308370"/>
                </a:lnTo>
                <a:cubicBezTo>
                  <a:pt x="7886550" y="1330359"/>
                  <a:pt x="7812648" y="1314851"/>
                  <a:pt x="7836454" y="1331265"/>
                </a:cubicBezTo>
                <a:cubicBezTo>
                  <a:pt x="7798907" y="1336933"/>
                  <a:pt x="7831419" y="1351068"/>
                  <a:pt x="7782451" y="1339601"/>
                </a:cubicBezTo>
                <a:cubicBezTo>
                  <a:pt x="7727636" y="1365002"/>
                  <a:pt x="7583002" y="1338768"/>
                  <a:pt x="7542969" y="1372495"/>
                </a:cubicBezTo>
                <a:cubicBezTo>
                  <a:pt x="7546396" y="1360942"/>
                  <a:pt x="7492851" y="1424323"/>
                  <a:pt x="7476832" y="1431655"/>
                </a:cubicBezTo>
                <a:cubicBezTo>
                  <a:pt x="7439619" y="1443703"/>
                  <a:pt x="7425596" y="1454661"/>
                  <a:pt x="7370237" y="1474339"/>
                </a:cubicBezTo>
                <a:cubicBezTo>
                  <a:pt x="7316246" y="1485928"/>
                  <a:pt x="7281903" y="1512712"/>
                  <a:pt x="7222223" y="1510199"/>
                </a:cubicBezTo>
                <a:cubicBezTo>
                  <a:pt x="7221190" y="1514030"/>
                  <a:pt x="7218885" y="1517398"/>
                  <a:pt x="7215703" y="1520424"/>
                </a:cubicBezTo>
                <a:lnTo>
                  <a:pt x="7204548" y="1528145"/>
                </a:lnTo>
                <a:lnTo>
                  <a:pt x="7202038" y="1527954"/>
                </a:lnTo>
                <a:lnTo>
                  <a:pt x="7173860" y="1541605"/>
                </a:lnTo>
                <a:lnTo>
                  <a:pt x="7155079" y="1552495"/>
                </a:lnTo>
                <a:lnTo>
                  <a:pt x="7149757" y="1552732"/>
                </a:lnTo>
                <a:cubicBezTo>
                  <a:pt x="7141378" y="1554948"/>
                  <a:pt x="7115959" y="1563256"/>
                  <a:pt x="7104804" y="1565792"/>
                </a:cubicBezTo>
                <a:cubicBezTo>
                  <a:pt x="7099811" y="1550850"/>
                  <a:pt x="7096935" y="1561973"/>
                  <a:pt x="7082824" y="1567947"/>
                </a:cubicBezTo>
                <a:cubicBezTo>
                  <a:pt x="7071919" y="1546070"/>
                  <a:pt x="7039417" y="1570606"/>
                  <a:pt x="7021520" y="1562334"/>
                </a:cubicBezTo>
                <a:cubicBezTo>
                  <a:pt x="7011400" y="1567217"/>
                  <a:pt x="7000495" y="1571981"/>
                  <a:pt x="6988956" y="1576442"/>
                </a:cubicBezTo>
                <a:lnTo>
                  <a:pt x="6981922" y="1578821"/>
                </a:lnTo>
                <a:lnTo>
                  <a:pt x="6981583" y="1578678"/>
                </a:lnTo>
                <a:cubicBezTo>
                  <a:pt x="6979627" y="1578791"/>
                  <a:pt x="6977153" y="1579421"/>
                  <a:pt x="6973762" y="1580811"/>
                </a:cubicBezTo>
                <a:lnTo>
                  <a:pt x="6969093" y="1583157"/>
                </a:lnTo>
                <a:lnTo>
                  <a:pt x="6890037" y="1575825"/>
                </a:lnTo>
                <a:cubicBezTo>
                  <a:pt x="6849459" y="1579997"/>
                  <a:pt x="6820022" y="1566922"/>
                  <a:pt x="6785054" y="1582200"/>
                </a:cubicBezTo>
                <a:cubicBezTo>
                  <a:pt x="6747047" y="1586037"/>
                  <a:pt x="6712794" y="1582954"/>
                  <a:pt x="6681692" y="1591296"/>
                </a:cubicBezTo>
                <a:cubicBezTo>
                  <a:pt x="6667557" y="1587501"/>
                  <a:pt x="6654822" y="1586753"/>
                  <a:pt x="6644556" y="1595940"/>
                </a:cubicBezTo>
                <a:cubicBezTo>
                  <a:pt x="6608615" y="1597269"/>
                  <a:pt x="6597697" y="1587005"/>
                  <a:pt x="6577106" y="1598261"/>
                </a:cubicBezTo>
                <a:lnTo>
                  <a:pt x="6544183" y="1596149"/>
                </a:lnTo>
                <a:lnTo>
                  <a:pt x="6540921" y="1593857"/>
                </a:lnTo>
                <a:lnTo>
                  <a:pt x="6535046" y="1593283"/>
                </a:lnTo>
                <a:lnTo>
                  <a:pt x="6519853" y="1595771"/>
                </a:lnTo>
                <a:lnTo>
                  <a:pt x="6514280" y="1597376"/>
                </a:lnTo>
                <a:cubicBezTo>
                  <a:pt x="6510385" y="1598232"/>
                  <a:pt x="6507735" y="1598481"/>
                  <a:pt x="6505824" y="1598298"/>
                </a:cubicBezTo>
                <a:lnTo>
                  <a:pt x="6505573" y="1598109"/>
                </a:lnTo>
                <a:lnTo>
                  <a:pt x="6497741" y="1599392"/>
                </a:lnTo>
                <a:cubicBezTo>
                  <a:pt x="6484628" y="1602044"/>
                  <a:pt x="6471968" y="1605085"/>
                  <a:pt x="6459992" y="1608358"/>
                </a:cubicBezTo>
                <a:cubicBezTo>
                  <a:pt x="6447037" y="1597612"/>
                  <a:pt x="6404274" y="1616787"/>
                  <a:pt x="6404572" y="1593771"/>
                </a:cubicBezTo>
                <a:cubicBezTo>
                  <a:pt x="6388277" y="1597519"/>
                  <a:pt x="6380141" y="1607970"/>
                  <a:pt x="6382671" y="1592612"/>
                </a:cubicBezTo>
                <a:lnTo>
                  <a:pt x="6369843" y="1590015"/>
                </a:lnTo>
                <a:lnTo>
                  <a:pt x="6269740" y="1614633"/>
                </a:lnTo>
                <a:lnTo>
                  <a:pt x="6255405" y="1620529"/>
                </a:lnTo>
                <a:cubicBezTo>
                  <a:pt x="6250911" y="1623016"/>
                  <a:pt x="6247090" y="1625968"/>
                  <a:pt x="6244248" y="1629561"/>
                </a:cubicBezTo>
                <a:cubicBezTo>
                  <a:pt x="6188859" y="1618246"/>
                  <a:pt x="6143250" y="1639346"/>
                  <a:pt x="6086396" y="1642666"/>
                </a:cubicBezTo>
                <a:cubicBezTo>
                  <a:pt x="6024311" y="1653696"/>
                  <a:pt x="5889522" y="1686499"/>
                  <a:pt x="5867429" y="1695554"/>
                </a:cubicBezTo>
                <a:cubicBezTo>
                  <a:pt x="5848669" y="1700350"/>
                  <a:pt x="5763994" y="1699795"/>
                  <a:pt x="5772864" y="1689002"/>
                </a:cubicBezTo>
                <a:cubicBezTo>
                  <a:pt x="5718480" y="1716048"/>
                  <a:pt x="5694188" y="1696562"/>
                  <a:pt x="5629833" y="1713273"/>
                </a:cubicBezTo>
                <a:lnTo>
                  <a:pt x="5504771" y="1725744"/>
                </a:lnTo>
                <a:lnTo>
                  <a:pt x="5490967" y="1726367"/>
                </a:lnTo>
                <a:lnTo>
                  <a:pt x="5486015" y="1721481"/>
                </a:lnTo>
                <a:lnTo>
                  <a:pt x="5439364" y="1721349"/>
                </a:lnTo>
                <a:cubicBezTo>
                  <a:pt x="5418850" y="1733129"/>
                  <a:pt x="5381503" y="1725668"/>
                  <a:pt x="5350025" y="1729885"/>
                </a:cubicBezTo>
                <a:lnTo>
                  <a:pt x="5336104" y="1734377"/>
                </a:lnTo>
                <a:lnTo>
                  <a:pt x="5245234" y="1738520"/>
                </a:lnTo>
                <a:lnTo>
                  <a:pt x="5182955" y="1744622"/>
                </a:lnTo>
                <a:lnTo>
                  <a:pt x="5169506" y="1748993"/>
                </a:lnTo>
                <a:lnTo>
                  <a:pt x="5154299" y="1744080"/>
                </a:lnTo>
                <a:cubicBezTo>
                  <a:pt x="5152463" y="1742751"/>
                  <a:pt x="5150989" y="1741283"/>
                  <a:pt x="5149917" y="1739727"/>
                </a:cubicBezTo>
                <a:lnTo>
                  <a:pt x="5100319" y="1745797"/>
                </a:lnTo>
                <a:lnTo>
                  <a:pt x="5094361" y="1745767"/>
                </a:lnTo>
                <a:lnTo>
                  <a:pt x="5053410" y="1742790"/>
                </a:lnTo>
                <a:lnTo>
                  <a:pt x="4992711" y="1734075"/>
                </a:lnTo>
                <a:cubicBezTo>
                  <a:pt x="4972764" y="1728527"/>
                  <a:pt x="4955480" y="1708667"/>
                  <a:pt x="4930098" y="1717312"/>
                </a:cubicBezTo>
                <a:cubicBezTo>
                  <a:pt x="4936142" y="1706767"/>
                  <a:pt x="4900350" y="1719438"/>
                  <a:pt x="4893834" y="1710028"/>
                </a:cubicBezTo>
                <a:cubicBezTo>
                  <a:pt x="4890113" y="1702277"/>
                  <a:pt x="4878389" y="1704314"/>
                  <a:pt x="4868730" y="1702384"/>
                </a:cubicBezTo>
                <a:cubicBezTo>
                  <a:pt x="4860577" y="1694955"/>
                  <a:pt x="4813519" y="1692594"/>
                  <a:pt x="4797925" y="1695535"/>
                </a:cubicBezTo>
                <a:cubicBezTo>
                  <a:pt x="4754973" y="1708626"/>
                  <a:pt x="4712186" y="1679830"/>
                  <a:pt x="4677670" y="1689453"/>
                </a:cubicBezTo>
                <a:cubicBezTo>
                  <a:pt x="4650390" y="1686902"/>
                  <a:pt x="4641786" y="1682702"/>
                  <a:pt x="4634248" y="1680227"/>
                </a:cubicBezTo>
                <a:lnTo>
                  <a:pt x="4632434" y="1674607"/>
                </a:lnTo>
                <a:lnTo>
                  <a:pt x="4619204" y="1672507"/>
                </a:lnTo>
                <a:lnTo>
                  <a:pt x="4616283" y="1670977"/>
                </a:lnTo>
                <a:cubicBezTo>
                  <a:pt x="4610716" y="1668036"/>
                  <a:pt x="4605090" y="1665277"/>
                  <a:pt x="4598926" y="1663178"/>
                </a:cubicBezTo>
                <a:cubicBezTo>
                  <a:pt x="4588025" y="1686237"/>
                  <a:pt x="4544698" y="1649138"/>
                  <a:pt x="4547069" y="1670642"/>
                </a:cubicBezTo>
                <a:lnTo>
                  <a:pt x="4523516" y="1669785"/>
                </a:lnTo>
                <a:lnTo>
                  <a:pt x="4500586" y="1675912"/>
                </a:lnTo>
                <a:lnTo>
                  <a:pt x="4488196" y="1683463"/>
                </a:lnTo>
                <a:lnTo>
                  <a:pt x="4445463" y="1695634"/>
                </a:lnTo>
                <a:lnTo>
                  <a:pt x="4446550" y="1680538"/>
                </a:lnTo>
                <a:lnTo>
                  <a:pt x="4365375" y="1697935"/>
                </a:lnTo>
                <a:lnTo>
                  <a:pt x="4305123" y="1714185"/>
                </a:lnTo>
                <a:lnTo>
                  <a:pt x="4292665" y="1720703"/>
                </a:lnTo>
                <a:lnTo>
                  <a:pt x="4276789" y="1718367"/>
                </a:lnTo>
                <a:cubicBezTo>
                  <a:pt x="4274740" y="1717359"/>
                  <a:pt x="4273021" y="1716157"/>
                  <a:pt x="4271683" y="1714801"/>
                </a:cubicBezTo>
                <a:lnTo>
                  <a:pt x="4223918" y="1728936"/>
                </a:lnTo>
                <a:lnTo>
                  <a:pt x="4218039" y="1729885"/>
                </a:lnTo>
                <a:lnTo>
                  <a:pt x="4177153" y="1733691"/>
                </a:lnTo>
                <a:lnTo>
                  <a:pt x="4051032" y="1728886"/>
                </a:lnTo>
                <a:cubicBezTo>
                  <a:pt x="4055072" y="1717510"/>
                  <a:pt x="4022108" y="1735873"/>
                  <a:pt x="4013978" y="1727679"/>
                </a:cubicBezTo>
                <a:cubicBezTo>
                  <a:pt x="4008905" y="1720660"/>
                  <a:pt x="3997723" y="1724594"/>
                  <a:pt x="3987857" y="1724282"/>
                </a:cubicBezTo>
                <a:cubicBezTo>
                  <a:pt x="3978476" y="1718309"/>
                  <a:pt x="3931683" y="1723723"/>
                  <a:pt x="3916852" y="1729184"/>
                </a:cubicBezTo>
                <a:cubicBezTo>
                  <a:pt x="3876910" y="1749138"/>
                  <a:pt x="3829523" y="1727824"/>
                  <a:pt x="3797263" y="1742976"/>
                </a:cubicBezTo>
                <a:cubicBezTo>
                  <a:pt x="3769922" y="1744951"/>
                  <a:pt x="3760682" y="1742230"/>
                  <a:pt x="3752806" y="1741033"/>
                </a:cubicBezTo>
                <a:lnTo>
                  <a:pt x="3749997" y="1735799"/>
                </a:lnTo>
                <a:lnTo>
                  <a:pt x="3736582" y="1735907"/>
                </a:lnTo>
                <a:lnTo>
                  <a:pt x="3733428" y="1734881"/>
                </a:lnTo>
                <a:cubicBezTo>
                  <a:pt x="3727408" y="1732899"/>
                  <a:pt x="3721365" y="1731108"/>
                  <a:pt x="3714911" y="1730056"/>
                </a:cubicBezTo>
                <a:cubicBezTo>
                  <a:pt x="3708355" y="1754554"/>
                  <a:pt x="3658933" y="1725152"/>
                  <a:pt x="3665172" y="1745936"/>
                </a:cubicBezTo>
                <a:cubicBezTo>
                  <a:pt x="3628569" y="1744420"/>
                  <a:pt x="3583742" y="1775884"/>
                  <a:pt x="3552006" y="1755220"/>
                </a:cubicBezTo>
                <a:cubicBezTo>
                  <a:pt x="3497522" y="1758390"/>
                  <a:pt x="3448310" y="1757433"/>
                  <a:pt x="3390301" y="1762546"/>
                </a:cubicBezTo>
                <a:cubicBezTo>
                  <a:pt x="3345266" y="1774524"/>
                  <a:pt x="3297039" y="1758531"/>
                  <a:pt x="3264312" y="1774620"/>
                </a:cubicBezTo>
                <a:cubicBezTo>
                  <a:pt x="3212634" y="1771139"/>
                  <a:pt x="3147905" y="1780248"/>
                  <a:pt x="3106901" y="1804264"/>
                </a:cubicBezTo>
                <a:cubicBezTo>
                  <a:pt x="3051355" y="1805490"/>
                  <a:pt x="3041708" y="1820368"/>
                  <a:pt x="2993303" y="1806542"/>
                </a:cubicBezTo>
                <a:cubicBezTo>
                  <a:pt x="2989182" y="1810139"/>
                  <a:pt x="2984377" y="1813039"/>
                  <a:pt x="2979115" y="1815432"/>
                </a:cubicBezTo>
                <a:lnTo>
                  <a:pt x="2963118" y="1820962"/>
                </a:lnTo>
                <a:lnTo>
                  <a:pt x="2961156" y="1820297"/>
                </a:lnTo>
                <a:lnTo>
                  <a:pt x="2925719" y="1828468"/>
                </a:lnTo>
                <a:lnTo>
                  <a:pt x="2857951" y="1842496"/>
                </a:lnTo>
                <a:lnTo>
                  <a:pt x="2857427" y="1841591"/>
                </a:lnTo>
                <a:cubicBezTo>
                  <a:pt x="2855386" y="1839734"/>
                  <a:pt x="2852250" y="1838690"/>
                  <a:pt x="2846731" y="1839316"/>
                </a:cubicBezTo>
                <a:cubicBezTo>
                  <a:pt x="2855175" y="1823564"/>
                  <a:pt x="2843311" y="1834035"/>
                  <a:pt x="2826290" y="1837274"/>
                </a:cubicBezTo>
                <a:cubicBezTo>
                  <a:pt x="2835609" y="1813530"/>
                  <a:pt x="2787284" y="1831665"/>
                  <a:pt x="2779146" y="1820071"/>
                </a:cubicBezTo>
                <a:cubicBezTo>
                  <a:pt x="2766432" y="1822985"/>
                  <a:pt x="2753158" y="1825635"/>
                  <a:pt x="2739608" y="1827861"/>
                </a:cubicBezTo>
                <a:lnTo>
                  <a:pt x="2731631" y="1828881"/>
                </a:lnTo>
                <a:cubicBezTo>
                  <a:pt x="2731575" y="1828813"/>
                  <a:pt x="2731521" y="1828744"/>
                  <a:pt x="2731464" y="1828677"/>
                </a:cubicBezTo>
                <a:cubicBezTo>
                  <a:pt x="2729715" y="1828415"/>
                  <a:pt x="2727085" y="1828569"/>
                  <a:pt x="2723037" y="1829303"/>
                </a:cubicBezTo>
                <a:lnTo>
                  <a:pt x="2701616" y="1832725"/>
                </a:lnTo>
                <a:lnTo>
                  <a:pt x="2696239" y="1831904"/>
                </a:lnTo>
                <a:lnTo>
                  <a:pt x="2663445" y="1825958"/>
                </a:lnTo>
                <a:cubicBezTo>
                  <a:pt x="2641260" y="1825904"/>
                  <a:pt x="2595040" y="1827674"/>
                  <a:pt x="2560925" y="1829094"/>
                </a:cubicBezTo>
                <a:cubicBezTo>
                  <a:pt x="2527977" y="1836499"/>
                  <a:pt x="2496507" y="1831991"/>
                  <a:pt x="2458739" y="1834479"/>
                </a:cubicBezTo>
                <a:cubicBezTo>
                  <a:pt x="2419379" y="1848893"/>
                  <a:pt x="2396428" y="1834257"/>
                  <a:pt x="2356074" y="1836991"/>
                </a:cubicBezTo>
                <a:cubicBezTo>
                  <a:pt x="2323435" y="1857644"/>
                  <a:pt x="2325610" y="1826053"/>
                  <a:pt x="2304241" y="1822021"/>
                </a:cubicBezTo>
                <a:lnTo>
                  <a:pt x="2298362" y="1822125"/>
                </a:lnTo>
                <a:lnTo>
                  <a:pt x="2283527" y="1826361"/>
                </a:lnTo>
                <a:lnTo>
                  <a:pt x="2278150" y="1828604"/>
                </a:lnTo>
                <a:cubicBezTo>
                  <a:pt x="2274371" y="1829907"/>
                  <a:pt x="2271762" y="1830461"/>
                  <a:pt x="2269853" y="1830502"/>
                </a:cubicBezTo>
                <a:lnTo>
                  <a:pt x="2269585" y="1830341"/>
                </a:lnTo>
                <a:lnTo>
                  <a:pt x="2225332" y="1845825"/>
                </a:lnTo>
                <a:cubicBezTo>
                  <a:pt x="2211505" y="1836594"/>
                  <a:pt x="2170867" y="1860661"/>
                  <a:pt x="2169048" y="1837658"/>
                </a:cubicBezTo>
                <a:cubicBezTo>
                  <a:pt x="2153238" y="1843278"/>
                  <a:pt x="2146132" y="1854645"/>
                  <a:pt x="2147231" y="1839027"/>
                </a:cubicBezTo>
                <a:cubicBezTo>
                  <a:pt x="2141901" y="1840465"/>
                  <a:pt x="2138205" y="1840014"/>
                  <a:pt x="2135241" y="1838652"/>
                </a:cubicBezTo>
                <a:lnTo>
                  <a:pt x="2099215" y="1850768"/>
                </a:lnTo>
                <a:lnTo>
                  <a:pt x="2094046" y="1850806"/>
                </a:lnTo>
                <a:lnTo>
                  <a:pt x="2071850" y="1861319"/>
                </a:lnTo>
                <a:lnTo>
                  <a:pt x="2039607" y="1874318"/>
                </a:lnTo>
                <a:lnTo>
                  <a:pt x="2037289" y="1874025"/>
                </a:lnTo>
                <a:lnTo>
                  <a:pt x="2023615" y="1881562"/>
                </a:lnTo>
                <a:cubicBezTo>
                  <a:pt x="2019390" y="1884562"/>
                  <a:pt x="1959668" y="1894795"/>
                  <a:pt x="1957176" y="1898709"/>
                </a:cubicBezTo>
                <a:cubicBezTo>
                  <a:pt x="1901224" y="1893805"/>
                  <a:pt x="1914145" y="1913274"/>
                  <a:pt x="1858081" y="1923144"/>
                </a:cubicBezTo>
                <a:cubicBezTo>
                  <a:pt x="1819487" y="1923227"/>
                  <a:pt x="1798952" y="1929741"/>
                  <a:pt x="1738865" y="1944965"/>
                </a:cubicBezTo>
                <a:cubicBezTo>
                  <a:pt x="1698633" y="1955957"/>
                  <a:pt x="1670491" y="1978862"/>
                  <a:pt x="1616692" y="1989107"/>
                </a:cubicBezTo>
                <a:cubicBezTo>
                  <a:pt x="1565257" y="2022368"/>
                  <a:pt x="1474172" y="2022156"/>
                  <a:pt x="1411898" y="2046254"/>
                </a:cubicBezTo>
                <a:cubicBezTo>
                  <a:pt x="1380237" y="2035952"/>
                  <a:pt x="1386648" y="2042292"/>
                  <a:pt x="1375780" y="2047961"/>
                </a:cubicBezTo>
                <a:cubicBezTo>
                  <a:pt x="1375756" y="2047968"/>
                  <a:pt x="1375731" y="2047974"/>
                  <a:pt x="1375707" y="2047981"/>
                </a:cubicBezTo>
                <a:lnTo>
                  <a:pt x="1285585" y="2047113"/>
                </a:lnTo>
                <a:cubicBezTo>
                  <a:pt x="1279541" y="2043453"/>
                  <a:pt x="1272537" y="2040974"/>
                  <a:pt x="1263658" y="2041397"/>
                </a:cubicBezTo>
                <a:cubicBezTo>
                  <a:pt x="1212454" y="2058890"/>
                  <a:pt x="1258499" y="2026611"/>
                  <a:pt x="1170403" y="2033399"/>
                </a:cubicBezTo>
                <a:cubicBezTo>
                  <a:pt x="1166530" y="2036274"/>
                  <a:pt x="1154254" y="2033463"/>
                  <a:pt x="1153718" y="2029576"/>
                </a:cubicBezTo>
                <a:cubicBezTo>
                  <a:pt x="1148486" y="2030819"/>
                  <a:pt x="1137980" y="2038354"/>
                  <a:pt x="1133937" y="2032149"/>
                </a:cubicBezTo>
                <a:cubicBezTo>
                  <a:pt x="1104720" y="2031606"/>
                  <a:pt x="1077532" y="2035424"/>
                  <a:pt x="1054999" y="2043242"/>
                </a:cubicBezTo>
                <a:cubicBezTo>
                  <a:pt x="1024875" y="2038090"/>
                  <a:pt x="1020473" y="2042711"/>
                  <a:pt x="1018405" y="2048281"/>
                </a:cubicBezTo>
                <a:lnTo>
                  <a:pt x="1016563" y="2051718"/>
                </a:lnTo>
                <a:lnTo>
                  <a:pt x="1008284" y="2046742"/>
                </a:lnTo>
                <a:cubicBezTo>
                  <a:pt x="999244" y="2043620"/>
                  <a:pt x="990505" y="2044937"/>
                  <a:pt x="981974" y="2048363"/>
                </a:cubicBezTo>
                <a:lnTo>
                  <a:pt x="971903" y="2053484"/>
                </a:lnTo>
                <a:lnTo>
                  <a:pt x="954015" y="2052529"/>
                </a:lnTo>
                <a:cubicBezTo>
                  <a:pt x="931960" y="2051365"/>
                  <a:pt x="861352" y="2046214"/>
                  <a:pt x="839571" y="2046509"/>
                </a:cubicBezTo>
                <a:lnTo>
                  <a:pt x="823321" y="2054296"/>
                </a:lnTo>
                <a:lnTo>
                  <a:pt x="800990" y="2051523"/>
                </a:lnTo>
                <a:cubicBezTo>
                  <a:pt x="790723" y="2052171"/>
                  <a:pt x="782268" y="2055403"/>
                  <a:pt x="776439" y="2062634"/>
                </a:cubicBezTo>
                <a:cubicBezTo>
                  <a:pt x="773155" y="2056184"/>
                  <a:pt x="769593" y="2059253"/>
                  <a:pt x="763041" y="2063995"/>
                </a:cubicBezTo>
                <a:lnTo>
                  <a:pt x="757863" y="2065877"/>
                </a:lnTo>
                <a:lnTo>
                  <a:pt x="745053" y="2051831"/>
                </a:lnTo>
                <a:lnTo>
                  <a:pt x="722609" y="2049504"/>
                </a:lnTo>
                <a:lnTo>
                  <a:pt x="717618" y="2042131"/>
                </a:lnTo>
                <a:lnTo>
                  <a:pt x="703285" y="2046808"/>
                </a:lnTo>
                <a:cubicBezTo>
                  <a:pt x="698219" y="2048137"/>
                  <a:pt x="690058" y="2049926"/>
                  <a:pt x="680199" y="2051947"/>
                </a:cubicBezTo>
                <a:lnTo>
                  <a:pt x="667351" y="2054469"/>
                </a:lnTo>
                <a:lnTo>
                  <a:pt x="660961" y="2049404"/>
                </a:lnTo>
                <a:lnTo>
                  <a:pt x="638282" y="2060093"/>
                </a:lnTo>
                <a:lnTo>
                  <a:pt x="583551" y="2070197"/>
                </a:lnTo>
                <a:cubicBezTo>
                  <a:pt x="569268" y="2091365"/>
                  <a:pt x="529124" y="2053106"/>
                  <a:pt x="525274" y="2079137"/>
                </a:cubicBezTo>
                <a:cubicBezTo>
                  <a:pt x="506495" y="2056498"/>
                  <a:pt x="440091" y="2069666"/>
                  <a:pt x="405635" y="2059339"/>
                </a:cubicBezTo>
                <a:cubicBezTo>
                  <a:pt x="397410" y="2069278"/>
                  <a:pt x="294416" y="2032966"/>
                  <a:pt x="281555" y="2022847"/>
                </a:cubicBezTo>
                <a:cubicBezTo>
                  <a:pt x="171589" y="1986245"/>
                  <a:pt x="126791" y="1985528"/>
                  <a:pt x="98513" y="1969504"/>
                </a:cubicBezTo>
                <a:cubicBezTo>
                  <a:pt x="85544" y="1965247"/>
                  <a:pt x="73324" y="1958000"/>
                  <a:pt x="56191" y="1950709"/>
                </a:cubicBezTo>
                <a:lnTo>
                  <a:pt x="0" y="19357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548640"/>
            <a:ext cx="9543405" cy="1188720"/>
          </a:xfrm>
        </p:spPr>
        <p:txBody>
          <a:bodyPr>
            <a:normAutofit/>
          </a:bodyPr>
          <a:lstStyle/>
          <a:p>
            <a:r>
              <a:rPr lang="en-US">
                <a:solidFill>
                  <a:schemeClr val="tx1">
                    <a:lumMod val="85000"/>
                    <a:lumOff val="15000"/>
                  </a:schemeClr>
                </a:solidFill>
              </a:rPr>
              <a:t>Results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957987" y="2431765"/>
            <a:ext cx="8276026" cy="3320031"/>
          </a:xfrm>
        </p:spPr>
        <p:txBody>
          <a:bodyPr anchor="ctr">
            <a:normAutofit/>
          </a:bodyPr>
          <a:lstStyle/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Did you get the same results?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How would this apply to understanding diseases and spread?</a:t>
            </a:r>
          </a:p>
          <a:p>
            <a:r>
              <a:rPr lang="en-US" sz="2000">
                <a:solidFill>
                  <a:schemeClr val="tx1">
                    <a:lumMod val="85000"/>
                    <a:lumOff val="15000"/>
                  </a:schemeClr>
                </a:solidFill>
              </a:rPr>
              <a:t>What other modifications could you think of including?</a:t>
            </a: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42DCE2C-2863-46FA-9BE7-24365A24D9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24586" y="5970896"/>
            <a:ext cx="9967416" cy="887104"/>
          </a:xfrm>
          <a:custGeom>
            <a:avLst/>
            <a:gdLst>
              <a:gd name="connsiteX0" fmla="*/ 4686423 w 9517857"/>
              <a:gd name="connsiteY0" fmla="*/ 247919 h 918356"/>
              <a:gd name="connsiteX1" fmla="*/ 4689051 w 9517857"/>
              <a:gd name="connsiteY1" fmla="*/ 250968 h 918356"/>
              <a:gd name="connsiteX2" fmla="*/ 4687244 w 9517857"/>
              <a:gd name="connsiteY2" fmla="*/ 251298 h 918356"/>
              <a:gd name="connsiteX3" fmla="*/ 4685225 w 9517857"/>
              <a:gd name="connsiteY3" fmla="*/ 246530 h 918356"/>
              <a:gd name="connsiteX4" fmla="*/ 4686133 w 9517857"/>
              <a:gd name="connsiteY4" fmla="*/ 246727 h 918356"/>
              <a:gd name="connsiteX5" fmla="*/ 4686423 w 9517857"/>
              <a:gd name="connsiteY5" fmla="*/ 247919 h 918356"/>
              <a:gd name="connsiteX6" fmla="*/ 9517856 w 9517857"/>
              <a:gd name="connsiteY6" fmla="*/ 0 h 918356"/>
              <a:gd name="connsiteX7" fmla="*/ 9517857 w 9517857"/>
              <a:gd name="connsiteY7" fmla="*/ 12 h 918356"/>
              <a:gd name="connsiteX8" fmla="*/ 9517857 w 9517857"/>
              <a:gd name="connsiteY8" fmla="*/ 918356 h 918356"/>
              <a:gd name="connsiteX9" fmla="*/ 14604 w 9517857"/>
              <a:gd name="connsiteY9" fmla="*/ 918356 h 918356"/>
              <a:gd name="connsiteX10" fmla="*/ 12841 w 9517857"/>
              <a:gd name="connsiteY10" fmla="*/ 917763 h 918356"/>
              <a:gd name="connsiteX11" fmla="*/ 93 w 9517857"/>
              <a:gd name="connsiteY11" fmla="*/ 912471 h 918356"/>
              <a:gd name="connsiteX12" fmla="*/ 58674 w 9517857"/>
              <a:gd name="connsiteY12" fmla="*/ 890322 h 918356"/>
              <a:gd name="connsiteX13" fmla="*/ 275005 w 9517857"/>
              <a:gd name="connsiteY13" fmla="*/ 807229 h 918356"/>
              <a:gd name="connsiteX14" fmla="*/ 587824 w 9517857"/>
              <a:gd name="connsiteY14" fmla="*/ 798195 h 918356"/>
              <a:gd name="connsiteX15" fmla="*/ 651826 w 9517857"/>
              <a:gd name="connsiteY15" fmla="*/ 738338 h 918356"/>
              <a:gd name="connsiteX16" fmla="*/ 727985 w 9517857"/>
              <a:gd name="connsiteY16" fmla="*/ 719826 h 918356"/>
              <a:gd name="connsiteX17" fmla="*/ 778982 w 9517857"/>
              <a:gd name="connsiteY17" fmla="*/ 710142 h 918356"/>
              <a:gd name="connsiteX18" fmla="*/ 849944 w 9517857"/>
              <a:gd name="connsiteY18" fmla="*/ 717987 h 918356"/>
              <a:gd name="connsiteX19" fmla="*/ 921659 w 9517857"/>
              <a:gd name="connsiteY19" fmla="*/ 712695 h 918356"/>
              <a:gd name="connsiteX20" fmla="*/ 930946 w 9517857"/>
              <a:gd name="connsiteY20" fmla="*/ 734046 h 918356"/>
              <a:gd name="connsiteX21" fmla="*/ 986250 w 9517857"/>
              <a:gd name="connsiteY21" fmla="*/ 713530 h 918356"/>
              <a:gd name="connsiteX22" fmla="*/ 1013752 w 9517857"/>
              <a:gd name="connsiteY22" fmla="*/ 713361 h 918356"/>
              <a:gd name="connsiteX23" fmla="*/ 1023734 w 9517857"/>
              <a:gd name="connsiteY23" fmla="*/ 718571 h 918356"/>
              <a:gd name="connsiteX24" fmla="*/ 1063207 w 9517857"/>
              <a:gd name="connsiteY24" fmla="*/ 715651 h 918356"/>
              <a:gd name="connsiteX25" fmla="*/ 1081980 w 9517857"/>
              <a:gd name="connsiteY25" fmla="*/ 738455 h 918356"/>
              <a:gd name="connsiteX26" fmla="*/ 1218120 w 9517857"/>
              <a:gd name="connsiteY26" fmla="*/ 713280 h 918356"/>
              <a:gd name="connsiteX27" fmla="*/ 1397459 w 9517857"/>
              <a:gd name="connsiteY27" fmla="*/ 691190 h 918356"/>
              <a:gd name="connsiteX28" fmla="*/ 1580688 w 9517857"/>
              <a:gd name="connsiteY28" fmla="*/ 693697 h 918356"/>
              <a:gd name="connsiteX29" fmla="*/ 1772334 w 9517857"/>
              <a:gd name="connsiteY29" fmla="*/ 710640 h 918356"/>
              <a:gd name="connsiteX30" fmla="*/ 2002561 w 9517857"/>
              <a:gd name="connsiteY30" fmla="*/ 659917 h 918356"/>
              <a:gd name="connsiteX31" fmla="*/ 2135144 w 9517857"/>
              <a:gd name="connsiteY31" fmla="*/ 636501 h 918356"/>
              <a:gd name="connsiteX32" fmla="*/ 2440292 w 9517857"/>
              <a:gd name="connsiteY32" fmla="*/ 593862 h 918356"/>
              <a:gd name="connsiteX33" fmla="*/ 2547829 w 9517857"/>
              <a:gd name="connsiteY33" fmla="*/ 566150 h 918356"/>
              <a:gd name="connsiteX34" fmla="*/ 2658055 w 9517857"/>
              <a:gd name="connsiteY34" fmla="*/ 578727 h 918356"/>
              <a:gd name="connsiteX35" fmla="*/ 2693698 w 9517857"/>
              <a:gd name="connsiteY35" fmla="*/ 560029 h 918356"/>
              <a:gd name="connsiteX36" fmla="*/ 2699673 w 9517857"/>
              <a:gd name="connsiteY36" fmla="*/ 556400 h 918356"/>
              <a:gd name="connsiteX37" fmla="*/ 2727306 w 9517857"/>
              <a:gd name="connsiteY37" fmla="*/ 550698 h 918356"/>
              <a:gd name="connsiteX38" fmla="*/ 2730451 w 9517857"/>
              <a:gd name="connsiteY38" fmla="*/ 538058 h 918356"/>
              <a:gd name="connsiteX39" fmla="*/ 2768713 w 9517857"/>
              <a:gd name="connsiteY39" fmla="*/ 521575 h 918356"/>
              <a:gd name="connsiteX40" fmla="*/ 2820868 w 9517857"/>
              <a:gd name="connsiteY40" fmla="*/ 514160 h 918356"/>
              <a:gd name="connsiteX41" fmla="*/ 3073635 w 9517857"/>
              <a:gd name="connsiteY41" fmla="*/ 491294 h 918356"/>
              <a:gd name="connsiteX42" fmla="*/ 3222071 w 9517857"/>
              <a:gd name="connsiteY42" fmla="*/ 470559 h 918356"/>
              <a:gd name="connsiteX43" fmla="*/ 3274069 w 9517857"/>
              <a:gd name="connsiteY43" fmla="*/ 451605 h 918356"/>
              <a:gd name="connsiteX44" fmla="*/ 3349632 w 9517857"/>
              <a:gd name="connsiteY44" fmla="*/ 432583 h 918356"/>
              <a:gd name="connsiteX45" fmla="*/ 3479593 w 9517857"/>
              <a:gd name="connsiteY45" fmla="*/ 390437 h 918356"/>
              <a:gd name="connsiteX46" fmla="*/ 3660110 w 9517857"/>
              <a:gd name="connsiteY46" fmla="*/ 348726 h 918356"/>
              <a:gd name="connsiteX47" fmla="*/ 3750023 w 9517857"/>
              <a:gd name="connsiteY47" fmla="*/ 370678 h 918356"/>
              <a:gd name="connsiteX48" fmla="*/ 3844133 w 9517857"/>
              <a:gd name="connsiteY48" fmla="*/ 360648 h 918356"/>
              <a:gd name="connsiteX49" fmla="*/ 3913545 w 9517857"/>
              <a:gd name="connsiteY49" fmla="*/ 344235 h 918356"/>
              <a:gd name="connsiteX50" fmla="*/ 4266740 w 9517857"/>
              <a:gd name="connsiteY50" fmla="*/ 361454 h 918356"/>
              <a:gd name="connsiteX51" fmla="*/ 4430770 w 9517857"/>
              <a:gd name="connsiteY51" fmla="*/ 342643 h 918356"/>
              <a:gd name="connsiteX52" fmla="*/ 4512664 w 9517857"/>
              <a:gd name="connsiteY52" fmla="*/ 319948 h 918356"/>
              <a:gd name="connsiteX53" fmla="*/ 4616423 w 9517857"/>
              <a:gd name="connsiteY53" fmla="*/ 290914 h 918356"/>
              <a:gd name="connsiteX54" fmla="*/ 4691675 w 9517857"/>
              <a:gd name="connsiteY54" fmla="*/ 254011 h 918356"/>
              <a:gd name="connsiteX55" fmla="*/ 4689051 w 9517857"/>
              <a:gd name="connsiteY55" fmla="*/ 250968 h 918356"/>
              <a:gd name="connsiteX56" fmla="*/ 4719994 w 9517857"/>
              <a:gd name="connsiteY56" fmla="*/ 245307 h 918356"/>
              <a:gd name="connsiteX57" fmla="*/ 4752894 w 9517857"/>
              <a:gd name="connsiteY57" fmla="*/ 239875 h 918356"/>
              <a:gd name="connsiteX58" fmla="*/ 4769329 w 9517857"/>
              <a:gd name="connsiteY58" fmla="*/ 233585 h 918356"/>
              <a:gd name="connsiteX59" fmla="*/ 4775634 w 9517857"/>
              <a:gd name="connsiteY59" fmla="*/ 234063 h 918356"/>
              <a:gd name="connsiteX60" fmla="*/ 4790452 w 9517857"/>
              <a:gd name="connsiteY60" fmla="*/ 233572 h 918356"/>
              <a:gd name="connsiteX61" fmla="*/ 4789062 w 9517857"/>
              <a:gd name="connsiteY61" fmla="*/ 241924 h 918356"/>
              <a:gd name="connsiteX62" fmla="*/ 4827826 w 9517857"/>
              <a:gd name="connsiteY62" fmla="*/ 246977 h 918356"/>
              <a:gd name="connsiteX63" fmla="*/ 4892569 w 9517857"/>
              <a:gd name="connsiteY63" fmla="*/ 249933 h 918356"/>
              <a:gd name="connsiteX64" fmla="*/ 4896611 w 9517857"/>
              <a:gd name="connsiteY64" fmla="*/ 240448 h 918356"/>
              <a:gd name="connsiteX65" fmla="*/ 4917286 w 9517857"/>
              <a:gd name="connsiteY65" fmla="*/ 243659 h 918356"/>
              <a:gd name="connsiteX66" fmla="*/ 4981173 w 9517857"/>
              <a:gd name="connsiteY66" fmla="*/ 247103 h 918356"/>
              <a:gd name="connsiteX67" fmla="*/ 5060397 w 9517857"/>
              <a:gd name="connsiteY67" fmla="*/ 263688 h 918356"/>
              <a:gd name="connsiteX68" fmla="*/ 5252996 w 9517857"/>
              <a:gd name="connsiteY68" fmla="*/ 270655 h 918356"/>
              <a:gd name="connsiteX69" fmla="*/ 5358056 w 9517857"/>
              <a:gd name="connsiteY69" fmla="*/ 247248 h 918356"/>
              <a:gd name="connsiteX70" fmla="*/ 5426496 w 9517857"/>
              <a:gd name="connsiteY70" fmla="*/ 235142 h 918356"/>
              <a:gd name="connsiteX71" fmla="*/ 5497161 w 9517857"/>
              <a:gd name="connsiteY71" fmla="*/ 228808 h 918356"/>
              <a:gd name="connsiteX72" fmla="*/ 5826043 w 9517857"/>
              <a:gd name="connsiteY72" fmla="*/ 148073 h 918356"/>
              <a:gd name="connsiteX73" fmla="*/ 6013415 w 9517857"/>
              <a:gd name="connsiteY73" fmla="*/ 137316 h 918356"/>
              <a:gd name="connsiteX74" fmla="*/ 6080994 w 9517857"/>
              <a:gd name="connsiteY74" fmla="*/ 142938 h 918356"/>
              <a:gd name="connsiteX75" fmla="*/ 6194152 w 9517857"/>
              <a:gd name="connsiteY75" fmla="*/ 151772 h 918356"/>
              <a:gd name="connsiteX76" fmla="*/ 6281379 w 9517857"/>
              <a:gd name="connsiteY76" fmla="*/ 181626 h 918356"/>
              <a:gd name="connsiteX77" fmla="*/ 6374947 w 9517857"/>
              <a:gd name="connsiteY77" fmla="*/ 179799 h 918356"/>
              <a:gd name="connsiteX78" fmla="*/ 6448518 w 9517857"/>
              <a:gd name="connsiteY78" fmla="*/ 164378 h 918356"/>
              <a:gd name="connsiteX79" fmla="*/ 6544700 w 9517857"/>
              <a:gd name="connsiteY79" fmla="*/ 167161 h 918356"/>
              <a:gd name="connsiteX80" fmla="*/ 6648353 w 9517857"/>
              <a:gd name="connsiteY80" fmla="*/ 172250 h 918356"/>
              <a:gd name="connsiteX81" fmla="*/ 6736227 w 9517857"/>
              <a:gd name="connsiteY81" fmla="*/ 173216 h 918356"/>
              <a:gd name="connsiteX82" fmla="*/ 6977218 w 9517857"/>
              <a:gd name="connsiteY82" fmla="*/ 184289 h 918356"/>
              <a:gd name="connsiteX83" fmla="*/ 7065221 w 9517857"/>
              <a:gd name="connsiteY83" fmla="*/ 227531 h 918356"/>
              <a:gd name="connsiteX84" fmla="*/ 7366876 w 9517857"/>
              <a:gd name="connsiteY84" fmla="*/ 248468 h 918356"/>
              <a:gd name="connsiteX85" fmla="*/ 7565449 w 9517857"/>
              <a:gd name="connsiteY85" fmla="*/ 258950 h 918356"/>
              <a:gd name="connsiteX86" fmla="*/ 7599285 w 9517857"/>
              <a:gd name="connsiteY86" fmla="*/ 266021 h 918356"/>
              <a:gd name="connsiteX87" fmla="*/ 7644411 w 9517857"/>
              <a:gd name="connsiteY87" fmla="*/ 258986 h 918356"/>
              <a:gd name="connsiteX88" fmla="*/ 7825110 w 9517857"/>
              <a:gd name="connsiteY88" fmla="*/ 229109 h 918356"/>
              <a:gd name="connsiteX89" fmla="*/ 7965804 w 9517857"/>
              <a:gd name="connsiteY89" fmla="*/ 190545 h 918356"/>
              <a:gd name="connsiteX90" fmla="*/ 8147401 w 9517857"/>
              <a:gd name="connsiteY90" fmla="*/ 205617 h 918356"/>
              <a:gd name="connsiteX91" fmla="*/ 8256033 w 9517857"/>
              <a:gd name="connsiteY91" fmla="*/ 193713 h 918356"/>
              <a:gd name="connsiteX92" fmla="*/ 8410677 w 9517857"/>
              <a:gd name="connsiteY92" fmla="*/ 172167 h 918356"/>
              <a:gd name="connsiteX93" fmla="*/ 8617841 w 9517857"/>
              <a:gd name="connsiteY93" fmla="*/ 155167 h 918356"/>
              <a:gd name="connsiteX94" fmla="*/ 8715976 w 9517857"/>
              <a:gd name="connsiteY94" fmla="*/ 178374 h 918356"/>
              <a:gd name="connsiteX95" fmla="*/ 8778827 w 9517857"/>
              <a:gd name="connsiteY95" fmla="*/ 172936 h 918356"/>
              <a:gd name="connsiteX96" fmla="*/ 8840778 w 9517857"/>
              <a:gd name="connsiteY96" fmla="*/ 143149 h 918356"/>
              <a:gd name="connsiteX97" fmla="*/ 9010380 w 9517857"/>
              <a:gd name="connsiteY97" fmla="*/ 91891 h 918356"/>
              <a:gd name="connsiteX98" fmla="*/ 9110856 w 9517857"/>
              <a:gd name="connsiteY98" fmla="*/ 70997 h 918356"/>
              <a:gd name="connsiteX99" fmla="*/ 9268817 w 9517857"/>
              <a:gd name="connsiteY99" fmla="*/ 53082 h 918356"/>
              <a:gd name="connsiteX100" fmla="*/ 9316667 w 9517857"/>
              <a:gd name="connsiteY100" fmla="*/ 45047 h 918356"/>
              <a:gd name="connsiteX101" fmla="*/ 9428209 w 9517857"/>
              <a:gd name="connsiteY101" fmla="*/ 29923 h 918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9517857" h="918356">
                <a:moveTo>
                  <a:pt x="4686423" y="247919"/>
                </a:moveTo>
                <a:lnTo>
                  <a:pt x="4689051" y="250968"/>
                </a:lnTo>
                <a:lnTo>
                  <a:pt x="4687244" y="251298"/>
                </a:lnTo>
                <a:close/>
                <a:moveTo>
                  <a:pt x="4685225" y="246530"/>
                </a:moveTo>
                <a:cubicBezTo>
                  <a:pt x="4688837" y="243198"/>
                  <a:pt x="4687468" y="244598"/>
                  <a:pt x="4686133" y="246727"/>
                </a:cubicBezTo>
                <a:lnTo>
                  <a:pt x="4686423" y="247919"/>
                </a:lnTo>
                <a:close/>
                <a:moveTo>
                  <a:pt x="9517856" y="0"/>
                </a:moveTo>
                <a:lnTo>
                  <a:pt x="9517857" y="12"/>
                </a:lnTo>
                <a:lnTo>
                  <a:pt x="9517857" y="918356"/>
                </a:lnTo>
                <a:lnTo>
                  <a:pt x="14604" y="918356"/>
                </a:lnTo>
                <a:lnTo>
                  <a:pt x="12841" y="917763"/>
                </a:lnTo>
                <a:cubicBezTo>
                  <a:pt x="4532" y="914864"/>
                  <a:pt x="-773" y="912807"/>
                  <a:pt x="93" y="912471"/>
                </a:cubicBezTo>
                <a:cubicBezTo>
                  <a:pt x="172" y="912298"/>
                  <a:pt x="58594" y="890495"/>
                  <a:pt x="58674" y="890322"/>
                </a:cubicBezTo>
                <a:cubicBezTo>
                  <a:pt x="127436" y="929614"/>
                  <a:pt x="206243" y="828226"/>
                  <a:pt x="275005" y="807229"/>
                </a:cubicBezTo>
                <a:cubicBezTo>
                  <a:pt x="303983" y="806087"/>
                  <a:pt x="504960" y="777375"/>
                  <a:pt x="587824" y="798195"/>
                </a:cubicBezTo>
                <a:cubicBezTo>
                  <a:pt x="598733" y="769348"/>
                  <a:pt x="682904" y="785924"/>
                  <a:pt x="651826" y="738338"/>
                </a:cubicBezTo>
                <a:cubicBezTo>
                  <a:pt x="688440" y="737862"/>
                  <a:pt x="753255" y="750396"/>
                  <a:pt x="727985" y="719826"/>
                </a:cubicBezTo>
                <a:cubicBezTo>
                  <a:pt x="739648" y="718749"/>
                  <a:pt x="775717" y="715087"/>
                  <a:pt x="778982" y="710142"/>
                </a:cubicBezTo>
                <a:cubicBezTo>
                  <a:pt x="779189" y="709407"/>
                  <a:pt x="849736" y="718721"/>
                  <a:pt x="849944" y="717987"/>
                </a:cubicBezTo>
                <a:lnTo>
                  <a:pt x="921659" y="712695"/>
                </a:lnTo>
                <a:lnTo>
                  <a:pt x="930946" y="734046"/>
                </a:lnTo>
                <a:lnTo>
                  <a:pt x="986250" y="713530"/>
                </a:lnTo>
                <a:lnTo>
                  <a:pt x="1013752" y="713361"/>
                </a:lnTo>
                <a:lnTo>
                  <a:pt x="1023734" y="718571"/>
                </a:lnTo>
                <a:cubicBezTo>
                  <a:pt x="1033291" y="721276"/>
                  <a:pt x="1045398" y="721394"/>
                  <a:pt x="1063207" y="715651"/>
                </a:cubicBezTo>
                <a:lnTo>
                  <a:pt x="1081980" y="738455"/>
                </a:lnTo>
                <a:lnTo>
                  <a:pt x="1218120" y="713280"/>
                </a:lnTo>
                <a:cubicBezTo>
                  <a:pt x="1230137" y="716162"/>
                  <a:pt x="1387179" y="685179"/>
                  <a:pt x="1397459" y="691190"/>
                </a:cubicBezTo>
                <a:cubicBezTo>
                  <a:pt x="1490025" y="704984"/>
                  <a:pt x="1465878" y="715604"/>
                  <a:pt x="1580688" y="693697"/>
                </a:cubicBezTo>
                <a:cubicBezTo>
                  <a:pt x="1607067" y="704379"/>
                  <a:pt x="1719477" y="658239"/>
                  <a:pt x="1772334" y="710640"/>
                </a:cubicBezTo>
                <a:cubicBezTo>
                  <a:pt x="1745536" y="644824"/>
                  <a:pt x="1976078" y="716436"/>
                  <a:pt x="2002561" y="659917"/>
                </a:cubicBezTo>
                <a:cubicBezTo>
                  <a:pt x="2045346" y="660357"/>
                  <a:pt x="2166676" y="654391"/>
                  <a:pt x="2135144" y="636501"/>
                </a:cubicBezTo>
                <a:cubicBezTo>
                  <a:pt x="2276591" y="665055"/>
                  <a:pt x="2293173" y="591792"/>
                  <a:pt x="2440292" y="593862"/>
                </a:cubicBezTo>
                <a:cubicBezTo>
                  <a:pt x="2495160" y="534824"/>
                  <a:pt x="2473343" y="585644"/>
                  <a:pt x="2547829" y="566150"/>
                </a:cubicBezTo>
                <a:cubicBezTo>
                  <a:pt x="2545438" y="614169"/>
                  <a:pt x="2632278" y="528280"/>
                  <a:pt x="2658055" y="578727"/>
                </a:cubicBezTo>
                <a:cubicBezTo>
                  <a:pt x="2670795" y="573581"/>
                  <a:pt x="2682322" y="567005"/>
                  <a:pt x="2693698" y="560029"/>
                </a:cubicBezTo>
                <a:lnTo>
                  <a:pt x="2699673" y="556400"/>
                </a:lnTo>
                <a:lnTo>
                  <a:pt x="2727306" y="550698"/>
                </a:lnTo>
                <a:lnTo>
                  <a:pt x="2730451" y="538058"/>
                </a:lnTo>
                <a:lnTo>
                  <a:pt x="2768713" y="521575"/>
                </a:lnTo>
                <a:cubicBezTo>
                  <a:pt x="2783756" y="517104"/>
                  <a:pt x="2800788" y="514291"/>
                  <a:pt x="2820868" y="514160"/>
                </a:cubicBezTo>
                <a:cubicBezTo>
                  <a:pt x="2894791" y="532885"/>
                  <a:pt x="2981506" y="465507"/>
                  <a:pt x="3073635" y="491294"/>
                </a:cubicBezTo>
                <a:cubicBezTo>
                  <a:pt x="3106872" y="496624"/>
                  <a:pt x="3205785" y="487718"/>
                  <a:pt x="3222071" y="470559"/>
                </a:cubicBezTo>
                <a:cubicBezTo>
                  <a:pt x="3242193" y="465514"/>
                  <a:pt x="3267163" y="469136"/>
                  <a:pt x="3274069" y="451605"/>
                </a:cubicBezTo>
                <a:cubicBezTo>
                  <a:pt x="3286659" y="430165"/>
                  <a:pt x="3363648" y="455571"/>
                  <a:pt x="3349632" y="432583"/>
                </a:cubicBezTo>
                <a:cubicBezTo>
                  <a:pt x="3404182" y="449847"/>
                  <a:pt x="3438210" y="404323"/>
                  <a:pt x="3479593" y="390437"/>
                </a:cubicBezTo>
                <a:cubicBezTo>
                  <a:pt x="3523240" y="408403"/>
                  <a:pt x="3567027" y="361554"/>
                  <a:pt x="3660110" y="348726"/>
                </a:cubicBezTo>
                <a:cubicBezTo>
                  <a:pt x="3708299" y="369683"/>
                  <a:pt x="3662447" y="344775"/>
                  <a:pt x="3750023" y="370678"/>
                </a:cubicBezTo>
                <a:cubicBezTo>
                  <a:pt x="3752092" y="367132"/>
                  <a:pt x="3816880" y="365055"/>
                  <a:pt x="3844133" y="360648"/>
                </a:cubicBezTo>
                <a:cubicBezTo>
                  <a:pt x="3871386" y="356240"/>
                  <a:pt x="3882848" y="332490"/>
                  <a:pt x="3913545" y="344235"/>
                </a:cubicBezTo>
                <a:cubicBezTo>
                  <a:pt x="4050255" y="376864"/>
                  <a:pt x="4159924" y="363190"/>
                  <a:pt x="4266740" y="361454"/>
                </a:cubicBezTo>
                <a:cubicBezTo>
                  <a:pt x="4385770" y="354374"/>
                  <a:pt x="4314535" y="340143"/>
                  <a:pt x="4430770" y="342643"/>
                </a:cubicBezTo>
                <a:cubicBezTo>
                  <a:pt x="4439969" y="322594"/>
                  <a:pt x="4478290" y="314645"/>
                  <a:pt x="4512664" y="319948"/>
                </a:cubicBezTo>
                <a:cubicBezTo>
                  <a:pt x="4570011" y="315138"/>
                  <a:pt x="4549085" y="269599"/>
                  <a:pt x="4616423" y="290914"/>
                </a:cubicBezTo>
                <a:cubicBezTo>
                  <a:pt x="4599641" y="270277"/>
                  <a:pt x="4692085" y="269216"/>
                  <a:pt x="4691675" y="254011"/>
                </a:cubicBezTo>
                <a:lnTo>
                  <a:pt x="4689051" y="250968"/>
                </a:lnTo>
                <a:lnTo>
                  <a:pt x="4719994" y="245307"/>
                </a:lnTo>
                <a:cubicBezTo>
                  <a:pt x="4732635" y="242775"/>
                  <a:pt x="4745300" y="240335"/>
                  <a:pt x="4752894" y="239875"/>
                </a:cubicBezTo>
                <a:lnTo>
                  <a:pt x="4769329" y="233585"/>
                </a:lnTo>
                <a:lnTo>
                  <a:pt x="4775634" y="234063"/>
                </a:lnTo>
                <a:lnTo>
                  <a:pt x="4790452" y="233572"/>
                </a:lnTo>
                <a:cubicBezTo>
                  <a:pt x="4789989" y="236356"/>
                  <a:pt x="4789525" y="239141"/>
                  <a:pt x="4789062" y="241924"/>
                </a:cubicBezTo>
                <a:cubicBezTo>
                  <a:pt x="4786342" y="249932"/>
                  <a:pt x="4804560" y="248631"/>
                  <a:pt x="4827826" y="246977"/>
                </a:cubicBezTo>
                <a:cubicBezTo>
                  <a:pt x="4875782" y="239569"/>
                  <a:pt x="4874112" y="283413"/>
                  <a:pt x="4892569" y="249933"/>
                </a:cubicBezTo>
                <a:lnTo>
                  <a:pt x="4896611" y="240448"/>
                </a:lnTo>
                <a:lnTo>
                  <a:pt x="4917286" y="243659"/>
                </a:lnTo>
                <a:cubicBezTo>
                  <a:pt x="4923060" y="243799"/>
                  <a:pt x="4981729" y="240979"/>
                  <a:pt x="4981173" y="247103"/>
                </a:cubicBezTo>
                <a:cubicBezTo>
                  <a:pt x="5024880" y="220690"/>
                  <a:pt x="5014146" y="257963"/>
                  <a:pt x="5060397" y="263688"/>
                </a:cubicBezTo>
                <a:cubicBezTo>
                  <a:pt x="5093356" y="238589"/>
                  <a:pt x="5157892" y="275351"/>
                  <a:pt x="5252996" y="270655"/>
                </a:cubicBezTo>
                <a:cubicBezTo>
                  <a:pt x="5288840" y="241872"/>
                  <a:pt x="5287005" y="287921"/>
                  <a:pt x="5358056" y="247248"/>
                </a:cubicBezTo>
                <a:cubicBezTo>
                  <a:pt x="5361752" y="250257"/>
                  <a:pt x="5403312" y="238215"/>
                  <a:pt x="5426496" y="235142"/>
                </a:cubicBezTo>
                <a:cubicBezTo>
                  <a:pt x="5449679" y="232069"/>
                  <a:pt x="5473549" y="245611"/>
                  <a:pt x="5497161" y="228808"/>
                </a:cubicBezTo>
                <a:cubicBezTo>
                  <a:pt x="5611861" y="172767"/>
                  <a:pt x="5723211" y="165860"/>
                  <a:pt x="5826043" y="148073"/>
                </a:cubicBezTo>
                <a:cubicBezTo>
                  <a:pt x="5943127" y="133166"/>
                  <a:pt x="5872659" y="193078"/>
                  <a:pt x="6013415" y="137316"/>
                </a:cubicBezTo>
                <a:cubicBezTo>
                  <a:pt x="6031924" y="154783"/>
                  <a:pt x="6050745" y="154258"/>
                  <a:pt x="6080994" y="142938"/>
                </a:cubicBezTo>
                <a:cubicBezTo>
                  <a:pt x="6138083" y="137090"/>
                  <a:pt x="6140195" y="184383"/>
                  <a:pt x="6194152" y="151772"/>
                </a:cubicBezTo>
                <a:cubicBezTo>
                  <a:pt x="6187280" y="177783"/>
                  <a:pt x="6304222" y="153410"/>
                  <a:pt x="6281379" y="181626"/>
                </a:cubicBezTo>
                <a:cubicBezTo>
                  <a:pt x="6321899" y="201819"/>
                  <a:pt x="6335111" y="162590"/>
                  <a:pt x="6374947" y="179799"/>
                </a:cubicBezTo>
                <a:cubicBezTo>
                  <a:pt x="6417404" y="181336"/>
                  <a:pt x="6402484" y="169694"/>
                  <a:pt x="6448518" y="164378"/>
                </a:cubicBezTo>
                <a:cubicBezTo>
                  <a:pt x="6504958" y="162488"/>
                  <a:pt x="6493438" y="111203"/>
                  <a:pt x="6544700" y="167161"/>
                </a:cubicBezTo>
                <a:cubicBezTo>
                  <a:pt x="6601507" y="148697"/>
                  <a:pt x="6566269" y="164386"/>
                  <a:pt x="6648353" y="172250"/>
                </a:cubicBezTo>
                <a:cubicBezTo>
                  <a:pt x="6680008" y="155223"/>
                  <a:pt x="6707960" y="160673"/>
                  <a:pt x="6736227" y="173216"/>
                </a:cubicBezTo>
                <a:cubicBezTo>
                  <a:pt x="6813963" y="164284"/>
                  <a:pt x="6888143" y="181296"/>
                  <a:pt x="6977218" y="184289"/>
                </a:cubicBezTo>
                <a:cubicBezTo>
                  <a:pt x="7040424" y="188318"/>
                  <a:pt x="7000278" y="216835"/>
                  <a:pt x="7065221" y="227531"/>
                </a:cubicBezTo>
                <a:cubicBezTo>
                  <a:pt x="7130163" y="238228"/>
                  <a:pt x="7291878" y="238208"/>
                  <a:pt x="7366876" y="248468"/>
                </a:cubicBezTo>
                <a:cubicBezTo>
                  <a:pt x="7491356" y="206752"/>
                  <a:pt x="7367734" y="280166"/>
                  <a:pt x="7565449" y="258950"/>
                </a:cubicBezTo>
                <a:cubicBezTo>
                  <a:pt x="7575959" y="252432"/>
                  <a:pt x="7600854" y="257628"/>
                  <a:pt x="7599285" y="266021"/>
                </a:cubicBezTo>
                <a:cubicBezTo>
                  <a:pt x="7611616" y="262940"/>
                  <a:pt x="7639946" y="245819"/>
                  <a:pt x="7644411" y="258986"/>
                </a:cubicBezTo>
                <a:cubicBezTo>
                  <a:pt x="7708015" y="258012"/>
                  <a:pt x="7770249" y="247724"/>
                  <a:pt x="7825110" y="229109"/>
                </a:cubicBezTo>
                <a:cubicBezTo>
                  <a:pt x="7949762" y="247028"/>
                  <a:pt x="7921956" y="197757"/>
                  <a:pt x="7965804" y="190545"/>
                </a:cubicBezTo>
                <a:cubicBezTo>
                  <a:pt x="8039439" y="213878"/>
                  <a:pt x="8063651" y="191475"/>
                  <a:pt x="8147401" y="205617"/>
                </a:cubicBezTo>
                <a:cubicBezTo>
                  <a:pt x="8166453" y="196610"/>
                  <a:pt x="8225048" y="207099"/>
                  <a:pt x="8256033" y="193713"/>
                </a:cubicBezTo>
                <a:cubicBezTo>
                  <a:pt x="8311388" y="242017"/>
                  <a:pt x="8350376" y="178592"/>
                  <a:pt x="8410677" y="172167"/>
                </a:cubicBezTo>
                <a:cubicBezTo>
                  <a:pt x="8470978" y="165743"/>
                  <a:pt x="8572470" y="206385"/>
                  <a:pt x="8617841" y="155167"/>
                </a:cubicBezTo>
                <a:cubicBezTo>
                  <a:pt x="8646050" y="160448"/>
                  <a:pt x="8664949" y="183631"/>
                  <a:pt x="8715976" y="178374"/>
                </a:cubicBezTo>
                <a:cubicBezTo>
                  <a:pt x="8737194" y="188216"/>
                  <a:pt x="8738009" y="189511"/>
                  <a:pt x="8778827" y="172936"/>
                </a:cubicBezTo>
                <a:cubicBezTo>
                  <a:pt x="8725277" y="146372"/>
                  <a:pt x="8850819" y="175612"/>
                  <a:pt x="8840778" y="143149"/>
                </a:cubicBezTo>
                <a:cubicBezTo>
                  <a:pt x="8903519" y="121096"/>
                  <a:pt x="9021861" y="150359"/>
                  <a:pt x="9010380" y="91891"/>
                </a:cubicBezTo>
                <a:cubicBezTo>
                  <a:pt x="9027103" y="56852"/>
                  <a:pt x="9112524" y="108357"/>
                  <a:pt x="9110856" y="70997"/>
                </a:cubicBezTo>
                <a:cubicBezTo>
                  <a:pt x="9148189" y="94250"/>
                  <a:pt x="9209809" y="53285"/>
                  <a:pt x="9268817" y="53082"/>
                </a:cubicBezTo>
                <a:cubicBezTo>
                  <a:pt x="9279135" y="35997"/>
                  <a:pt x="9292736" y="36520"/>
                  <a:pt x="9316667" y="45047"/>
                </a:cubicBezTo>
                <a:cubicBezTo>
                  <a:pt x="9352186" y="45862"/>
                  <a:pt x="9390008" y="39799"/>
                  <a:pt x="9428209" y="29923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52655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4239AD17-21BC-4090-8A06-2C13E2C148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CCB5858-C37C-49D4-B2B7-05F9FE7C1A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2133600" y="685800"/>
            <a:ext cx="10058400" cy="54864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ctr">
            <a:sp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3000" b="0" i="0" u="none" strike="noStrike" cap="none" spc="0" normalizeH="0" baseline="0" dirty="0">
              <a:ln>
                <a:noFill/>
              </a:ln>
              <a:solidFill>
                <a:srgbClr val="000000"/>
              </a:solidFill>
              <a:effectLst/>
              <a:uFillTx/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13" name="Graphic 14">
            <a:extLst>
              <a:ext uri="{FF2B5EF4-FFF2-40B4-BE49-F238E27FC236}">
                <a16:creationId xmlns:a16="http://schemas.microsoft.com/office/drawing/2014/main" id="{2929DB54-1BF0-4191-88B1-ADEBA6E9A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6680579" y="344262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Graphic 14">
            <a:extLst>
              <a:ext uri="{FF2B5EF4-FFF2-40B4-BE49-F238E27FC236}">
                <a16:creationId xmlns:a16="http://schemas.microsoft.com/office/drawing/2014/main" id="{2CF7CF5F-D747-47B3-80B1-8392750446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V="1">
            <a:off x="6680579" y="70284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Graphic 14">
            <a:extLst>
              <a:ext uri="{FF2B5EF4-FFF2-40B4-BE49-F238E27FC236}">
                <a16:creationId xmlns:a16="http://schemas.microsoft.com/office/drawing/2014/main" id="{6E28FA02-41B9-466D-B728-320B55FB0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9423779" y="3442626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Graphic 14">
            <a:extLst>
              <a:ext uri="{FF2B5EF4-FFF2-40B4-BE49-F238E27FC236}">
                <a16:creationId xmlns:a16="http://schemas.microsoft.com/office/drawing/2014/main" id="{CE1108CD-786E-4304-9504-9C5AD64829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 flipV="1">
            <a:off x="9423779" y="702847"/>
            <a:ext cx="2743200" cy="2746621"/>
          </a:xfrm>
          <a:custGeom>
            <a:avLst/>
            <a:gdLst>
              <a:gd name="connsiteX0" fmla="*/ 2616327 w 2616326"/>
              <a:gd name="connsiteY0" fmla="*/ 634841 h 2618803"/>
              <a:gd name="connsiteX1" fmla="*/ 2616327 w 2616326"/>
              <a:gd name="connsiteY1" fmla="*/ 0 h 2618803"/>
              <a:gd name="connsiteX2" fmla="*/ 0 w 2616326"/>
              <a:gd name="connsiteY2" fmla="*/ 0 h 2618803"/>
              <a:gd name="connsiteX3" fmla="*/ 0 w 2616326"/>
              <a:gd name="connsiteY3" fmla="*/ 2618804 h 2618803"/>
              <a:gd name="connsiteX4" fmla="*/ 634270 w 2616326"/>
              <a:gd name="connsiteY4" fmla="*/ 2618804 h 2618803"/>
              <a:gd name="connsiteX5" fmla="*/ 2616327 w 2616326"/>
              <a:gd name="connsiteY5" fmla="*/ 634841 h 261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16326" h="2618803">
                <a:moveTo>
                  <a:pt x="2616327" y="634841"/>
                </a:moveTo>
                <a:lnTo>
                  <a:pt x="2616327" y="0"/>
                </a:lnTo>
                <a:lnTo>
                  <a:pt x="0" y="0"/>
                </a:lnTo>
                <a:lnTo>
                  <a:pt x="0" y="2618804"/>
                </a:lnTo>
                <a:lnTo>
                  <a:pt x="634270" y="2618804"/>
                </a:lnTo>
                <a:cubicBezTo>
                  <a:pt x="634270" y="1523143"/>
                  <a:pt x="1521619" y="634841"/>
                  <a:pt x="2616327" y="63484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63040" y="685797"/>
            <a:ext cx="7960739" cy="2263779"/>
          </a:xfrm>
        </p:spPr>
        <p:txBody>
          <a:bodyPr anchor="t">
            <a:normAutofit/>
          </a:bodyPr>
          <a:lstStyle/>
          <a:p>
            <a:r>
              <a:rPr lang="en-US" sz="5000"/>
              <a:t>Modeling in 7 steps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E512CF0-F4DE-404C-9B0D-7577CE4BD7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159764" y="685797"/>
            <a:ext cx="118872" cy="155045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463040" y="3133724"/>
            <a:ext cx="7960739" cy="2746621"/>
          </a:xfrm>
        </p:spPr>
        <p:txBody>
          <a:bodyPr>
            <a:normAutofit/>
          </a:bodyPr>
          <a:lstStyle/>
          <a:p>
            <a:r>
              <a:rPr lang="en-US" sz="1800"/>
              <a:t>A Biologist’s Guide to Mathematical Modeling in Ecology and Evolution by Sarah Otto and Troy Day (2007, Princeton University Press)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11347704" y="6356350"/>
            <a:ext cx="566928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>
                <a:solidFill>
                  <a:schemeClr val="accent2"/>
                </a:solidFill>
              </a:rPr>
              <a:pPr>
                <a:spcAft>
                  <a:spcPts val="600"/>
                </a:spcAft>
              </a:pPr>
              <a:t>13</a:t>
            </a:fld>
            <a:endParaRPr lang="en-US" sz="1000">
              <a:solidFill>
                <a:schemeClr val="accent2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4BB9A57-609D-40CE-9D30-B630CDAB20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2073128" y="6172201"/>
            <a:ext cx="118872" cy="685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10258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1. Formulate the question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What do you want to know?</a:t>
            </a:r>
          </a:p>
          <a:p>
            <a:r>
              <a:rPr lang="en-US" sz="2000"/>
              <a:t>Describe the model in the form of a question.</a:t>
            </a:r>
          </a:p>
          <a:p>
            <a:r>
              <a:rPr lang="en-US" sz="2000"/>
              <a:t>Boil the question down!</a:t>
            </a:r>
          </a:p>
          <a:p>
            <a:r>
              <a:rPr lang="en-US" sz="2000"/>
              <a:t>Start with the simplest, biologically reasonable description of the problem.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14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695509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2. Determine the basic ingredients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Define the variables in the model.</a:t>
            </a:r>
          </a:p>
          <a:p>
            <a:r>
              <a:rPr lang="en-US" sz="2000"/>
              <a:t>Describe any constraints on the variables.</a:t>
            </a:r>
          </a:p>
          <a:p>
            <a:r>
              <a:rPr lang="en-US" sz="2000"/>
              <a:t>Describe any interactions between variables.</a:t>
            </a:r>
          </a:p>
          <a:p>
            <a:r>
              <a:rPr lang="en-US" sz="2000"/>
              <a:t>Decide whether you will treat time as discrete or continuous.</a:t>
            </a:r>
          </a:p>
          <a:p>
            <a:r>
              <a:rPr lang="en-US" sz="2000"/>
              <a:t>Choose a time scale.</a:t>
            </a:r>
          </a:p>
          <a:p>
            <a:r>
              <a:rPr lang="en-US" sz="2000"/>
              <a:t>Define the parameters in the model.</a:t>
            </a:r>
          </a:p>
          <a:p>
            <a:r>
              <a:rPr lang="en-US" sz="2000"/>
              <a:t>Describe any constraints on the parameters.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15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047894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sz="4100"/>
              <a:t>3. Qualitatively describe the biological system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Draw a life-cycle diagram for discrete-time models.</a:t>
            </a:r>
          </a:p>
          <a:p>
            <a:r>
              <a:rPr lang="en-US" sz="2000"/>
              <a:t>Draw a flow-diagram to describe changes to variables over time.</a:t>
            </a:r>
          </a:p>
          <a:p>
            <a:r>
              <a:rPr lang="en-US" sz="2000"/>
              <a:t>For models with many possible events, construct a table listing the outcome of every event.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16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592805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sz="4100"/>
              <a:t>4. Quantitatively describe the biological system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Using the diagrams and tables as a guide, write down the equations.</a:t>
            </a:r>
          </a:p>
          <a:p>
            <a:r>
              <a:rPr lang="en-US" sz="2000"/>
              <a:t>Perform checks. Meet constraints? Units match?</a:t>
            </a:r>
          </a:p>
          <a:p>
            <a:r>
              <a:rPr lang="en-US" sz="2000"/>
              <a:t>Think about whether results from the model can address the question.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17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226836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5. Analyze the equations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Start by using the equations to simulate and graph the changes to the system over time.</a:t>
            </a:r>
          </a:p>
          <a:p>
            <a:r>
              <a:rPr lang="en-US" sz="2000"/>
              <a:t>Choose and perform appropriate analyses.</a:t>
            </a:r>
          </a:p>
          <a:p>
            <a:r>
              <a:rPr lang="en-US" sz="2000"/>
              <a:t>Make sure the analyses address the problem!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18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23036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6. Checks and balances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Check the results against data.</a:t>
            </a:r>
          </a:p>
          <a:p>
            <a:r>
              <a:rPr lang="en-US" sz="2000"/>
              <a:t>Determine how general the results are.</a:t>
            </a:r>
          </a:p>
          <a:p>
            <a:r>
              <a:rPr lang="en-US" sz="2000"/>
              <a:t>Consider alternatives to the simplest model.</a:t>
            </a:r>
          </a:p>
          <a:p>
            <a:r>
              <a:rPr lang="en-US" sz="2000"/>
              <a:t>Extend or simplify the model and repeat process.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19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11093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sz="4100"/>
              <a:t>7. Relate the results back to the question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Do the results answer the biological question?</a:t>
            </a:r>
          </a:p>
          <a:p>
            <a:r>
              <a:rPr lang="en-US" sz="2000"/>
              <a:t>Are the results counterintuitive?</a:t>
            </a:r>
          </a:p>
          <a:p>
            <a:r>
              <a:rPr lang="en-US" sz="2000"/>
              <a:t>Interpret the results verbally and conceptually.</a:t>
            </a:r>
          </a:p>
          <a:p>
            <a:r>
              <a:rPr lang="en-US" sz="2000"/>
              <a:t>Describe potential experiments.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20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791517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Key math modeling concepts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Scale - ignore the right things </a:t>
            </a:r>
          </a:p>
          <a:p>
            <a:r>
              <a:rPr lang="en-US" sz="2000"/>
              <a:t>Structure - pick best grouping </a:t>
            </a:r>
          </a:p>
          <a:p>
            <a:r>
              <a:rPr lang="en-US" sz="2000"/>
              <a:t>Interactions - general properties </a:t>
            </a:r>
          </a:p>
          <a:p>
            <a:r>
              <a:rPr lang="en-US" sz="2000"/>
              <a:t>Rates of change - discrete and continuous </a:t>
            </a:r>
          </a:p>
          <a:p>
            <a:r>
              <a:rPr lang="en-US" sz="2000"/>
              <a:t>Equilibria</a:t>
            </a:r>
          </a:p>
          <a:p>
            <a:r>
              <a:rPr lang="en-US" sz="2000"/>
              <a:t>Stability </a:t>
            </a:r>
          </a:p>
          <a:p>
            <a:r>
              <a:rPr lang="en-US" sz="2000"/>
              <a:t>Stochasticity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21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515803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Scale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Spatial scale </a:t>
            </a:r>
          </a:p>
          <a:p>
            <a:r>
              <a:rPr lang="en-US" sz="2000"/>
              <a:t>Temporal scale </a:t>
            </a:r>
          </a:p>
          <a:p>
            <a:r>
              <a:rPr lang="en-US" sz="2000"/>
              <a:t>Other scales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22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093086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Hand-out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What temporal scale is appropriate?</a:t>
            </a:r>
          </a:p>
          <a:p>
            <a:r>
              <a:rPr lang="en-US" sz="2000"/>
              <a:t>What spatial scale is appropriate?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23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45881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Structure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Define the population(s)</a:t>
            </a:r>
          </a:p>
          <a:p>
            <a:r>
              <a:rPr lang="en-US" sz="2000"/>
              <a:t>Identify characteristics </a:t>
            </a:r>
          </a:p>
          <a:p>
            <a:r>
              <a:rPr lang="en-US" sz="2000"/>
              <a:t>Start simple!!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24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763681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Hand-out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What populations?</a:t>
            </a:r>
          </a:p>
          <a:p>
            <a:r>
              <a:rPr lang="en-US" sz="2000"/>
              <a:t>What characteristics?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25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994214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Interactions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Who impacts whom? </a:t>
            </a:r>
          </a:p>
          <a:p>
            <a:r>
              <a:rPr lang="en-US" sz="2000"/>
              <a:t>How? </a:t>
            </a:r>
          </a:p>
          <a:p>
            <a:r>
              <a:rPr lang="en-US" sz="2000"/>
              <a:t>What happens? </a:t>
            </a:r>
          </a:p>
          <a:p>
            <a:r>
              <a:rPr lang="en-US" sz="2000"/>
              <a:t>What else could happen?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26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604473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Hand-out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What interactions are important?</a:t>
            </a:r>
          </a:p>
          <a:p>
            <a:pPr>
              <a:buNone/>
            </a:pPr>
            <a:endParaRPr lang="en-US" sz="200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27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654305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128F3BD-7564-4310-B528-888E64F875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7036" y="609600"/>
            <a:ext cx="8548386" cy="1282459"/>
          </a:xfrm>
        </p:spPr>
        <p:txBody>
          <a:bodyPr>
            <a:normAutofit/>
          </a:bodyPr>
          <a:lstStyle/>
          <a:p>
            <a:r>
              <a:rPr lang="en-US" dirty="0"/>
              <a:t>Boxes and Arrows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37035" y="2147358"/>
            <a:ext cx="8548386" cy="4076394"/>
          </a:xfrm>
        </p:spPr>
        <p:txBody>
          <a:bodyPr>
            <a:normAutofit/>
          </a:bodyPr>
          <a:lstStyle/>
          <a:p>
            <a:r>
              <a:rPr lang="en-US" sz="2000"/>
              <a:t>Boxes are population structure</a:t>
            </a:r>
          </a:p>
          <a:p>
            <a:r>
              <a:rPr lang="en-US" sz="2000"/>
              <a:t>Arrows are interactions</a:t>
            </a:r>
          </a:p>
          <a:p>
            <a:pPr lvl="1"/>
            <a:r>
              <a:rPr lang="en-US" sz="2000"/>
              <a:t>Note: sometimes arrows are movement of population (susceptible becoming infected) and sometimes it is a flow of energy/biomass/etc. (predator eating prey)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</a:pPr>
            <a:fld id="{8521DD02-63C5-0743-BA6B-5D26F5D42235}" type="slidenum">
              <a:rPr lang="en-US" sz="1000"/>
              <a:pPr>
                <a:spcAft>
                  <a:spcPts val="600"/>
                </a:spcAft>
              </a:pPr>
              <a:t>28</a:t>
            </a:fld>
            <a:endParaRPr lang="en-US" sz="10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2AA3C4E-019E-440F-87AB-67EFA9BE6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10822456" y="-2"/>
            <a:ext cx="1368219" cy="6858000"/>
          </a:xfrm>
          <a:custGeom>
            <a:avLst/>
            <a:gdLst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57645 w 1605470"/>
              <a:gd name="connsiteY188" fmla="*/ 474761 h 6858000"/>
              <a:gd name="connsiteX189" fmla="*/ 201693 w 1605470"/>
              <a:gd name="connsiteY189" fmla="*/ 469651 h 6858000"/>
              <a:gd name="connsiteX190" fmla="*/ 195012 w 1605470"/>
              <a:gd name="connsiteY190" fmla="*/ 448559 h 6858000"/>
              <a:gd name="connsiteX191" fmla="*/ 201434 w 1605470"/>
              <a:gd name="connsiteY191" fmla="*/ 441529 h 6858000"/>
              <a:gd name="connsiteX192" fmla="*/ 200655 w 1605470"/>
              <a:gd name="connsiteY192" fmla="*/ 428927 h 6858000"/>
              <a:gd name="connsiteX193" fmla="*/ 190059 w 1605470"/>
              <a:gd name="connsiteY193" fmla="*/ 430161 h 6858000"/>
              <a:gd name="connsiteX194" fmla="*/ 184450 w 1605470"/>
              <a:gd name="connsiteY194" fmla="*/ 396240 h 6858000"/>
              <a:gd name="connsiteX195" fmla="*/ 146196 w 1605470"/>
              <a:gd name="connsiteY195" fmla="*/ 358810 h 6858000"/>
              <a:gd name="connsiteX196" fmla="*/ 124571 w 1605470"/>
              <a:gd name="connsiteY196" fmla="*/ 302178 h 6858000"/>
              <a:gd name="connsiteX197" fmla="*/ 103243 w 1605470"/>
              <a:gd name="connsiteY197" fmla="*/ 211375 h 6858000"/>
              <a:gd name="connsiteX198" fmla="*/ 94571 w 1605470"/>
              <a:gd name="connsiteY198" fmla="*/ 184179 h 6858000"/>
              <a:gd name="connsiteX199" fmla="*/ 13437 w 1605470"/>
              <a:gd name="connsiteY199" fmla="*/ 19287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593254 w 1605470"/>
              <a:gd name="connsiteY132" fmla="*/ 2766463 h 6858000"/>
              <a:gd name="connsiteX133" fmla="*/ 613412 w 1605470"/>
              <a:gd name="connsiteY133" fmla="*/ 2731184 h 6858000"/>
              <a:gd name="connsiteX134" fmla="*/ 555080 w 1605470"/>
              <a:gd name="connsiteY134" fmla="*/ 2538816 h 6858000"/>
              <a:gd name="connsiteX135" fmla="*/ 551827 w 1605470"/>
              <a:gd name="connsiteY135" fmla="*/ 2485734 h 6858000"/>
              <a:gd name="connsiteX136" fmla="*/ 525179 w 1605470"/>
              <a:gd name="connsiteY136" fmla="*/ 2447068 h 6858000"/>
              <a:gd name="connsiteX137" fmla="*/ 529511 w 1605470"/>
              <a:gd name="connsiteY137" fmla="*/ 2425819 h 6858000"/>
              <a:gd name="connsiteX138" fmla="*/ 530521 w 1605470"/>
              <a:gd name="connsiteY138" fmla="*/ 2422066 h 6858000"/>
              <a:gd name="connsiteX139" fmla="*/ 528878 w 1605470"/>
              <a:gd name="connsiteY139" fmla="*/ 2408971 h 6858000"/>
              <a:gd name="connsiteX140" fmla="*/ 535510 w 1605470"/>
              <a:gd name="connsiteY140" fmla="*/ 2402874 h 6858000"/>
              <a:gd name="connsiteX141" fmla="*/ 538122 w 1605470"/>
              <a:gd name="connsiteY141" fmla="*/ 2381443 h 6858000"/>
              <a:gd name="connsiteX142" fmla="*/ 533116 w 1605470"/>
              <a:gd name="connsiteY142" fmla="*/ 2358011 h 6858000"/>
              <a:gd name="connsiteX143" fmla="*/ 501423 w 1605470"/>
              <a:gd name="connsiteY143" fmla="*/ 2249479 h 6858000"/>
              <a:gd name="connsiteX144" fmla="*/ 486968 w 1605470"/>
              <a:gd name="connsiteY144" fmla="*/ 2182937 h 6858000"/>
              <a:gd name="connsiteX145" fmla="*/ 488555 w 1605470"/>
              <a:gd name="connsiteY145" fmla="*/ 2155135 h 6858000"/>
              <a:gd name="connsiteX146" fmla="*/ 486013 w 1605470"/>
              <a:gd name="connsiteY146" fmla="*/ 2118008 h 6858000"/>
              <a:gd name="connsiteX147" fmla="*/ 487006 w 1605470"/>
              <a:gd name="connsiteY147" fmla="*/ 2050531 h 6858000"/>
              <a:gd name="connsiteX148" fmla="*/ 478812 w 1605470"/>
              <a:gd name="connsiteY148" fmla="*/ 1963269 h 6858000"/>
              <a:gd name="connsiteX149" fmla="*/ 442619 w 1605470"/>
              <a:gd name="connsiteY149" fmla="*/ 1910499 h 6858000"/>
              <a:gd name="connsiteX150" fmla="*/ 446785 w 1605470"/>
              <a:gd name="connsiteY150" fmla="*/ 1903212 h 6858000"/>
              <a:gd name="connsiteX151" fmla="*/ 436547 w 1605470"/>
              <a:gd name="connsiteY151" fmla="*/ 1861531 h 6858000"/>
              <a:gd name="connsiteX152" fmla="*/ 364290 w 1605470"/>
              <a:gd name="connsiteY152" fmla="*/ 1728772 h 6858000"/>
              <a:gd name="connsiteX153" fmla="*/ 345287 w 1605470"/>
              <a:gd name="connsiteY153" fmla="*/ 1646953 h 6858000"/>
              <a:gd name="connsiteX154" fmla="*/ 344412 w 1605470"/>
              <a:gd name="connsiteY154" fmla="*/ 1615777 h 6858000"/>
              <a:gd name="connsiteX155" fmla="*/ 342578 w 1605470"/>
              <a:gd name="connsiteY155" fmla="*/ 1563678 h 6858000"/>
              <a:gd name="connsiteX156" fmla="*/ 355658 w 1605470"/>
              <a:gd name="connsiteY156" fmla="*/ 1519474 h 6858000"/>
              <a:gd name="connsiteX157" fmla="*/ 348400 w 1605470"/>
              <a:gd name="connsiteY157" fmla="*/ 1477995 h 6858000"/>
              <a:gd name="connsiteX158" fmla="*/ 328025 w 1605470"/>
              <a:gd name="connsiteY158" fmla="*/ 1475165 h 6858000"/>
              <a:gd name="connsiteX159" fmla="*/ 326326 w 1605470"/>
              <a:gd name="connsiteY159" fmla="*/ 1428585 h 6858000"/>
              <a:gd name="connsiteX160" fmla="*/ 325799 w 1605470"/>
              <a:gd name="connsiteY160" fmla="*/ 1357181 h 6858000"/>
              <a:gd name="connsiteX161" fmla="*/ 320507 w 1605470"/>
              <a:gd name="connsiteY161" fmla="*/ 1347099 h 6858000"/>
              <a:gd name="connsiteX162" fmla="*/ 335347 w 1605470"/>
              <a:gd name="connsiteY162" fmla="*/ 1334233 h 6858000"/>
              <a:gd name="connsiteX163" fmla="*/ 342792 w 1605470"/>
              <a:gd name="connsiteY163" fmla="*/ 1307086 h 6858000"/>
              <a:gd name="connsiteX164" fmla="*/ 343980 w 1605470"/>
              <a:gd name="connsiteY164" fmla="*/ 1189033 h 6858000"/>
              <a:gd name="connsiteX165" fmla="*/ 348665 w 1605470"/>
              <a:gd name="connsiteY165" fmla="*/ 1168288 h 6858000"/>
              <a:gd name="connsiteX166" fmla="*/ 340947 w 1605470"/>
              <a:gd name="connsiteY166" fmla="*/ 1142577 h 6858000"/>
              <a:gd name="connsiteX167" fmla="*/ 330253 w 1605470"/>
              <a:gd name="connsiteY167" fmla="*/ 1088484 h 6858000"/>
              <a:gd name="connsiteX168" fmla="*/ 314647 w 1605470"/>
              <a:gd name="connsiteY168" fmla="*/ 1053424 h 6858000"/>
              <a:gd name="connsiteX169" fmla="*/ 322906 w 1605470"/>
              <a:gd name="connsiteY169" fmla="*/ 1044367 h 6858000"/>
              <a:gd name="connsiteX170" fmla="*/ 326818 w 1605470"/>
              <a:gd name="connsiteY170" fmla="*/ 1022828 h 6858000"/>
              <a:gd name="connsiteX171" fmla="*/ 320445 w 1605470"/>
              <a:gd name="connsiteY171" fmla="*/ 932283 h 6858000"/>
              <a:gd name="connsiteX172" fmla="*/ 322681 w 1605470"/>
              <a:gd name="connsiteY172" fmla="*/ 915925 h 6858000"/>
              <a:gd name="connsiteX173" fmla="*/ 315310 w 1605470"/>
              <a:gd name="connsiteY173" fmla="*/ 896999 h 6858000"/>
              <a:gd name="connsiteX174" fmla="*/ 284718 w 1605470"/>
              <a:gd name="connsiteY174" fmla="*/ 821517 h 6858000"/>
              <a:gd name="connsiteX175" fmla="*/ 270682 w 1605470"/>
              <a:gd name="connsiteY175" fmla="*/ 786519 h 6858000"/>
              <a:gd name="connsiteX176" fmla="*/ 265483 w 1605470"/>
              <a:gd name="connsiteY176" fmla="*/ 784963 h 6858000"/>
              <a:gd name="connsiteX177" fmla="*/ 270939 w 1605470"/>
              <a:gd name="connsiteY177" fmla="*/ 776648 h 6858000"/>
              <a:gd name="connsiteX178" fmla="*/ 263668 w 1605470"/>
              <a:gd name="connsiteY178" fmla="*/ 751353 h 6858000"/>
              <a:gd name="connsiteX179" fmla="*/ 254540 w 1605470"/>
              <a:gd name="connsiteY179" fmla="*/ 741965 h 6858000"/>
              <a:gd name="connsiteX180" fmla="*/ 252501 w 1605470"/>
              <a:gd name="connsiteY180" fmla="*/ 724635 h 6858000"/>
              <a:gd name="connsiteX181" fmla="*/ 248897 w 1605470"/>
              <a:gd name="connsiteY181" fmla="*/ 681659 h 6858000"/>
              <a:gd name="connsiteX182" fmla="*/ 234316 w 1605470"/>
              <a:gd name="connsiteY182" fmla="*/ 635218 h 6858000"/>
              <a:gd name="connsiteX183" fmla="*/ 239327 w 1605470"/>
              <a:gd name="connsiteY183" fmla="*/ 613763 h 6858000"/>
              <a:gd name="connsiteX184" fmla="*/ 225269 w 1605470"/>
              <a:gd name="connsiteY184" fmla="*/ 598582 h 6858000"/>
              <a:gd name="connsiteX185" fmla="*/ 224950 w 1605470"/>
              <a:gd name="connsiteY185" fmla="*/ 576846 h 6858000"/>
              <a:gd name="connsiteX186" fmla="*/ 204632 w 1605470"/>
              <a:gd name="connsiteY186" fmla="*/ 553868 h 6858000"/>
              <a:gd name="connsiteX187" fmla="*/ 239317 w 1605470"/>
              <a:gd name="connsiteY187" fmla="*/ 517614 h 6858000"/>
              <a:gd name="connsiteX188" fmla="*/ 201693 w 1605470"/>
              <a:gd name="connsiteY188" fmla="*/ 469651 h 6858000"/>
              <a:gd name="connsiteX189" fmla="*/ 195012 w 1605470"/>
              <a:gd name="connsiteY189" fmla="*/ 448559 h 6858000"/>
              <a:gd name="connsiteX190" fmla="*/ 201434 w 1605470"/>
              <a:gd name="connsiteY190" fmla="*/ 441529 h 6858000"/>
              <a:gd name="connsiteX191" fmla="*/ 200655 w 1605470"/>
              <a:gd name="connsiteY191" fmla="*/ 428927 h 6858000"/>
              <a:gd name="connsiteX192" fmla="*/ 190059 w 1605470"/>
              <a:gd name="connsiteY192" fmla="*/ 430161 h 6858000"/>
              <a:gd name="connsiteX193" fmla="*/ 184450 w 1605470"/>
              <a:gd name="connsiteY193" fmla="*/ 396240 h 6858000"/>
              <a:gd name="connsiteX194" fmla="*/ 146196 w 1605470"/>
              <a:gd name="connsiteY194" fmla="*/ 358810 h 6858000"/>
              <a:gd name="connsiteX195" fmla="*/ 124571 w 1605470"/>
              <a:gd name="connsiteY195" fmla="*/ 302178 h 6858000"/>
              <a:gd name="connsiteX196" fmla="*/ 103243 w 1605470"/>
              <a:gd name="connsiteY196" fmla="*/ 211375 h 6858000"/>
              <a:gd name="connsiteX197" fmla="*/ 94571 w 1605470"/>
              <a:gd name="connsiteY197" fmla="*/ 184179 h 6858000"/>
              <a:gd name="connsiteX198" fmla="*/ 13437 w 1605470"/>
              <a:gd name="connsiteY198" fmla="*/ 19287 h 6858000"/>
              <a:gd name="connsiteX199" fmla="*/ 0 w 1605470"/>
              <a:gd name="connsiteY19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06772 w 1605470"/>
              <a:gd name="connsiteY131" fmla="*/ 2847273 h 6858000"/>
              <a:gd name="connsiteX132" fmla="*/ 613412 w 1605470"/>
              <a:gd name="connsiteY132" fmla="*/ 2731184 h 6858000"/>
              <a:gd name="connsiteX133" fmla="*/ 555080 w 1605470"/>
              <a:gd name="connsiteY133" fmla="*/ 2538816 h 6858000"/>
              <a:gd name="connsiteX134" fmla="*/ 551827 w 1605470"/>
              <a:gd name="connsiteY134" fmla="*/ 2485734 h 6858000"/>
              <a:gd name="connsiteX135" fmla="*/ 525179 w 1605470"/>
              <a:gd name="connsiteY135" fmla="*/ 2447068 h 6858000"/>
              <a:gd name="connsiteX136" fmla="*/ 529511 w 1605470"/>
              <a:gd name="connsiteY136" fmla="*/ 2425819 h 6858000"/>
              <a:gd name="connsiteX137" fmla="*/ 530521 w 1605470"/>
              <a:gd name="connsiteY137" fmla="*/ 2422066 h 6858000"/>
              <a:gd name="connsiteX138" fmla="*/ 528878 w 1605470"/>
              <a:gd name="connsiteY138" fmla="*/ 2408971 h 6858000"/>
              <a:gd name="connsiteX139" fmla="*/ 535510 w 1605470"/>
              <a:gd name="connsiteY139" fmla="*/ 2402874 h 6858000"/>
              <a:gd name="connsiteX140" fmla="*/ 538122 w 1605470"/>
              <a:gd name="connsiteY140" fmla="*/ 2381443 h 6858000"/>
              <a:gd name="connsiteX141" fmla="*/ 533116 w 1605470"/>
              <a:gd name="connsiteY141" fmla="*/ 2358011 h 6858000"/>
              <a:gd name="connsiteX142" fmla="*/ 501423 w 1605470"/>
              <a:gd name="connsiteY142" fmla="*/ 2249479 h 6858000"/>
              <a:gd name="connsiteX143" fmla="*/ 486968 w 1605470"/>
              <a:gd name="connsiteY143" fmla="*/ 2182937 h 6858000"/>
              <a:gd name="connsiteX144" fmla="*/ 488555 w 1605470"/>
              <a:gd name="connsiteY144" fmla="*/ 2155135 h 6858000"/>
              <a:gd name="connsiteX145" fmla="*/ 486013 w 1605470"/>
              <a:gd name="connsiteY145" fmla="*/ 2118008 h 6858000"/>
              <a:gd name="connsiteX146" fmla="*/ 487006 w 1605470"/>
              <a:gd name="connsiteY146" fmla="*/ 2050531 h 6858000"/>
              <a:gd name="connsiteX147" fmla="*/ 478812 w 1605470"/>
              <a:gd name="connsiteY147" fmla="*/ 1963269 h 6858000"/>
              <a:gd name="connsiteX148" fmla="*/ 442619 w 1605470"/>
              <a:gd name="connsiteY148" fmla="*/ 1910499 h 6858000"/>
              <a:gd name="connsiteX149" fmla="*/ 446785 w 1605470"/>
              <a:gd name="connsiteY149" fmla="*/ 1903212 h 6858000"/>
              <a:gd name="connsiteX150" fmla="*/ 436547 w 1605470"/>
              <a:gd name="connsiteY150" fmla="*/ 1861531 h 6858000"/>
              <a:gd name="connsiteX151" fmla="*/ 364290 w 1605470"/>
              <a:gd name="connsiteY151" fmla="*/ 1728772 h 6858000"/>
              <a:gd name="connsiteX152" fmla="*/ 345287 w 1605470"/>
              <a:gd name="connsiteY152" fmla="*/ 1646953 h 6858000"/>
              <a:gd name="connsiteX153" fmla="*/ 344412 w 1605470"/>
              <a:gd name="connsiteY153" fmla="*/ 1615777 h 6858000"/>
              <a:gd name="connsiteX154" fmla="*/ 342578 w 1605470"/>
              <a:gd name="connsiteY154" fmla="*/ 1563678 h 6858000"/>
              <a:gd name="connsiteX155" fmla="*/ 355658 w 1605470"/>
              <a:gd name="connsiteY155" fmla="*/ 1519474 h 6858000"/>
              <a:gd name="connsiteX156" fmla="*/ 348400 w 1605470"/>
              <a:gd name="connsiteY156" fmla="*/ 1477995 h 6858000"/>
              <a:gd name="connsiteX157" fmla="*/ 328025 w 1605470"/>
              <a:gd name="connsiteY157" fmla="*/ 1475165 h 6858000"/>
              <a:gd name="connsiteX158" fmla="*/ 326326 w 1605470"/>
              <a:gd name="connsiteY158" fmla="*/ 1428585 h 6858000"/>
              <a:gd name="connsiteX159" fmla="*/ 325799 w 1605470"/>
              <a:gd name="connsiteY159" fmla="*/ 1357181 h 6858000"/>
              <a:gd name="connsiteX160" fmla="*/ 320507 w 1605470"/>
              <a:gd name="connsiteY160" fmla="*/ 1347099 h 6858000"/>
              <a:gd name="connsiteX161" fmla="*/ 335347 w 1605470"/>
              <a:gd name="connsiteY161" fmla="*/ 1334233 h 6858000"/>
              <a:gd name="connsiteX162" fmla="*/ 342792 w 1605470"/>
              <a:gd name="connsiteY162" fmla="*/ 1307086 h 6858000"/>
              <a:gd name="connsiteX163" fmla="*/ 343980 w 1605470"/>
              <a:gd name="connsiteY163" fmla="*/ 1189033 h 6858000"/>
              <a:gd name="connsiteX164" fmla="*/ 348665 w 1605470"/>
              <a:gd name="connsiteY164" fmla="*/ 1168288 h 6858000"/>
              <a:gd name="connsiteX165" fmla="*/ 340947 w 1605470"/>
              <a:gd name="connsiteY165" fmla="*/ 1142577 h 6858000"/>
              <a:gd name="connsiteX166" fmla="*/ 330253 w 1605470"/>
              <a:gd name="connsiteY166" fmla="*/ 1088484 h 6858000"/>
              <a:gd name="connsiteX167" fmla="*/ 314647 w 1605470"/>
              <a:gd name="connsiteY167" fmla="*/ 1053424 h 6858000"/>
              <a:gd name="connsiteX168" fmla="*/ 322906 w 1605470"/>
              <a:gd name="connsiteY168" fmla="*/ 1044367 h 6858000"/>
              <a:gd name="connsiteX169" fmla="*/ 326818 w 1605470"/>
              <a:gd name="connsiteY169" fmla="*/ 1022828 h 6858000"/>
              <a:gd name="connsiteX170" fmla="*/ 320445 w 1605470"/>
              <a:gd name="connsiteY170" fmla="*/ 932283 h 6858000"/>
              <a:gd name="connsiteX171" fmla="*/ 322681 w 1605470"/>
              <a:gd name="connsiteY171" fmla="*/ 915925 h 6858000"/>
              <a:gd name="connsiteX172" fmla="*/ 315310 w 1605470"/>
              <a:gd name="connsiteY172" fmla="*/ 896999 h 6858000"/>
              <a:gd name="connsiteX173" fmla="*/ 284718 w 1605470"/>
              <a:gd name="connsiteY173" fmla="*/ 821517 h 6858000"/>
              <a:gd name="connsiteX174" fmla="*/ 270682 w 1605470"/>
              <a:gd name="connsiteY174" fmla="*/ 786519 h 6858000"/>
              <a:gd name="connsiteX175" fmla="*/ 265483 w 1605470"/>
              <a:gd name="connsiteY175" fmla="*/ 784963 h 6858000"/>
              <a:gd name="connsiteX176" fmla="*/ 270939 w 1605470"/>
              <a:gd name="connsiteY176" fmla="*/ 776648 h 6858000"/>
              <a:gd name="connsiteX177" fmla="*/ 263668 w 1605470"/>
              <a:gd name="connsiteY177" fmla="*/ 751353 h 6858000"/>
              <a:gd name="connsiteX178" fmla="*/ 254540 w 1605470"/>
              <a:gd name="connsiteY178" fmla="*/ 741965 h 6858000"/>
              <a:gd name="connsiteX179" fmla="*/ 252501 w 1605470"/>
              <a:gd name="connsiteY179" fmla="*/ 724635 h 6858000"/>
              <a:gd name="connsiteX180" fmla="*/ 248897 w 1605470"/>
              <a:gd name="connsiteY180" fmla="*/ 681659 h 6858000"/>
              <a:gd name="connsiteX181" fmla="*/ 234316 w 1605470"/>
              <a:gd name="connsiteY181" fmla="*/ 635218 h 6858000"/>
              <a:gd name="connsiteX182" fmla="*/ 239327 w 1605470"/>
              <a:gd name="connsiteY182" fmla="*/ 613763 h 6858000"/>
              <a:gd name="connsiteX183" fmla="*/ 225269 w 1605470"/>
              <a:gd name="connsiteY183" fmla="*/ 598582 h 6858000"/>
              <a:gd name="connsiteX184" fmla="*/ 224950 w 1605470"/>
              <a:gd name="connsiteY184" fmla="*/ 576846 h 6858000"/>
              <a:gd name="connsiteX185" fmla="*/ 204632 w 1605470"/>
              <a:gd name="connsiteY185" fmla="*/ 553868 h 6858000"/>
              <a:gd name="connsiteX186" fmla="*/ 239317 w 1605470"/>
              <a:gd name="connsiteY186" fmla="*/ 517614 h 6858000"/>
              <a:gd name="connsiteX187" fmla="*/ 201693 w 1605470"/>
              <a:gd name="connsiteY187" fmla="*/ 469651 h 6858000"/>
              <a:gd name="connsiteX188" fmla="*/ 195012 w 1605470"/>
              <a:gd name="connsiteY188" fmla="*/ 448559 h 6858000"/>
              <a:gd name="connsiteX189" fmla="*/ 201434 w 1605470"/>
              <a:gd name="connsiteY189" fmla="*/ 441529 h 6858000"/>
              <a:gd name="connsiteX190" fmla="*/ 200655 w 1605470"/>
              <a:gd name="connsiteY190" fmla="*/ 428927 h 6858000"/>
              <a:gd name="connsiteX191" fmla="*/ 190059 w 1605470"/>
              <a:gd name="connsiteY191" fmla="*/ 430161 h 6858000"/>
              <a:gd name="connsiteX192" fmla="*/ 184450 w 1605470"/>
              <a:gd name="connsiteY192" fmla="*/ 396240 h 6858000"/>
              <a:gd name="connsiteX193" fmla="*/ 146196 w 1605470"/>
              <a:gd name="connsiteY193" fmla="*/ 358810 h 6858000"/>
              <a:gd name="connsiteX194" fmla="*/ 124571 w 1605470"/>
              <a:gd name="connsiteY194" fmla="*/ 302178 h 6858000"/>
              <a:gd name="connsiteX195" fmla="*/ 103243 w 1605470"/>
              <a:gd name="connsiteY195" fmla="*/ 211375 h 6858000"/>
              <a:gd name="connsiteX196" fmla="*/ 94571 w 1605470"/>
              <a:gd name="connsiteY196" fmla="*/ 184179 h 6858000"/>
              <a:gd name="connsiteX197" fmla="*/ 13437 w 1605470"/>
              <a:gd name="connsiteY197" fmla="*/ 19287 h 6858000"/>
              <a:gd name="connsiteX198" fmla="*/ 0 w 1605470"/>
              <a:gd name="connsiteY19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13412 w 1605470"/>
              <a:gd name="connsiteY131" fmla="*/ 2731184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55080 w 1605470"/>
              <a:gd name="connsiteY132" fmla="*/ 2538816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70939 w 1605470"/>
              <a:gd name="connsiteY175" fmla="*/ 776648 h 6858000"/>
              <a:gd name="connsiteX176" fmla="*/ 263668 w 1605470"/>
              <a:gd name="connsiteY176" fmla="*/ 751353 h 6858000"/>
              <a:gd name="connsiteX177" fmla="*/ 254540 w 1605470"/>
              <a:gd name="connsiteY177" fmla="*/ 741965 h 6858000"/>
              <a:gd name="connsiteX178" fmla="*/ 252501 w 1605470"/>
              <a:gd name="connsiteY178" fmla="*/ 724635 h 6858000"/>
              <a:gd name="connsiteX179" fmla="*/ 248897 w 1605470"/>
              <a:gd name="connsiteY179" fmla="*/ 681659 h 6858000"/>
              <a:gd name="connsiteX180" fmla="*/ 234316 w 1605470"/>
              <a:gd name="connsiteY180" fmla="*/ 635218 h 6858000"/>
              <a:gd name="connsiteX181" fmla="*/ 239327 w 1605470"/>
              <a:gd name="connsiteY181" fmla="*/ 613763 h 6858000"/>
              <a:gd name="connsiteX182" fmla="*/ 225269 w 1605470"/>
              <a:gd name="connsiteY182" fmla="*/ 598582 h 6858000"/>
              <a:gd name="connsiteX183" fmla="*/ 224950 w 1605470"/>
              <a:gd name="connsiteY183" fmla="*/ 576846 h 6858000"/>
              <a:gd name="connsiteX184" fmla="*/ 204632 w 1605470"/>
              <a:gd name="connsiteY184" fmla="*/ 553868 h 6858000"/>
              <a:gd name="connsiteX185" fmla="*/ 239317 w 1605470"/>
              <a:gd name="connsiteY185" fmla="*/ 517614 h 6858000"/>
              <a:gd name="connsiteX186" fmla="*/ 201693 w 1605470"/>
              <a:gd name="connsiteY186" fmla="*/ 469651 h 6858000"/>
              <a:gd name="connsiteX187" fmla="*/ 195012 w 1605470"/>
              <a:gd name="connsiteY187" fmla="*/ 448559 h 6858000"/>
              <a:gd name="connsiteX188" fmla="*/ 201434 w 1605470"/>
              <a:gd name="connsiteY188" fmla="*/ 441529 h 6858000"/>
              <a:gd name="connsiteX189" fmla="*/ 200655 w 1605470"/>
              <a:gd name="connsiteY189" fmla="*/ 428927 h 6858000"/>
              <a:gd name="connsiteX190" fmla="*/ 190059 w 1605470"/>
              <a:gd name="connsiteY190" fmla="*/ 430161 h 6858000"/>
              <a:gd name="connsiteX191" fmla="*/ 184450 w 1605470"/>
              <a:gd name="connsiteY191" fmla="*/ 396240 h 6858000"/>
              <a:gd name="connsiteX192" fmla="*/ 146196 w 1605470"/>
              <a:gd name="connsiteY192" fmla="*/ 358810 h 6858000"/>
              <a:gd name="connsiteX193" fmla="*/ 124571 w 1605470"/>
              <a:gd name="connsiteY193" fmla="*/ 302178 h 6858000"/>
              <a:gd name="connsiteX194" fmla="*/ 103243 w 1605470"/>
              <a:gd name="connsiteY194" fmla="*/ 211375 h 6858000"/>
              <a:gd name="connsiteX195" fmla="*/ 94571 w 1605470"/>
              <a:gd name="connsiteY195" fmla="*/ 184179 h 6858000"/>
              <a:gd name="connsiteX196" fmla="*/ 13437 w 1605470"/>
              <a:gd name="connsiteY196" fmla="*/ 19287 h 6858000"/>
              <a:gd name="connsiteX197" fmla="*/ 0 w 1605470"/>
              <a:gd name="connsiteY19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5483 w 1605470"/>
              <a:gd name="connsiteY174" fmla="*/ 784963 h 6858000"/>
              <a:gd name="connsiteX175" fmla="*/ 263668 w 1605470"/>
              <a:gd name="connsiteY175" fmla="*/ 751353 h 6858000"/>
              <a:gd name="connsiteX176" fmla="*/ 254540 w 1605470"/>
              <a:gd name="connsiteY176" fmla="*/ 741965 h 6858000"/>
              <a:gd name="connsiteX177" fmla="*/ 252501 w 1605470"/>
              <a:gd name="connsiteY177" fmla="*/ 724635 h 6858000"/>
              <a:gd name="connsiteX178" fmla="*/ 248897 w 1605470"/>
              <a:gd name="connsiteY178" fmla="*/ 681659 h 6858000"/>
              <a:gd name="connsiteX179" fmla="*/ 234316 w 1605470"/>
              <a:gd name="connsiteY179" fmla="*/ 635218 h 6858000"/>
              <a:gd name="connsiteX180" fmla="*/ 239327 w 1605470"/>
              <a:gd name="connsiteY180" fmla="*/ 613763 h 6858000"/>
              <a:gd name="connsiteX181" fmla="*/ 225269 w 1605470"/>
              <a:gd name="connsiteY181" fmla="*/ 598582 h 6858000"/>
              <a:gd name="connsiteX182" fmla="*/ 224950 w 1605470"/>
              <a:gd name="connsiteY182" fmla="*/ 576846 h 6858000"/>
              <a:gd name="connsiteX183" fmla="*/ 204632 w 1605470"/>
              <a:gd name="connsiteY183" fmla="*/ 553868 h 6858000"/>
              <a:gd name="connsiteX184" fmla="*/ 239317 w 1605470"/>
              <a:gd name="connsiteY184" fmla="*/ 517614 h 6858000"/>
              <a:gd name="connsiteX185" fmla="*/ 201693 w 1605470"/>
              <a:gd name="connsiteY185" fmla="*/ 469651 h 6858000"/>
              <a:gd name="connsiteX186" fmla="*/ 195012 w 1605470"/>
              <a:gd name="connsiteY186" fmla="*/ 448559 h 6858000"/>
              <a:gd name="connsiteX187" fmla="*/ 201434 w 1605470"/>
              <a:gd name="connsiteY187" fmla="*/ 441529 h 6858000"/>
              <a:gd name="connsiteX188" fmla="*/ 200655 w 1605470"/>
              <a:gd name="connsiteY188" fmla="*/ 428927 h 6858000"/>
              <a:gd name="connsiteX189" fmla="*/ 190059 w 1605470"/>
              <a:gd name="connsiteY189" fmla="*/ 430161 h 6858000"/>
              <a:gd name="connsiteX190" fmla="*/ 184450 w 1605470"/>
              <a:gd name="connsiteY190" fmla="*/ 396240 h 6858000"/>
              <a:gd name="connsiteX191" fmla="*/ 146196 w 1605470"/>
              <a:gd name="connsiteY191" fmla="*/ 358810 h 6858000"/>
              <a:gd name="connsiteX192" fmla="*/ 124571 w 1605470"/>
              <a:gd name="connsiteY192" fmla="*/ 302178 h 6858000"/>
              <a:gd name="connsiteX193" fmla="*/ 103243 w 1605470"/>
              <a:gd name="connsiteY193" fmla="*/ 211375 h 6858000"/>
              <a:gd name="connsiteX194" fmla="*/ 94571 w 1605470"/>
              <a:gd name="connsiteY194" fmla="*/ 184179 h 6858000"/>
              <a:gd name="connsiteX195" fmla="*/ 13437 w 1605470"/>
              <a:gd name="connsiteY195" fmla="*/ 19287 h 6858000"/>
              <a:gd name="connsiteX196" fmla="*/ 0 w 1605470"/>
              <a:gd name="connsiteY19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70682 w 1605470"/>
              <a:gd name="connsiteY173" fmla="*/ 786519 h 6858000"/>
              <a:gd name="connsiteX174" fmla="*/ 263668 w 1605470"/>
              <a:gd name="connsiteY174" fmla="*/ 751353 h 6858000"/>
              <a:gd name="connsiteX175" fmla="*/ 254540 w 1605470"/>
              <a:gd name="connsiteY175" fmla="*/ 741965 h 6858000"/>
              <a:gd name="connsiteX176" fmla="*/ 252501 w 1605470"/>
              <a:gd name="connsiteY176" fmla="*/ 724635 h 6858000"/>
              <a:gd name="connsiteX177" fmla="*/ 248897 w 1605470"/>
              <a:gd name="connsiteY177" fmla="*/ 681659 h 6858000"/>
              <a:gd name="connsiteX178" fmla="*/ 234316 w 1605470"/>
              <a:gd name="connsiteY178" fmla="*/ 635218 h 6858000"/>
              <a:gd name="connsiteX179" fmla="*/ 239327 w 1605470"/>
              <a:gd name="connsiteY179" fmla="*/ 613763 h 6858000"/>
              <a:gd name="connsiteX180" fmla="*/ 225269 w 1605470"/>
              <a:gd name="connsiteY180" fmla="*/ 598582 h 6858000"/>
              <a:gd name="connsiteX181" fmla="*/ 224950 w 1605470"/>
              <a:gd name="connsiteY181" fmla="*/ 576846 h 6858000"/>
              <a:gd name="connsiteX182" fmla="*/ 204632 w 1605470"/>
              <a:gd name="connsiteY182" fmla="*/ 553868 h 6858000"/>
              <a:gd name="connsiteX183" fmla="*/ 239317 w 1605470"/>
              <a:gd name="connsiteY183" fmla="*/ 517614 h 6858000"/>
              <a:gd name="connsiteX184" fmla="*/ 201693 w 1605470"/>
              <a:gd name="connsiteY184" fmla="*/ 469651 h 6858000"/>
              <a:gd name="connsiteX185" fmla="*/ 195012 w 1605470"/>
              <a:gd name="connsiteY185" fmla="*/ 448559 h 6858000"/>
              <a:gd name="connsiteX186" fmla="*/ 201434 w 1605470"/>
              <a:gd name="connsiteY186" fmla="*/ 441529 h 6858000"/>
              <a:gd name="connsiteX187" fmla="*/ 200655 w 1605470"/>
              <a:gd name="connsiteY187" fmla="*/ 428927 h 6858000"/>
              <a:gd name="connsiteX188" fmla="*/ 190059 w 1605470"/>
              <a:gd name="connsiteY188" fmla="*/ 430161 h 6858000"/>
              <a:gd name="connsiteX189" fmla="*/ 184450 w 1605470"/>
              <a:gd name="connsiteY189" fmla="*/ 396240 h 6858000"/>
              <a:gd name="connsiteX190" fmla="*/ 146196 w 1605470"/>
              <a:gd name="connsiteY190" fmla="*/ 358810 h 6858000"/>
              <a:gd name="connsiteX191" fmla="*/ 124571 w 1605470"/>
              <a:gd name="connsiteY191" fmla="*/ 302178 h 6858000"/>
              <a:gd name="connsiteX192" fmla="*/ 103243 w 1605470"/>
              <a:gd name="connsiteY192" fmla="*/ 211375 h 6858000"/>
              <a:gd name="connsiteX193" fmla="*/ 94571 w 1605470"/>
              <a:gd name="connsiteY193" fmla="*/ 184179 h 6858000"/>
              <a:gd name="connsiteX194" fmla="*/ 13437 w 1605470"/>
              <a:gd name="connsiteY194" fmla="*/ 19287 h 6858000"/>
              <a:gd name="connsiteX195" fmla="*/ 0 w 1605470"/>
              <a:gd name="connsiteY19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33116 w 1605470"/>
              <a:gd name="connsiteY140" fmla="*/ 2358011 h 6858000"/>
              <a:gd name="connsiteX141" fmla="*/ 501423 w 1605470"/>
              <a:gd name="connsiteY141" fmla="*/ 2249479 h 6858000"/>
              <a:gd name="connsiteX142" fmla="*/ 486968 w 1605470"/>
              <a:gd name="connsiteY142" fmla="*/ 2182937 h 6858000"/>
              <a:gd name="connsiteX143" fmla="*/ 488555 w 1605470"/>
              <a:gd name="connsiteY143" fmla="*/ 2155135 h 6858000"/>
              <a:gd name="connsiteX144" fmla="*/ 486013 w 1605470"/>
              <a:gd name="connsiteY144" fmla="*/ 2118008 h 6858000"/>
              <a:gd name="connsiteX145" fmla="*/ 487006 w 1605470"/>
              <a:gd name="connsiteY145" fmla="*/ 2050531 h 6858000"/>
              <a:gd name="connsiteX146" fmla="*/ 478812 w 1605470"/>
              <a:gd name="connsiteY146" fmla="*/ 1963269 h 6858000"/>
              <a:gd name="connsiteX147" fmla="*/ 442619 w 1605470"/>
              <a:gd name="connsiteY147" fmla="*/ 1910499 h 6858000"/>
              <a:gd name="connsiteX148" fmla="*/ 446785 w 1605470"/>
              <a:gd name="connsiteY148" fmla="*/ 1903212 h 6858000"/>
              <a:gd name="connsiteX149" fmla="*/ 436547 w 1605470"/>
              <a:gd name="connsiteY149" fmla="*/ 1861531 h 6858000"/>
              <a:gd name="connsiteX150" fmla="*/ 364290 w 1605470"/>
              <a:gd name="connsiteY150" fmla="*/ 1728772 h 6858000"/>
              <a:gd name="connsiteX151" fmla="*/ 345287 w 1605470"/>
              <a:gd name="connsiteY151" fmla="*/ 1646953 h 6858000"/>
              <a:gd name="connsiteX152" fmla="*/ 344412 w 1605470"/>
              <a:gd name="connsiteY152" fmla="*/ 1615777 h 6858000"/>
              <a:gd name="connsiteX153" fmla="*/ 342578 w 1605470"/>
              <a:gd name="connsiteY153" fmla="*/ 1563678 h 6858000"/>
              <a:gd name="connsiteX154" fmla="*/ 355658 w 1605470"/>
              <a:gd name="connsiteY154" fmla="*/ 1519474 h 6858000"/>
              <a:gd name="connsiteX155" fmla="*/ 348400 w 1605470"/>
              <a:gd name="connsiteY155" fmla="*/ 1477995 h 6858000"/>
              <a:gd name="connsiteX156" fmla="*/ 328025 w 1605470"/>
              <a:gd name="connsiteY156" fmla="*/ 1475165 h 6858000"/>
              <a:gd name="connsiteX157" fmla="*/ 326326 w 1605470"/>
              <a:gd name="connsiteY157" fmla="*/ 1428585 h 6858000"/>
              <a:gd name="connsiteX158" fmla="*/ 325799 w 1605470"/>
              <a:gd name="connsiteY158" fmla="*/ 1357181 h 6858000"/>
              <a:gd name="connsiteX159" fmla="*/ 320507 w 1605470"/>
              <a:gd name="connsiteY159" fmla="*/ 1347099 h 6858000"/>
              <a:gd name="connsiteX160" fmla="*/ 335347 w 1605470"/>
              <a:gd name="connsiteY160" fmla="*/ 1334233 h 6858000"/>
              <a:gd name="connsiteX161" fmla="*/ 342792 w 1605470"/>
              <a:gd name="connsiteY161" fmla="*/ 1307086 h 6858000"/>
              <a:gd name="connsiteX162" fmla="*/ 343980 w 1605470"/>
              <a:gd name="connsiteY162" fmla="*/ 1189033 h 6858000"/>
              <a:gd name="connsiteX163" fmla="*/ 348665 w 1605470"/>
              <a:gd name="connsiteY163" fmla="*/ 1168288 h 6858000"/>
              <a:gd name="connsiteX164" fmla="*/ 340947 w 1605470"/>
              <a:gd name="connsiteY164" fmla="*/ 1142577 h 6858000"/>
              <a:gd name="connsiteX165" fmla="*/ 330253 w 1605470"/>
              <a:gd name="connsiteY165" fmla="*/ 1088484 h 6858000"/>
              <a:gd name="connsiteX166" fmla="*/ 314647 w 1605470"/>
              <a:gd name="connsiteY166" fmla="*/ 1053424 h 6858000"/>
              <a:gd name="connsiteX167" fmla="*/ 322906 w 1605470"/>
              <a:gd name="connsiteY167" fmla="*/ 1044367 h 6858000"/>
              <a:gd name="connsiteX168" fmla="*/ 326818 w 1605470"/>
              <a:gd name="connsiteY168" fmla="*/ 1022828 h 6858000"/>
              <a:gd name="connsiteX169" fmla="*/ 320445 w 1605470"/>
              <a:gd name="connsiteY169" fmla="*/ 932283 h 6858000"/>
              <a:gd name="connsiteX170" fmla="*/ 322681 w 1605470"/>
              <a:gd name="connsiteY170" fmla="*/ 915925 h 6858000"/>
              <a:gd name="connsiteX171" fmla="*/ 315310 w 1605470"/>
              <a:gd name="connsiteY171" fmla="*/ 896999 h 6858000"/>
              <a:gd name="connsiteX172" fmla="*/ 284718 w 1605470"/>
              <a:gd name="connsiteY172" fmla="*/ 821517 h 6858000"/>
              <a:gd name="connsiteX173" fmla="*/ 263668 w 1605470"/>
              <a:gd name="connsiteY173" fmla="*/ 751353 h 6858000"/>
              <a:gd name="connsiteX174" fmla="*/ 254540 w 1605470"/>
              <a:gd name="connsiteY174" fmla="*/ 741965 h 6858000"/>
              <a:gd name="connsiteX175" fmla="*/ 252501 w 1605470"/>
              <a:gd name="connsiteY175" fmla="*/ 724635 h 6858000"/>
              <a:gd name="connsiteX176" fmla="*/ 248897 w 1605470"/>
              <a:gd name="connsiteY176" fmla="*/ 681659 h 6858000"/>
              <a:gd name="connsiteX177" fmla="*/ 234316 w 1605470"/>
              <a:gd name="connsiteY177" fmla="*/ 635218 h 6858000"/>
              <a:gd name="connsiteX178" fmla="*/ 239327 w 1605470"/>
              <a:gd name="connsiteY178" fmla="*/ 613763 h 6858000"/>
              <a:gd name="connsiteX179" fmla="*/ 225269 w 1605470"/>
              <a:gd name="connsiteY179" fmla="*/ 598582 h 6858000"/>
              <a:gd name="connsiteX180" fmla="*/ 224950 w 1605470"/>
              <a:gd name="connsiteY180" fmla="*/ 576846 h 6858000"/>
              <a:gd name="connsiteX181" fmla="*/ 204632 w 1605470"/>
              <a:gd name="connsiteY181" fmla="*/ 553868 h 6858000"/>
              <a:gd name="connsiteX182" fmla="*/ 239317 w 1605470"/>
              <a:gd name="connsiteY182" fmla="*/ 517614 h 6858000"/>
              <a:gd name="connsiteX183" fmla="*/ 201693 w 1605470"/>
              <a:gd name="connsiteY183" fmla="*/ 469651 h 6858000"/>
              <a:gd name="connsiteX184" fmla="*/ 195012 w 1605470"/>
              <a:gd name="connsiteY184" fmla="*/ 448559 h 6858000"/>
              <a:gd name="connsiteX185" fmla="*/ 201434 w 1605470"/>
              <a:gd name="connsiteY185" fmla="*/ 441529 h 6858000"/>
              <a:gd name="connsiteX186" fmla="*/ 200655 w 1605470"/>
              <a:gd name="connsiteY186" fmla="*/ 428927 h 6858000"/>
              <a:gd name="connsiteX187" fmla="*/ 190059 w 1605470"/>
              <a:gd name="connsiteY187" fmla="*/ 430161 h 6858000"/>
              <a:gd name="connsiteX188" fmla="*/ 184450 w 1605470"/>
              <a:gd name="connsiteY188" fmla="*/ 396240 h 6858000"/>
              <a:gd name="connsiteX189" fmla="*/ 146196 w 1605470"/>
              <a:gd name="connsiteY189" fmla="*/ 358810 h 6858000"/>
              <a:gd name="connsiteX190" fmla="*/ 124571 w 1605470"/>
              <a:gd name="connsiteY190" fmla="*/ 302178 h 6858000"/>
              <a:gd name="connsiteX191" fmla="*/ 103243 w 1605470"/>
              <a:gd name="connsiteY191" fmla="*/ 211375 h 6858000"/>
              <a:gd name="connsiteX192" fmla="*/ 94571 w 1605470"/>
              <a:gd name="connsiteY192" fmla="*/ 184179 h 6858000"/>
              <a:gd name="connsiteX193" fmla="*/ 13437 w 1605470"/>
              <a:gd name="connsiteY193" fmla="*/ 19287 h 6858000"/>
              <a:gd name="connsiteX194" fmla="*/ 0 w 1605470"/>
              <a:gd name="connsiteY19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01423 w 1605470"/>
              <a:gd name="connsiteY140" fmla="*/ 2249479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64290 w 1605470"/>
              <a:gd name="connsiteY149" fmla="*/ 1728772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8025 w 1605470"/>
              <a:gd name="connsiteY155" fmla="*/ 1475165 h 6858000"/>
              <a:gd name="connsiteX156" fmla="*/ 326326 w 1605470"/>
              <a:gd name="connsiteY156" fmla="*/ 1428585 h 6858000"/>
              <a:gd name="connsiteX157" fmla="*/ 325799 w 1605470"/>
              <a:gd name="connsiteY157" fmla="*/ 1357181 h 6858000"/>
              <a:gd name="connsiteX158" fmla="*/ 320507 w 1605470"/>
              <a:gd name="connsiteY158" fmla="*/ 1347099 h 6858000"/>
              <a:gd name="connsiteX159" fmla="*/ 335347 w 1605470"/>
              <a:gd name="connsiteY159" fmla="*/ 1334233 h 6858000"/>
              <a:gd name="connsiteX160" fmla="*/ 342792 w 1605470"/>
              <a:gd name="connsiteY160" fmla="*/ 1307086 h 6858000"/>
              <a:gd name="connsiteX161" fmla="*/ 343980 w 1605470"/>
              <a:gd name="connsiteY161" fmla="*/ 1189033 h 6858000"/>
              <a:gd name="connsiteX162" fmla="*/ 348665 w 1605470"/>
              <a:gd name="connsiteY162" fmla="*/ 1168288 h 6858000"/>
              <a:gd name="connsiteX163" fmla="*/ 340947 w 1605470"/>
              <a:gd name="connsiteY163" fmla="*/ 1142577 h 6858000"/>
              <a:gd name="connsiteX164" fmla="*/ 330253 w 1605470"/>
              <a:gd name="connsiteY164" fmla="*/ 1088484 h 6858000"/>
              <a:gd name="connsiteX165" fmla="*/ 314647 w 1605470"/>
              <a:gd name="connsiteY165" fmla="*/ 1053424 h 6858000"/>
              <a:gd name="connsiteX166" fmla="*/ 322906 w 1605470"/>
              <a:gd name="connsiteY166" fmla="*/ 1044367 h 6858000"/>
              <a:gd name="connsiteX167" fmla="*/ 326818 w 1605470"/>
              <a:gd name="connsiteY167" fmla="*/ 1022828 h 6858000"/>
              <a:gd name="connsiteX168" fmla="*/ 320445 w 1605470"/>
              <a:gd name="connsiteY168" fmla="*/ 932283 h 6858000"/>
              <a:gd name="connsiteX169" fmla="*/ 322681 w 1605470"/>
              <a:gd name="connsiteY169" fmla="*/ 915925 h 6858000"/>
              <a:gd name="connsiteX170" fmla="*/ 315310 w 1605470"/>
              <a:gd name="connsiteY170" fmla="*/ 896999 h 6858000"/>
              <a:gd name="connsiteX171" fmla="*/ 284718 w 1605470"/>
              <a:gd name="connsiteY171" fmla="*/ 821517 h 6858000"/>
              <a:gd name="connsiteX172" fmla="*/ 263668 w 1605470"/>
              <a:gd name="connsiteY172" fmla="*/ 751353 h 6858000"/>
              <a:gd name="connsiteX173" fmla="*/ 254540 w 1605470"/>
              <a:gd name="connsiteY173" fmla="*/ 741965 h 6858000"/>
              <a:gd name="connsiteX174" fmla="*/ 252501 w 1605470"/>
              <a:gd name="connsiteY174" fmla="*/ 724635 h 6858000"/>
              <a:gd name="connsiteX175" fmla="*/ 248897 w 1605470"/>
              <a:gd name="connsiteY175" fmla="*/ 681659 h 6858000"/>
              <a:gd name="connsiteX176" fmla="*/ 234316 w 1605470"/>
              <a:gd name="connsiteY176" fmla="*/ 635218 h 6858000"/>
              <a:gd name="connsiteX177" fmla="*/ 239327 w 1605470"/>
              <a:gd name="connsiteY177" fmla="*/ 613763 h 6858000"/>
              <a:gd name="connsiteX178" fmla="*/ 225269 w 1605470"/>
              <a:gd name="connsiteY178" fmla="*/ 598582 h 6858000"/>
              <a:gd name="connsiteX179" fmla="*/ 224950 w 1605470"/>
              <a:gd name="connsiteY179" fmla="*/ 576846 h 6858000"/>
              <a:gd name="connsiteX180" fmla="*/ 204632 w 1605470"/>
              <a:gd name="connsiteY180" fmla="*/ 553868 h 6858000"/>
              <a:gd name="connsiteX181" fmla="*/ 239317 w 1605470"/>
              <a:gd name="connsiteY181" fmla="*/ 517614 h 6858000"/>
              <a:gd name="connsiteX182" fmla="*/ 201693 w 1605470"/>
              <a:gd name="connsiteY182" fmla="*/ 469651 h 6858000"/>
              <a:gd name="connsiteX183" fmla="*/ 195012 w 1605470"/>
              <a:gd name="connsiteY183" fmla="*/ 448559 h 6858000"/>
              <a:gd name="connsiteX184" fmla="*/ 201434 w 1605470"/>
              <a:gd name="connsiteY184" fmla="*/ 441529 h 6858000"/>
              <a:gd name="connsiteX185" fmla="*/ 200655 w 1605470"/>
              <a:gd name="connsiteY185" fmla="*/ 428927 h 6858000"/>
              <a:gd name="connsiteX186" fmla="*/ 190059 w 1605470"/>
              <a:gd name="connsiteY186" fmla="*/ 430161 h 6858000"/>
              <a:gd name="connsiteX187" fmla="*/ 184450 w 1605470"/>
              <a:gd name="connsiteY187" fmla="*/ 396240 h 6858000"/>
              <a:gd name="connsiteX188" fmla="*/ 146196 w 1605470"/>
              <a:gd name="connsiteY188" fmla="*/ 358810 h 6858000"/>
              <a:gd name="connsiteX189" fmla="*/ 124571 w 1605470"/>
              <a:gd name="connsiteY189" fmla="*/ 302178 h 6858000"/>
              <a:gd name="connsiteX190" fmla="*/ 103243 w 1605470"/>
              <a:gd name="connsiteY190" fmla="*/ 211375 h 6858000"/>
              <a:gd name="connsiteX191" fmla="*/ 94571 w 1605470"/>
              <a:gd name="connsiteY191" fmla="*/ 184179 h 6858000"/>
              <a:gd name="connsiteX192" fmla="*/ 13437 w 1605470"/>
              <a:gd name="connsiteY192" fmla="*/ 19287 h 6858000"/>
              <a:gd name="connsiteX193" fmla="*/ 0 w 1605470"/>
              <a:gd name="connsiteY19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6326 w 1605470"/>
              <a:gd name="connsiteY155" fmla="*/ 1428585 h 6858000"/>
              <a:gd name="connsiteX156" fmla="*/ 325799 w 1605470"/>
              <a:gd name="connsiteY156" fmla="*/ 1357181 h 6858000"/>
              <a:gd name="connsiteX157" fmla="*/ 320507 w 1605470"/>
              <a:gd name="connsiteY157" fmla="*/ 1347099 h 6858000"/>
              <a:gd name="connsiteX158" fmla="*/ 335347 w 1605470"/>
              <a:gd name="connsiteY158" fmla="*/ 1334233 h 6858000"/>
              <a:gd name="connsiteX159" fmla="*/ 342792 w 1605470"/>
              <a:gd name="connsiteY159" fmla="*/ 1307086 h 6858000"/>
              <a:gd name="connsiteX160" fmla="*/ 343980 w 1605470"/>
              <a:gd name="connsiteY160" fmla="*/ 1189033 h 6858000"/>
              <a:gd name="connsiteX161" fmla="*/ 348665 w 1605470"/>
              <a:gd name="connsiteY161" fmla="*/ 1168288 h 6858000"/>
              <a:gd name="connsiteX162" fmla="*/ 340947 w 1605470"/>
              <a:gd name="connsiteY162" fmla="*/ 1142577 h 6858000"/>
              <a:gd name="connsiteX163" fmla="*/ 330253 w 1605470"/>
              <a:gd name="connsiteY163" fmla="*/ 1088484 h 6858000"/>
              <a:gd name="connsiteX164" fmla="*/ 314647 w 1605470"/>
              <a:gd name="connsiteY164" fmla="*/ 1053424 h 6858000"/>
              <a:gd name="connsiteX165" fmla="*/ 322906 w 1605470"/>
              <a:gd name="connsiteY165" fmla="*/ 1044367 h 6858000"/>
              <a:gd name="connsiteX166" fmla="*/ 326818 w 1605470"/>
              <a:gd name="connsiteY166" fmla="*/ 1022828 h 6858000"/>
              <a:gd name="connsiteX167" fmla="*/ 320445 w 1605470"/>
              <a:gd name="connsiteY167" fmla="*/ 932283 h 6858000"/>
              <a:gd name="connsiteX168" fmla="*/ 322681 w 1605470"/>
              <a:gd name="connsiteY168" fmla="*/ 915925 h 6858000"/>
              <a:gd name="connsiteX169" fmla="*/ 315310 w 1605470"/>
              <a:gd name="connsiteY169" fmla="*/ 896999 h 6858000"/>
              <a:gd name="connsiteX170" fmla="*/ 284718 w 1605470"/>
              <a:gd name="connsiteY170" fmla="*/ 821517 h 6858000"/>
              <a:gd name="connsiteX171" fmla="*/ 263668 w 1605470"/>
              <a:gd name="connsiteY171" fmla="*/ 751353 h 6858000"/>
              <a:gd name="connsiteX172" fmla="*/ 254540 w 1605470"/>
              <a:gd name="connsiteY172" fmla="*/ 741965 h 6858000"/>
              <a:gd name="connsiteX173" fmla="*/ 252501 w 1605470"/>
              <a:gd name="connsiteY173" fmla="*/ 724635 h 6858000"/>
              <a:gd name="connsiteX174" fmla="*/ 248897 w 1605470"/>
              <a:gd name="connsiteY174" fmla="*/ 681659 h 6858000"/>
              <a:gd name="connsiteX175" fmla="*/ 234316 w 1605470"/>
              <a:gd name="connsiteY175" fmla="*/ 635218 h 6858000"/>
              <a:gd name="connsiteX176" fmla="*/ 239327 w 1605470"/>
              <a:gd name="connsiteY176" fmla="*/ 613763 h 6858000"/>
              <a:gd name="connsiteX177" fmla="*/ 225269 w 1605470"/>
              <a:gd name="connsiteY177" fmla="*/ 598582 h 6858000"/>
              <a:gd name="connsiteX178" fmla="*/ 224950 w 1605470"/>
              <a:gd name="connsiteY178" fmla="*/ 576846 h 6858000"/>
              <a:gd name="connsiteX179" fmla="*/ 204632 w 1605470"/>
              <a:gd name="connsiteY179" fmla="*/ 553868 h 6858000"/>
              <a:gd name="connsiteX180" fmla="*/ 239317 w 1605470"/>
              <a:gd name="connsiteY180" fmla="*/ 517614 h 6858000"/>
              <a:gd name="connsiteX181" fmla="*/ 201693 w 1605470"/>
              <a:gd name="connsiteY181" fmla="*/ 469651 h 6858000"/>
              <a:gd name="connsiteX182" fmla="*/ 195012 w 1605470"/>
              <a:gd name="connsiteY182" fmla="*/ 448559 h 6858000"/>
              <a:gd name="connsiteX183" fmla="*/ 201434 w 1605470"/>
              <a:gd name="connsiteY183" fmla="*/ 441529 h 6858000"/>
              <a:gd name="connsiteX184" fmla="*/ 200655 w 1605470"/>
              <a:gd name="connsiteY184" fmla="*/ 428927 h 6858000"/>
              <a:gd name="connsiteX185" fmla="*/ 190059 w 1605470"/>
              <a:gd name="connsiteY185" fmla="*/ 430161 h 6858000"/>
              <a:gd name="connsiteX186" fmla="*/ 184450 w 1605470"/>
              <a:gd name="connsiteY186" fmla="*/ 396240 h 6858000"/>
              <a:gd name="connsiteX187" fmla="*/ 146196 w 1605470"/>
              <a:gd name="connsiteY187" fmla="*/ 358810 h 6858000"/>
              <a:gd name="connsiteX188" fmla="*/ 124571 w 1605470"/>
              <a:gd name="connsiteY188" fmla="*/ 302178 h 6858000"/>
              <a:gd name="connsiteX189" fmla="*/ 103243 w 1605470"/>
              <a:gd name="connsiteY189" fmla="*/ 211375 h 6858000"/>
              <a:gd name="connsiteX190" fmla="*/ 94571 w 1605470"/>
              <a:gd name="connsiteY190" fmla="*/ 184179 h 6858000"/>
              <a:gd name="connsiteX191" fmla="*/ 13437 w 1605470"/>
              <a:gd name="connsiteY191" fmla="*/ 19287 h 6858000"/>
              <a:gd name="connsiteX192" fmla="*/ 0 w 1605470"/>
              <a:gd name="connsiteY19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45287 w 1605470"/>
              <a:gd name="connsiteY150" fmla="*/ 1646953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6818 w 1605470"/>
              <a:gd name="connsiteY165" fmla="*/ 1022828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906 w 1605470"/>
              <a:gd name="connsiteY164" fmla="*/ 1044367 h 6858000"/>
              <a:gd name="connsiteX165" fmla="*/ 322475 w 1605470"/>
              <a:gd name="connsiteY165" fmla="*/ 1002093 h 6858000"/>
              <a:gd name="connsiteX166" fmla="*/ 320445 w 1605470"/>
              <a:gd name="connsiteY166" fmla="*/ 932283 h 6858000"/>
              <a:gd name="connsiteX167" fmla="*/ 322681 w 1605470"/>
              <a:gd name="connsiteY167" fmla="*/ 915925 h 6858000"/>
              <a:gd name="connsiteX168" fmla="*/ 315310 w 1605470"/>
              <a:gd name="connsiteY168" fmla="*/ 896999 h 6858000"/>
              <a:gd name="connsiteX169" fmla="*/ 284718 w 1605470"/>
              <a:gd name="connsiteY169" fmla="*/ 821517 h 6858000"/>
              <a:gd name="connsiteX170" fmla="*/ 263668 w 1605470"/>
              <a:gd name="connsiteY170" fmla="*/ 751353 h 6858000"/>
              <a:gd name="connsiteX171" fmla="*/ 254540 w 1605470"/>
              <a:gd name="connsiteY171" fmla="*/ 741965 h 6858000"/>
              <a:gd name="connsiteX172" fmla="*/ 252501 w 1605470"/>
              <a:gd name="connsiteY172" fmla="*/ 724635 h 6858000"/>
              <a:gd name="connsiteX173" fmla="*/ 248897 w 1605470"/>
              <a:gd name="connsiteY173" fmla="*/ 681659 h 6858000"/>
              <a:gd name="connsiteX174" fmla="*/ 234316 w 1605470"/>
              <a:gd name="connsiteY174" fmla="*/ 635218 h 6858000"/>
              <a:gd name="connsiteX175" fmla="*/ 239327 w 1605470"/>
              <a:gd name="connsiteY175" fmla="*/ 613763 h 6858000"/>
              <a:gd name="connsiteX176" fmla="*/ 225269 w 1605470"/>
              <a:gd name="connsiteY176" fmla="*/ 598582 h 6858000"/>
              <a:gd name="connsiteX177" fmla="*/ 224950 w 1605470"/>
              <a:gd name="connsiteY177" fmla="*/ 576846 h 6858000"/>
              <a:gd name="connsiteX178" fmla="*/ 204632 w 1605470"/>
              <a:gd name="connsiteY178" fmla="*/ 553868 h 6858000"/>
              <a:gd name="connsiteX179" fmla="*/ 239317 w 1605470"/>
              <a:gd name="connsiteY179" fmla="*/ 517614 h 6858000"/>
              <a:gd name="connsiteX180" fmla="*/ 201693 w 1605470"/>
              <a:gd name="connsiteY180" fmla="*/ 469651 h 6858000"/>
              <a:gd name="connsiteX181" fmla="*/ 195012 w 1605470"/>
              <a:gd name="connsiteY181" fmla="*/ 448559 h 6858000"/>
              <a:gd name="connsiteX182" fmla="*/ 201434 w 1605470"/>
              <a:gd name="connsiteY182" fmla="*/ 441529 h 6858000"/>
              <a:gd name="connsiteX183" fmla="*/ 200655 w 1605470"/>
              <a:gd name="connsiteY183" fmla="*/ 428927 h 6858000"/>
              <a:gd name="connsiteX184" fmla="*/ 190059 w 1605470"/>
              <a:gd name="connsiteY184" fmla="*/ 430161 h 6858000"/>
              <a:gd name="connsiteX185" fmla="*/ 184450 w 1605470"/>
              <a:gd name="connsiteY185" fmla="*/ 396240 h 6858000"/>
              <a:gd name="connsiteX186" fmla="*/ 146196 w 1605470"/>
              <a:gd name="connsiteY186" fmla="*/ 358810 h 6858000"/>
              <a:gd name="connsiteX187" fmla="*/ 124571 w 1605470"/>
              <a:gd name="connsiteY187" fmla="*/ 302178 h 6858000"/>
              <a:gd name="connsiteX188" fmla="*/ 103243 w 1605470"/>
              <a:gd name="connsiteY188" fmla="*/ 211375 h 6858000"/>
              <a:gd name="connsiteX189" fmla="*/ 94571 w 1605470"/>
              <a:gd name="connsiteY189" fmla="*/ 184179 h 6858000"/>
              <a:gd name="connsiteX190" fmla="*/ 13437 w 1605470"/>
              <a:gd name="connsiteY190" fmla="*/ 19287 h 6858000"/>
              <a:gd name="connsiteX191" fmla="*/ 0 w 1605470"/>
              <a:gd name="connsiteY19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14647 w 1605470"/>
              <a:gd name="connsiteY163" fmla="*/ 1053424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35347 w 1605470"/>
              <a:gd name="connsiteY157" fmla="*/ 1334233 h 6858000"/>
              <a:gd name="connsiteX158" fmla="*/ 342792 w 1605470"/>
              <a:gd name="connsiteY158" fmla="*/ 1307086 h 6858000"/>
              <a:gd name="connsiteX159" fmla="*/ 343980 w 1605470"/>
              <a:gd name="connsiteY159" fmla="*/ 1189033 h 6858000"/>
              <a:gd name="connsiteX160" fmla="*/ 348665 w 1605470"/>
              <a:gd name="connsiteY160" fmla="*/ 1168288 h 6858000"/>
              <a:gd name="connsiteX161" fmla="*/ 340947 w 1605470"/>
              <a:gd name="connsiteY161" fmla="*/ 1142577 h 6858000"/>
              <a:gd name="connsiteX162" fmla="*/ 330253 w 1605470"/>
              <a:gd name="connsiteY162" fmla="*/ 1088484 h 6858000"/>
              <a:gd name="connsiteX163" fmla="*/ 336360 w 1605470"/>
              <a:gd name="connsiteY163" fmla="*/ 1045131 h 6858000"/>
              <a:gd name="connsiteX164" fmla="*/ 322475 w 1605470"/>
              <a:gd name="connsiteY164" fmla="*/ 1002093 h 6858000"/>
              <a:gd name="connsiteX165" fmla="*/ 320445 w 1605470"/>
              <a:gd name="connsiteY165" fmla="*/ 932283 h 6858000"/>
              <a:gd name="connsiteX166" fmla="*/ 322681 w 1605470"/>
              <a:gd name="connsiteY166" fmla="*/ 915925 h 6858000"/>
              <a:gd name="connsiteX167" fmla="*/ 315310 w 1605470"/>
              <a:gd name="connsiteY167" fmla="*/ 896999 h 6858000"/>
              <a:gd name="connsiteX168" fmla="*/ 284718 w 1605470"/>
              <a:gd name="connsiteY168" fmla="*/ 821517 h 6858000"/>
              <a:gd name="connsiteX169" fmla="*/ 263668 w 1605470"/>
              <a:gd name="connsiteY169" fmla="*/ 751353 h 6858000"/>
              <a:gd name="connsiteX170" fmla="*/ 254540 w 1605470"/>
              <a:gd name="connsiteY170" fmla="*/ 741965 h 6858000"/>
              <a:gd name="connsiteX171" fmla="*/ 252501 w 1605470"/>
              <a:gd name="connsiteY171" fmla="*/ 724635 h 6858000"/>
              <a:gd name="connsiteX172" fmla="*/ 248897 w 1605470"/>
              <a:gd name="connsiteY172" fmla="*/ 681659 h 6858000"/>
              <a:gd name="connsiteX173" fmla="*/ 234316 w 1605470"/>
              <a:gd name="connsiteY173" fmla="*/ 635218 h 6858000"/>
              <a:gd name="connsiteX174" fmla="*/ 239327 w 1605470"/>
              <a:gd name="connsiteY174" fmla="*/ 613763 h 6858000"/>
              <a:gd name="connsiteX175" fmla="*/ 225269 w 1605470"/>
              <a:gd name="connsiteY175" fmla="*/ 598582 h 6858000"/>
              <a:gd name="connsiteX176" fmla="*/ 224950 w 1605470"/>
              <a:gd name="connsiteY176" fmla="*/ 576846 h 6858000"/>
              <a:gd name="connsiteX177" fmla="*/ 204632 w 1605470"/>
              <a:gd name="connsiteY177" fmla="*/ 553868 h 6858000"/>
              <a:gd name="connsiteX178" fmla="*/ 239317 w 1605470"/>
              <a:gd name="connsiteY178" fmla="*/ 517614 h 6858000"/>
              <a:gd name="connsiteX179" fmla="*/ 201693 w 1605470"/>
              <a:gd name="connsiteY179" fmla="*/ 469651 h 6858000"/>
              <a:gd name="connsiteX180" fmla="*/ 195012 w 1605470"/>
              <a:gd name="connsiteY180" fmla="*/ 448559 h 6858000"/>
              <a:gd name="connsiteX181" fmla="*/ 201434 w 1605470"/>
              <a:gd name="connsiteY181" fmla="*/ 441529 h 6858000"/>
              <a:gd name="connsiteX182" fmla="*/ 200655 w 1605470"/>
              <a:gd name="connsiteY182" fmla="*/ 428927 h 6858000"/>
              <a:gd name="connsiteX183" fmla="*/ 190059 w 1605470"/>
              <a:gd name="connsiteY183" fmla="*/ 430161 h 6858000"/>
              <a:gd name="connsiteX184" fmla="*/ 184450 w 1605470"/>
              <a:gd name="connsiteY184" fmla="*/ 396240 h 6858000"/>
              <a:gd name="connsiteX185" fmla="*/ 146196 w 1605470"/>
              <a:gd name="connsiteY185" fmla="*/ 358810 h 6858000"/>
              <a:gd name="connsiteX186" fmla="*/ 124571 w 1605470"/>
              <a:gd name="connsiteY186" fmla="*/ 302178 h 6858000"/>
              <a:gd name="connsiteX187" fmla="*/ 103243 w 1605470"/>
              <a:gd name="connsiteY187" fmla="*/ 211375 h 6858000"/>
              <a:gd name="connsiteX188" fmla="*/ 94571 w 1605470"/>
              <a:gd name="connsiteY188" fmla="*/ 184179 h 6858000"/>
              <a:gd name="connsiteX189" fmla="*/ 13437 w 1605470"/>
              <a:gd name="connsiteY189" fmla="*/ 19287 h 6858000"/>
              <a:gd name="connsiteX190" fmla="*/ 0 w 1605470"/>
              <a:gd name="connsiteY19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20507 w 1605470"/>
              <a:gd name="connsiteY156" fmla="*/ 1347099 h 6858000"/>
              <a:gd name="connsiteX157" fmla="*/ 342792 w 1605470"/>
              <a:gd name="connsiteY157" fmla="*/ 1307086 h 6858000"/>
              <a:gd name="connsiteX158" fmla="*/ 343980 w 1605470"/>
              <a:gd name="connsiteY158" fmla="*/ 1189033 h 6858000"/>
              <a:gd name="connsiteX159" fmla="*/ 348665 w 1605470"/>
              <a:gd name="connsiteY159" fmla="*/ 1168288 h 6858000"/>
              <a:gd name="connsiteX160" fmla="*/ 340947 w 1605470"/>
              <a:gd name="connsiteY160" fmla="*/ 1142577 h 6858000"/>
              <a:gd name="connsiteX161" fmla="*/ 330253 w 1605470"/>
              <a:gd name="connsiteY161" fmla="*/ 1088484 h 6858000"/>
              <a:gd name="connsiteX162" fmla="*/ 336360 w 1605470"/>
              <a:gd name="connsiteY162" fmla="*/ 1045131 h 6858000"/>
              <a:gd name="connsiteX163" fmla="*/ 322475 w 1605470"/>
              <a:gd name="connsiteY163" fmla="*/ 1002093 h 6858000"/>
              <a:gd name="connsiteX164" fmla="*/ 320445 w 1605470"/>
              <a:gd name="connsiteY164" fmla="*/ 932283 h 6858000"/>
              <a:gd name="connsiteX165" fmla="*/ 322681 w 1605470"/>
              <a:gd name="connsiteY165" fmla="*/ 915925 h 6858000"/>
              <a:gd name="connsiteX166" fmla="*/ 315310 w 1605470"/>
              <a:gd name="connsiteY166" fmla="*/ 896999 h 6858000"/>
              <a:gd name="connsiteX167" fmla="*/ 284718 w 1605470"/>
              <a:gd name="connsiteY167" fmla="*/ 821517 h 6858000"/>
              <a:gd name="connsiteX168" fmla="*/ 263668 w 1605470"/>
              <a:gd name="connsiteY168" fmla="*/ 751353 h 6858000"/>
              <a:gd name="connsiteX169" fmla="*/ 254540 w 1605470"/>
              <a:gd name="connsiteY169" fmla="*/ 741965 h 6858000"/>
              <a:gd name="connsiteX170" fmla="*/ 252501 w 1605470"/>
              <a:gd name="connsiteY170" fmla="*/ 724635 h 6858000"/>
              <a:gd name="connsiteX171" fmla="*/ 248897 w 1605470"/>
              <a:gd name="connsiteY171" fmla="*/ 681659 h 6858000"/>
              <a:gd name="connsiteX172" fmla="*/ 234316 w 1605470"/>
              <a:gd name="connsiteY172" fmla="*/ 635218 h 6858000"/>
              <a:gd name="connsiteX173" fmla="*/ 239327 w 1605470"/>
              <a:gd name="connsiteY173" fmla="*/ 613763 h 6858000"/>
              <a:gd name="connsiteX174" fmla="*/ 225269 w 1605470"/>
              <a:gd name="connsiteY174" fmla="*/ 598582 h 6858000"/>
              <a:gd name="connsiteX175" fmla="*/ 224950 w 1605470"/>
              <a:gd name="connsiteY175" fmla="*/ 576846 h 6858000"/>
              <a:gd name="connsiteX176" fmla="*/ 204632 w 1605470"/>
              <a:gd name="connsiteY176" fmla="*/ 553868 h 6858000"/>
              <a:gd name="connsiteX177" fmla="*/ 239317 w 1605470"/>
              <a:gd name="connsiteY177" fmla="*/ 517614 h 6858000"/>
              <a:gd name="connsiteX178" fmla="*/ 201693 w 1605470"/>
              <a:gd name="connsiteY178" fmla="*/ 469651 h 6858000"/>
              <a:gd name="connsiteX179" fmla="*/ 195012 w 1605470"/>
              <a:gd name="connsiteY179" fmla="*/ 448559 h 6858000"/>
              <a:gd name="connsiteX180" fmla="*/ 201434 w 1605470"/>
              <a:gd name="connsiteY180" fmla="*/ 441529 h 6858000"/>
              <a:gd name="connsiteX181" fmla="*/ 200655 w 1605470"/>
              <a:gd name="connsiteY181" fmla="*/ 428927 h 6858000"/>
              <a:gd name="connsiteX182" fmla="*/ 190059 w 1605470"/>
              <a:gd name="connsiteY182" fmla="*/ 430161 h 6858000"/>
              <a:gd name="connsiteX183" fmla="*/ 184450 w 1605470"/>
              <a:gd name="connsiteY183" fmla="*/ 396240 h 6858000"/>
              <a:gd name="connsiteX184" fmla="*/ 146196 w 1605470"/>
              <a:gd name="connsiteY184" fmla="*/ 358810 h 6858000"/>
              <a:gd name="connsiteX185" fmla="*/ 124571 w 1605470"/>
              <a:gd name="connsiteY185" fmla="*/ 302178 h 6858000"/>
              <a:gd name="connsiteX186" fmla="*/ 103243 w 1605470"/>
              <a:gd name="connsiteY186" fmla="*/ 211375 h 6858000"/>
              <a:gd name="connsiteX187" fmla="*/ 94571 w 1605470"/>
              <a:gd name="connsiteY187" fmla="*/ 184179 h 6858000"/>
              <a:gd name="connsiteX188" fmla="*/ 13437 w 1605470"/>
              <a:gd name="connsiteY188" fmla="*/ 19287 h 6858000"/>
              <a:gd name="connsiteX189" fmla="*/ 0 w 1605470"/>
              <a:gd name="connsiteY18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25799 w 1605470"/>
              <a:gd name="connsiteY155" fmla="*/ 1357181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52501 w 1605470"/>
              <a:gd name="connsiteY169" fmla="*/ 724635 h 6858000"/>
              <a:gd name="connsiteX170" fmla="*/ 248897 w 1605470"/>
              <a:gd name="connsiteY170" fmla="*/ 681659 h 6858000"/>
              <a:gd name="connsiteX171" fmla="*/ 234316 w 1605470"/>
              <a:gd name="connsiteY171" fmla="*/ 635218 h 6858000"/>
              <a:gd name="connsiteX172" fmla="*/ 239327 w 1605470"/>
              <a:gd name="connsiteY172" fmla="*/ 613763 h 6858000"/>
              <a:gd name="connsiteX173" fmla="*/ 225269 w 1605470"/>
              <a:gd name="connsiteY173" fmla="*/ 598582 h 6858000"/>
              <a:gd name="connsiteX174" fmla="*/ 224950 w 1605470"/>
              <a:gd name="connsiteY174" fmla="*/ 576846 h 6858000"/>
              <a:gd name="connsiteX175" fmla="*/ 204632 w 1605470"/>
              <a:gd name="connsiteY175" fmla="*/ 553868 h 6858000"/>
              <a:gd name="connsiteX176" fmla="*/ 239317 w 1605470"/>
              <a:gd name="connsiteY176" fmla="*/ 517614 h 6858000"/>
              <a:gd name="connsiteX177" fmla="*/ 201693 w 1605470"/>
              <a:gd name="connsiteY177" fmla="*/ 469651 h 6858000"/>
              <a:gd name="connsiteX178" fmla="*/ 195012 w 1605470"/>
              <a:gd name="connsiteY178" fmla="*/ 448559 h 6858000"/>
              <a:gd name="connsiteX179" fmla="*/ 201434 w 1605470"/>
              <a:gd name="connsiteY179" fmla="*/ 441529 h 6858000"/>
              <a:gd name="connsiteX180" fmla="*/ 200655 w 1605470"/>
              <a:gd name="connsiteY180" fmla="*/ 428927 h 6858000"/>
              <a:gd name="connsiteX181" fmla="*/ 190059 w 1605470"/>
              <a:gd name="connsiteY181" fmla="*/ 430161 h 6858000"/>
              <a:gd name="connsiteX182" fmla="*/ 184450 w 1605470"/>
              <a:gd name="connsiteY182" fmla="*/ 396240 h 6858000"/>
              <a:gd name="connsiteX183" fmla="*/ 146196 w 1605470"/>
              <a:gd name="connsiteY183" fmla="*/ 358810 h 6858000"/>
              <a:gd name="connsiteX184" fmla="*/ 124571 w 1605470"/>
              <a:gd name="connsiteY184" fmla="*/ 302178 h 6858000"/>
              <a:gd name="connsiteX185" fmla="*/ 103243 w 1605470"/>
              <a:gd name="connsiteY185" fmla="*/ 211375 h 6858000"/>
              <a:gd name="connsiteX186" fmla="*/ 94571 w 1605470"/>
              <a:gd name="connsiteY186" fmla="*/ 184179 h 6858000"/>
              <a:gd name="connsiteX187" fmla="*/ 13437 w 1605470"/>
              <a:gd name="connsiteY187" fmla="*/ 19287 h 6858000"/>
              <a:gd name="connsiteX188" fmla="*/ 0 w 1605470"/>
              <a:gd name="connsiteY18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632 w 1605470"/>
              <a:gd name="connsiteY174" fmla="*/ 553868 h 6858000"/>
              <a:gd name="connsiteX175" fmla="*/ 239317 w 1605470"/>
              <a:gd name="connsiteY175" fmla="*/ 517614 h 6858000"/>
              <a:gd name="connsiteX176" fmla="*/ 201693 w 1605470"/>
              <a:gd name="connsiteY176" fmla="*/ 469651 h 6858000"/>
              <a:gd name="connsiteX177" fmla="*/ 195012 w 1605470"/>
              <a:gd name="connsiteY177" fmla="*/ 448559 h 6858000"/>
              <a:gd name="connsiteX178" fmla="*/ 201434 w 1605470"/>
              <a:gd name="connsiteY178" fmla="*/ 441529 h 6858000"/>
              <a:gd name="connsiteX179" fmla="*/ 200655 w 1605470"/>
              <a:gd name="connsiteY179" fmla="*/ 428927 h 6858000"/>
              <a:gd name="connsiteX180" fmla="*/ 190059 w 1605470"/>
              <a:gd name="connsiteY180" fmla="*/ 430161 h 6858000"/>
              <a:gd name="connsiteX181" fmla="*/ 184450 w 1605470"/>
              <a:gd name="connsiteY181" fmla="*/ 396240 h 6858000"/>
              <a:gd name="connsiteX182" fmla="*/ 146196 w 1605470"/>
              <a:gd name="connsiteY182" fmla="*/ 358810 h 6858000"/>
              <a:gd name="connsiteX183" fmla="*/ 124571 w 1605470"/>
              <a:gd name="connsiteY183" fmla="*/ 302178 h 6858000"/>
              <a:gd name="connsiteX184" fmla="*/ 103243 w 1605470"/>
              <a:gd name="connsiteY184" fmla="*/ 211375 h 6858000"/>
              <a:gd name="connsiteX185" fmla="*/ 94571 w 1605470"/>
              <a:gd name="connsiteY185" fmla="*/ 184179 h 6858000"/>
              <a:gd name="connsiteX186" fmla="*/ 13437 w 1605470"/>
              <a:gd name="connsiteY186" fmla="*/ 19287 h 6858000"/>
              <a:gd name="connsiteX187" fmla="*/ 0 w 1605470"/>
              <a:gd name="connsiteY18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46196 w 1605470"/>
              <a:gd name="connsiteY181" fmla="*/ 358810 h 6858000"/>
              <a:gd name="connsiteX182" fmla="*/ 124571 w 1605470"/>
              <a:gd name="connsiteY182" fmla="*/ 302178 h 6858000"/>
              <a:gd name="connsiteX183" fmla="*/ 103243 w 1605470"/>
              <a:gd name="connsiteY183" fmla="*/ 211375 h 6858000"/>
              <a:gd name="connsiteX184" fmla="*/ 94571 w 1605470"/>
              <a:gd name="connsiteY184" fmla="*/ 184179 h 6858000"/>
              <a:gd name="connsiteX185" fmla="*/ 13437 w 1605470"/>
              <a:gd name="connsiteY185" fmla="*/ 19287 h 6858000"/>
              <a:gd name="connsiteX186" fmla="*/ 0 w 1605470"/>
              <a:gd name="connsiteY18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84450 w 1605470"/>
              <a:gd name="connsiteY180" fmla="*/ 396240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01693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39317 w 1605470"/>
              <a:gd name="connsiteY174" fmla="*/ 517614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2475 w 1605470"/>
              <a:gd name="connsiteY162" fmla="*/ 1002093 h 6858000"/>
              <a:gd name="connsiteX163" fmla="*/ 320445 w 1605470"/>
              <a:gd name="connsiteY163" fmla="*/ 932283 h 6858000"/>
              <a:gd name="connsiteX164" fmla="*/ 322681 w 1605470"/>
              <a:gd name="connsiteY164" fmla="*/ 915925 h 6858000"/>
              <a:gd name="connsiteX165" fmla="*/ 315310 w 1605470"/>
              <a:gd name="connsiteY165" fmla="*/ 896999 h 6858000"/>
              <a:gd name="connsiteX166" fmla="*/ 284718 w 1605470"/>
              <a:gd name="connsiteY166" fmla="*/ 821517 h 6858000"/>
              <a:gd name="connsiteX167" fmla="*/ 263668 w 1605470"/>
              <a:gd name="connsiteY167" fmla="*/ 751353 h 6858000"/>
              <a:gd name="connsiteX168" fmla="*/ 254540 w 1605470"/>
              <a:gd name="connsiteY168" fmla="*/ 741965 h 6858000"/>
              <a:gd name="connsiteX169" fmla="*/ 248897 w 1605470"/>
              <a:gd name="connsiteY169" fmla="*/ 681659 h 6858000"/>
              <a:gd name="connsiteX170" fmla="*/ 234316 w 1605470"/>
              <a:gd name="connsiteY170" fmla="*/ 635218 h 6858000"/>
              <a:gd name="connsiteX171" fmla="*/ 239327 w 1605470"/>
              <a:gd name="connsiteY171" fmla="*/ 613763 h 6858000"/>
              <a:gd name="connsiteX172" fmla="*/ 225269 w 1605470"/>
              <a:gd name="connsiteY172" fmla="*/ 598582 h 6858000"/>
              <a:gd name="connsiteX173" fmla="*/ 224950 w 1605470"/>
              <a:gd name="connsiteY173" fmla="*/ 576846 h 6858000"/>
              <a:gd name="connsiteX174" fmla="*/ 204576 w 1605470"/>
              <a:gd name="connsiteY174" fmla="*/ 530055 h 6858000"/>
              <a:gd name="connsiteX175" fmla="*/ 219064 w 1605470"/>
              <a:gd name="connsiteY175" fmla="*/ 469651 h 6858000"/>
              <a:gd name="connsiteX176" fmla="*/ 195012 w 1605470"/>
              <a:gd name="connsiteY176" fmla="*/ 448559 h 6858000"/>
              <a:gd name="connsiteX177" fmla="*/ 201434 w 1605470"/>
              <a:gd name="connsiteY177" fmla="*/ 441529 h 6858000"/>
              <a:gd name="connsiteX178" fmla="*/ 200655 w 1605470"/>
              <a:gd name="connsiteY178" fmla="*/ 428927 h 6858000"/>
              <a:gd name="connsiteX179" fmla="*/ 190059 w 1605470"/>
              <a:gd name="connsiteY179" fmla="*/ 430161 h 6858000"/>
              <a:gd name="connsiteX180" fmla="*/ 167079 w 1605470"/>
              <a:gd name="connsiteY180" fmla="*/ 367211 h 6858000"/>
              <a:gd name="connsiteX181" fmla="*/ 124571 w 1605470"/>
              <a:gd name="connsiteY181" fmla="*/ 302178 h 6858000"/>
              <a:gd name="connsiteX182" fmla="*/ 103243 w 1605470"/>
              <a:gd name="connsiteY182" fmla="*/ 211375 h 6858000"/>
              <a:gd name="connsiteX183" fmla="*/ 94571 w 1605470"/>
              <a:gd name="connsiteY183" fmla="*/ 184179 h 6858000"/>
              <a:gd name="connsiteX184" fmla="*/ 13437 w 1605470"/>
              <a:gd name="connsiteY184" fmla="*/ 19287 h 6858000"/>
              <a:gd name="connsiteX185" fmla="*/ 0 w 1605470"/>
              <a:gd name="connsiteY18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36360 w 1605470"/>
              <a:gd name="connsiteY161" fmla="*/ 1045131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54540 w 1605470"/>
              <a:gd name="connsiteY167" fmla="*/ 741965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44412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596759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25179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30521 w 1605470"/>
              <a:gd name="connsiteY136" fmla="*/ 2422066 h 6858000"/>
              <a:gd name="connsiteX137" fmla="*/ 528878 w 1605470"/>
              <a:gd name="connsiteY137" fmla="*/ 2408971 h 6858000"/>
              <a:gd name="connsiteX138" fmla="*/ 535510 w 1605470"/>
              <a:gd name="connsiteY138" fmla="*/ 2402874 h 6858000"/>
              <a:gd name="connsiteX139" fmla="*/ 538122 w 1605470"/>
              <a:gd name="connsiteY139" fmla="*/ 2381443 h 6858000"/>
              <a:gd name="connsiteX140" fmla="*/ 514451 w 1605470"/>
              <a:gd name="connsiteY140" fmla="*/ 2261920 h 6858000"/>
              <a:gd name="connsiteX141" fmla="*/ 486968 w 1605470"/>
              <a:gd name="connsiteY141" fmla="*/ 2182937 h 6858000"/>
              <a:gd name="connsiteX142" fmla="*/ 488555 w 1605470"/>
              <a:gd name="connsiteY142" fmla="*/ 2155135 h 6858000"/>
              <a:gd name="connsiteX143" fmla="*/ 486013 w 1605470"/>
              <a:gd name="connsiteY143" fmla="*/ 2118008 h 6858000"/>
              <a:gd name="connsiteX144" fmla="*/ 487006 w 1605470"/>
              <a:gd name="connsiteY144" fmla="*/ 2050531 h 6858000"/>
              <a:gd name="connsiteX145" fmla="*/ 478812 w 1605470"/>
              <a:gd name="connsiteY145" fmla="*/ 1963269 h 6858000"/>
              <a:gd name="connsiteX146" fmla="*/ 442619 w 1605470"/>
              <a:gd name="connsiteY146" fmla="*/ 1910499 h 6858000"/>
              <a:gd name="connsiteX147" fmla="*/ 446785 w 1605470"/>
              <a:gd name="connsiteY147" fmla="*/ 1903212 h 6858000"/>
              <a:gd name="connsiteX148" fmla="*/ 436547 w 1605470"/>
              <a:gd name="connsiteY148" fmla="*/ 1861531 h 6858000"/>
              <a:gd name="connsiteX149" fmla="*/ 390346 w 1605470"/>
              <a:gd name="connsiteY149" fmla="*/ 1732919 h 6858000"/>
              <a:gd name="connsiteX150" fmla="*/ 362657 w 1605470"/>
              <a:gd name="connsiteY150" fmla="*/ 1663540 h 6858000"/>
              <a:gd name="connsiteX151" fmla="*/ 361783 w 1605470"/>
              <a:gd name="connsiteY151" fmla="*/ 1615777 h 6858000"/>
              <a:gd name="connsiteX152" fmla="*/ 342578 w 1605470"/>
              <a:gd name="connsiteY152" fmla="*/ 1563678 h 6858000"/>
              <a:gd name="connsiteX153" fmla="*/ 355658 w 1605470"/>
              <a:gd name="connsiteY153" fmla="*/ 1519474 h 6858000"/>
              <a:gd name="connsiteX154" fmla="*/ 348400 w 1605470"/>
              <a:gd name="connsiteY154" fmla="*/ 1477995 h 6858000"/>
              <a:gd name="connsiteX155" fmla="*/ 334485 w 1605470"/>
              <a:gd name="connsiteY155" fmla="*/ 1373769 h 6858000"/>
              <a:gd name="connsiteX156" fmla="*/ 342792 w 1605470"/>
              <a:gd name="connsiteY156" fmla="*/ 1307086 h 6858000"/>
              <a:gd name="connsiteX157" fmla="*/ 343980 w 1605470"/>
              <a:gd name="connsiteY157" fmla="*/ 1189033 h 6858000"/>
              <a:gd name="connsiteX158" fmla="*/ 348665 w 1605470"/>
              <a:gd name="connsiteY158" fmla="*/ 1168288 h 6858000"/>
              <a:gd name="connsiteX159" fmla="*/ 340947 w 1605470"/>
              <a:gd name="connsiteY159" fmla="*/ 1142577 h 6858000"/>
              <a:gd name="connsiteX160" fmla="*/ 330253 w 1605470"/>
              <a:gd name="connsiteY160" fmla="*/ 1088484 h 6858000"/>
              <a:gd name="connsiteX161" fmla="*/ 318989 w 1605470"/>
              <a:gd name="connsiteY161" fmla="*/ 1016103 h 6858000"/>
              <a:gd name="connsiteX162" fmla="*/ 320445 w 1605470"/>
              <a:gd name="connsiteY162" fmla="*/ 932283 h 6858000"/>
              <a:gd name="connsiteX163" fmla="*/ 322681 w 1605470"/>
              <a:gd name="connsiteY163" fmla="*/ 915925 h 6858000"/>
              <a:gd name="connsiteX164" fmla="*/ 315310 w 1605470"/>
              <a:gd name="connsiteY164" fmla="*/ 896999 h 6858000"/>
              <a:gd name="connsiteX165" fmla="*/ 284718 w 1605470"/>
              <a:gd name="connsiteY165" fmla="*/ 821517 h 6858000"/>
              <a:gd name="connsiteX166" fmla="*/ 263668 w 1605470"/>
              <a:gd name="connsiteY166" fmla="*/ 751353 h 6858000"/>
              <a:gd name="connsiteX167" fmla="*/ 263226 w 1605470"/>
              <a:gd name="connsiteY167" fmla="*/ 721230 h 6858000"/>
              <a:gd name="connsiteX168" fmla="*/ 248897 w 1605470"/>
              <a:gd name="connsiteY168" fmla="*/ 681659 h 6858000"/>
              <a:gd name="connsiteX169" fmla="*/ 234316 w 1605470"/>
              <a:gd name="connsiteY169" fmla="*/ 635218 h 6858000"/>
              <a:gd name="connsiteX170" fmla="*/ 239327 w 1605470"/>
              <a:gd name="connsiteY170" fmla="*/ 613763 h 6858000"/>
              <a:gd name="connsiteX171" fmla="*/ 225269 w 1605470"/>
              <a:gd name="connsiteY171" fmla="*/ 598582 h 6858000"/>
              <a:gd name="connsiteX172" fmla="*/ 224950 w 1605470"/>
              <a:gd name="connsiteY172" fmla="*/ 576846 h 6858000"/>
              <a:gd name="connsiteX173" fmla="*/ 204576 w 1605470"/>
              <a:gd name="connsiteY173" fmla="*/ 530055 h 6858000"/>
              <a:gd name="connsiteX174" fmla="*/ 219064 w 1605470"/>
              <a:gd name="connsiteY174" fmla="*/ 469651 h 6858000"/>
              <a:gd name="connsiteX175" fmla="*/ 195012 w 1605470"/>
              <a:gd name="connsiteY175" fmla="*/ 448559 h 6858000"/>
              <a:gd name="connsiteX176" fmla="*/ 201434 w 1605470"/>
              <a:gd name="connsiteY176" fmla="*/ 441529 h 6858000"/>
              <a:gd name="connsiteX177" fmla="*/ 200655 w 1605470"/>
              <a:gd name="connsiteY177" fmla="*/ 428927 h 6858000"/>
              <a:gd name="connsiteX178" fmla="*/ 190059 w 1605470"/>
              <a:gd name="connsiteY178" fmla="*/ 430161 h 6858000"/>
              <a:gd name="connsiteX179" fmla="*/ 167079 w 1605470"/>
              <a:gd name="connsiteY179" fmla="*/ 367211 h 6858000"/>
              <a:gd name="connsiteX180" fmla="*/ 124571 w 1605470"/>
              <a:gd name="connsiteY180" fmla="*/ 302178 h 6858000"/>
              <a:gd name="connsiteX181" fmla="*/ 103243 w 1605470"/>
              <a:gd name="connsiteY181" fmla="*/ 211375 h 6858000"/>
              <a:gd name="connsiteX182" fmla="*/ 94571 w 1605470"/>
              <a:gd name="connsiteY182" fmla="*/ 184179 h 6858000"/>
              <a:gd name="connsiteX183" fmla="*/ 13437 w 1605470"/>
              <a:gd name="connsiteY183" fmla="*/ 19287 h 6858000"/>
              <a:gd name="connsiteX184" fmla="*/ 0 w 1605470"/>
              <a:gd name="connsiteY18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1317 w 1605470"/>
              <a:gd name="connsiteY79" fmla="*/ 4346145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21848 w 1605470"/>
              <a:gd name="connsiteY81" fmla="*/ 4061253 h 6858000"/>
              <a:gd name="connsiteX82" fmla="*/ 710868 w 1605470"/>
              <a:gd name="connsiteY82" fmla="*/ 4048827 h 6858000"/>
              <a:gd name="connsiteX83" fmla="*/ 704810 w 1605470"/>
              <a:gd name="connsiteY83" fmla="*/ 4033999 h 6858000"/>
              <a:gd name="connsiteX84" fmla="*/ 705959 w 1605470"/>
              <a:gd name="connsiteY84" fmla="*/ 4031933 h 6858000"/>
              <a:gd name="connsiteX85" fmla="*/ 704535 w 1605470"/>
              <a:gd name="connsiteY85" fmla="*/ 4013953 h 6858000"/>
              <a:gd name="connsiteX86" fmla="*/ 700443 w 1605470"/>
              <a:gd name="connsiteY86" fmla="*/ 4010511 h 6858000"/>
              <a:gd name="connsiteX87" fmla="*/ 698282 w 1605470"/>
              <a:gd name="connsiteY87" fmla="*/ 3998331 h 6858000"/>
              <a:gd name="connsiteX88" fmla="*/ 690830 w 1605470"/>
              <a:gd name="connsiteY88" fmla="*/ 3974753 h 6858000"/>
              <a:gd name="connsiteX89" fmla="*/ 692428 w 1605470"/>
              <a:gd name="connsiteY89" fmla="*/ 3969950 h 6858000"/>
              <a:gd name="connsiteX90" fmla="*/ 685850 w 1605470"/>
              <a:gd name="connsiteY90" fmla="*/ 3933779 h 6858000"/>
              <a:gd name="connsiteX91" fmla="*/ 687181 w 1605470"/>
              <a:gd name="connsiteY91" fmla="*/ 3933093 h 6858000"/>
              <a:gd name="connsiteX92" fmla="*/ 691535 w 1605470"/>
              <a:gd name="connsiteY92" fmla="*/ 3922082 h 6858000"/>
              <a:gd name="connsiteX93" fmla="*/ 696613 w 1605470"/>
              <a:gd name="connsiteY93" fmla="*/ 3901461 h 6858000"/>
              <a:gd name="connsiteX94" fmla="*/ 725908 w 1605470"/>
              <a:gd name="connsiteY94" fmla="*/ 3851605 h 6858000"/>
              <a:gd name="connsiteX95" fmla="*/ 719207 w 1605470"/>
              <a:gd name="connsiteY95" fmla="*/ 3813873 h 6858000"/>
              <a:gd name="connsiteX96" fmla="*/ 718632 w 1605470"/>
              <a:gd name="connsiteY96" fmla="*/ 3806161 h 6858000"/>
              <a:gd name="connsiteX97" fmla="*/ 718939 w 1605470"/>
              <a:gd name="connsiteY97" fmla="*/ 3805957 h 6858000"/>
              <a:gd name="connsiteX98" fmla="*/ 718966 w 1605470"/>
              <a:gd name="connsiteY98" fmla="*/ 3797724 h 6858000"/>
              <a:gd name="connsiteX99" fmla="*/ 717581 w 1605470"/>
              <a:gd name="connsiteY99" fmla="*/ 3792098 h 6858000"/>
              <a:gd name="connsiteX100" fmla="*/ 716465 w 1605470"/>
              <a:gd name="connsiteY100" fmla="*/ 3777135 h 6858000"/>
              <a:gd name="connsiteX101" fmla="*/ 718198 w 1605470"/>
              <a:gd name="connsiteY101" fmla="*/ 3771656 h 6858000"/>
              <a:gd name="connsiteX102" fmla="*/ 721941 w 1605470"/>
              <a:gd name="connsiteY102" fmla="*/ 3769007 h 6858000"/>
              <a:gd name="connsiteX103" fmla="*/ 721407 w 1605470"/>
              <a:gd name="connsiteY103" fmla="*/ 3767709 h 6858000"/>
              <a:gd name="connsiteX104" fmla="*/ 730103 w 1605470"/>
              <a:gd name="connsiteY104" fmla="*/ 3738082 h 6858000"/>
              <a:gd name="connsiteX105" fmla="*/ 737449 w 1605470"/>
              <a:gd name="connsiteY105" fmla="*/ 3673397 h 6858000"/>
              <a:gd name="connsiteX106" fmla="*/ 736745 w 1605470"/>
              <a:gd name="connsiteY106" fmla="*/ 3637109 h 6858000"/>
              <a:gd name="connsiteX107" fmla="*/ 740188 w 1605470"/>
              <a:gd name="connsiteY107" fmla="*/ 3536883 h 6858000"/>
              <a:gd name="connsiteX108" fmla="*/ 747726 w 1605470"/>
              <a:gd name="connsiteY108" fmla="*/ 3435652 h 6858000"/>
              <a:gd name="connsiteX109" fmla="*/ 774383 w 1605470"/>
              <a:gd name="connsiteY109" fmla="*/ 3381564 h 6858000"/>
              <a:gd name="connsiteX110" fmla="*/ 774870 w 1605470"/>
              <a:gd name="connsiteY110" fmla="*/ 3375761 h 6858000"/>
              <a:gd name="connsiteX111" fmla="*/ 770510 w 1605470"/>
              <a:gd name="connsiteY111" fmla="*/ 3361844 h 6858000"/>
              <a:gd name="connsiteX112" fmla="*/ 767933 w 1605470"/>
              <a:gd name="connsiteY112" fmla="*/ 3356929 h 6858000"/>
              <a:gd name="connsiteX113" fmla="*/ 766158 w 1605470"/>
              <a:gd name="connsiteY113" fmla="*/ 3349058 h 6858000"/>
              <a:gd name="connsiteX114" fmla="*/ 766414 w 1605470"/>
              <a:gd name="connsiteY114" fmla="*/ 3348763 h 6858000"/>
              <a:gd name="connsiteX115" fmla="*/ 764166 w 1605470"/>
              <a:gd name="connsiteY115" fmla="*/ 3341588 h 6858000"/>
              <a:gd name="connsiteX116" fmla="*/ 749397 w 1605470"/>
              <a:gd name="connsiteY116" fmla="*/ 3307769 h 6858000"/>
              <a:gd name="connsiteX117" fmla="*/ 766960 w 1605470"/>
              <a:gd name="connsiteY117" fmla="*/ 3250522 h 6858000"/>
              <a:gd name="connsiteX118" fmla="*/ 767385 w 1605470"/>
              <a:gd name="connsiteY118" fmla="*/ 3229163 h 6858000"/>
              <a:gd name="connsiteX119" fmla="*/ 769208 w 1605470"/>
              <a:gd name="connsiteY119" fmla="*/ 3217217 h 6858000"/>
              <a:gd name="connsiteX120" fmla="*/ 770350 w 1605470"/>
              <a:gd name="connsiteY120" fmla="*/ 3216125 h 6858000"/>
              <a:gd name="connsiteX121" fmla="*/ 756043 w 1605470"/>
              <a:gd name="connsiteY121" fmla="*/ 3183755 h 6858000"/>
              <a:gd name="connsiteX122" fmla="*/ 756544 w 1605470"/>
              <a:gd name="connsiteY122" fmla="*/ 3178642 h 6858000"/>
              <a:gd name="connsiteX123" fmla="*/ 744144 w 1605470"/>
              <a:gd name="connsiteY123" fmla="*/ 3158586 h 6858000"/>
              <a:gd name="connsiteX124" fmla="*/ 739378 w 1605470"/>
              <a:gd name="connsiteY124" fmla="*/ 3147669 h 6858000"/>
              <a:gd name="connsiteX125" fmla="*/ 734648 w 1605470"/>
              <a:gd name="connsiteY125" fmla="*/ 3145733 h 6858000"/>
              <a:gd name="connsiteX126" fmla="*/ 729329 w 1605470"/>
              <a:gd name="connsiteY126" fmla="*/ 3129034 h 6858000"/>
              <a:gd name="connsiteX127" fmla="*/ 729994 w 1605470"/>
              <a:gd name="connsiteY127" fmla="*/ 3126682 h 6858000"/>
              <a:gd name="connsiteX128" fmla="*/ 720862 w 1605470"/>
              <a:gd name="connsiteY128" fmla="*/ 3114519 h 6858000"/>
              <a:gd name="connsiteX129" fmla="*/ 707471 w 1605470"/>
              <a:gd name="connsiteY129" fmla="*/ 3106272 h 6858000"/>
              <a:gd name="connsiteX130" fmla="*/ 680201 w 1605470"/>
              <a:gd name="connsiteY130" fmla="*/ 2958185 h 6858000"/>
              <a:gd name="connsiteX131" fmla="*/ 622815 w 1605470"/>
              <a:gd name="connsiteY131" fmla="*/ 2762989 h 6858000"/>
              <a:gd name="connsiteX132" fmla="*/ 571733 w 1605470"/>
              <a:gd name="connsiteY132" fmla="*/ 2554718 h 6858000"/>
              <a:gd name="connsiteX133" fmla="*/ 551827 w 1605470"/>
              <a:gd name="connsiteY133" fmla="*/ 2485734 h 6858000"/>
              <a:gd name="connsiteX134" fmla="*/ 542550 w 1605470"/>
              <a:gd name="connsiteY134" fmla="*/ 2447068 h 6858000"/>
              <a:gd name="connsiteX135" fmla="*/ 529511 w 1605470"/>
              <a:gd name="connsiteY135" fmla="*/ 2425819 h 6858000"/>
              <a:gd name="connsiteX136" fmla="*/ 528878 w 1605470"/>
              <a:gd name="connsiteY136" fmla="*/ 2408971 h 6858000"/>
              <a:gd name="connsiteX137" fmla="*/ 535510 w 1605470"/>
              <a:gd name="connsiteY137" fmla="*/ 2402874 h 6858000"/>
              <a:gd name="connsiteX138" fmla="*/ 538122 w 1605470"/>
              <a:gd name="connsiteY138" fmla="*/ 2381443 h 6858000"/>
              <a:gd name="connsiteX139" fmla="*/ 514451 w 1605470"/>
              <a:gd name="connsiteY139" fmla="*/ 2261920 h 6858000"/>
              <a:gd name="connsiteX140" fmla="*/ 486968 w 1605470"/>
              <a:gd name="connsiteY140" fmla="*/ 2182937 h 6858000"/>
              <a:gd name="connsiteX141" fmla="*/ 488555 w 1605470"/>
              <a:gd name="connsiteY141" fmla="*/ 2155135 h 6858000"/>
              <a:gd name="connsiteX142" fmla="*/ 486013 w 1605470"/>
              <a:gd name="connsiteY142" fmla="*/ 2118008 h 6858000"/>
              <a:gd name="connsiteX143" fmla="*/ 487006 w 1605470"/>
              <a:gd name="connsiteY143" fmla="*/ 2050531 h 6858000"/>
              <a:gd name="connsiteX144" fmla="*/ 478812 w 1605470"/>
              <a:gd name="connsiteY144" fmla="*/ 1963269 h 6858000"/>
              <a:gd name="connsiteX145" fmla="*/ 442619 w 1605470"/>
              <a:gd name="connsiteY145" fmla="*/ 1910499 h 6858000"/>
              <a:gd name="connsiteX146" fmla="*/ 446785 w 1605470"/>
              <a:gd name="connsiteY146" fmla="*/ 1903212 h 6858000"/>
              <a:gd name="connsiteX147" fmla="*/ 436547 w 1605470"/>
              <a:gd name="connsiteY147" fmla="*/ 1861531 h 6858000"/>
              <a:gd name="connsiteX148" fmla="*/ 390346 w 1605470"/>
              <a:gd name="connsiteY148" fmla="*/ 1732919 h 6858000"/>
              <a:gd name="connsiteX149" fmla="*/ 362657 w 1605470"/>
              <a:gd name="connsiteY149" fmla="*/ 1663540 h 6858000"/>
              <a:gd name="connsiteX150" fmla="*/ 361783 w 1605470"/>
              <a:gd name="connsiteY150" fmla="*/ 1615777 h 6858000"/>
              <a:gd name="connsiteX151" fmla="*/ 342578 w 1605470"/>
              <a:gd name="connsiteY151" fmla="*/ 1563678 h 6858000"/>
              <a:gd name="connsiteX152" fmla="*/ 355658 w 1605470"/>
              <a:gd name="connsiteY152" fmla="*/ 1519474 h 6858000"/>
              <a:gd name="connsiteX153" fmla="*/ 348400 w 1605470"/>
              <a:gd name="connsiteY153" fmla="*/ 1477995 h 6858000"/>
              <a:gd name="connsiteX154" fmla="*/ 334485 w 1605470"/>
              <a:gd name="connsiteY154" fmla="*/ 1373769 h 6858000"/>
              <a:gd name="connsiteX155" fmla="*/ 342792 w 1605470"/>
              <a:gd name="connsiteY155" fmla="*/ 1307086 h 6858000"/>
              <a:gd name="connsiteX156" fmla="*/ 343980 w 1605470"/>
              <a:gd name="connsiteY156" fmla="*/ 1189033 h 6858000"/>
              <a:gd name="connsiteX157" fmla="*/ 348665 w 1605470"/>
              <a:gd name="connsiteY157" fmla="*/ 1168288 h 6858000"/>
              <a:gd name="connsiteX158" fmla="*/ 340947 w 1605470"/>
              <a:gd name="connsiteY158" fmla="*/ 1142577 h 6858000"/>
              <a:gd name="connsiteX159" fmla="*/ 330253 w 1605470"/>
              <a:gd name="connsiteY159" fmla="*/ 1088484 h 6858000"/>
              <a:gd name="connsiteX160" fmla="*/ 318989 w 1605470"/>
              <a:gd name="connsiteY160" fmla="*/ 1016103 h 6858000"/>
              <a:gd name="connsiteX161" fmla="*/ 320445 w 1605470"/>
              <a:gd name="connsiteY161" fmla="*/ 932283 h 6858000"/>
              <a:gd name="connsiteX162" fmla="*/ 322681 w 1605470"/>
              <a:gd name="connsiteY162" fmla="*/ 915925 h 6858000"/>
              <a:gd name="connsiteX163" fmla="*/ 315310 w 1605470"/>
              <a:gd name="connsiteY163" fmla="*/ 896999 h 6858000"/>
              <a:gd name="connsiteX164" fmla="*/ 284718 w 1605470"/>
              <a:gd name="connsiteY164" fmla="*/ 821517 h 6858000"/>
              <a:gd name="connsiteX165" fmla="*/ 263668 w 1605470"/>
              <a:gd name="connsiteY165" fmla="*/ 751353 h 6858000"/>
              <a:gd name="connsiteX166" fmla="*/ 263226 w 1605470"/>
              <a:gd name="connsiteY166" fmla="*/ 721230 h 6858000"/>
              <a:gd name="connsiteX167" fmla="*/ 248897 w 1605470"/>
              <a:gd name="connsiteY167" fmla="*/ 681659 h 6858000"/>
              <a:gd name="connsiteX168" fmla="*/ 234316 w 1605470"/>
              <a:gd name="connsiteY168" fmla="*/ 635218 h 6858000"/>
              <a:gd name="connsiteX169" fmla="*/ 239327 w 1605470"/>
              <a:gd name="connsiteY169" fmla="*/ 613763 h 6858000"/>
              <a:gd name="connsiteX170" fmla="*/ 225269 w 1605470"/>
              <a:gd name="connsiteY170" fmla="*/ 598582 h 6858000"/>
              <a:gd name="connsiteX171" fmla="*/ 224950 w 1605470"/>
              <a:gd name="connsiteY171" fmla="*/ 576846 h 6858000"/>
              <a:gd name="connsiteX172" fmla="*/ 204576 w 1605470"/>
              <a:gd name="connsiteY172" fmla="*/ 530055 h 6858000"/>
              <a:gd name="connsiteX173" fmla="*/ 219064 w 1605470"/>
              <a:gd name="connsiteY173" fmla="*/ 469651 h 6858000"/>
              <a:gd name="connsiteX174" fmla="*/ 195012 w 1605470"/>
              <a:gd name="connsiteY174" fmla="*/ 448559 h 6858000"/>
              <a:gd name="connsiteX175" fmla="*/ 201434 w 1605470"/>
              <a:gd name="connsiteY175" fmla="*/ 441529 h 6858000"/>
              <a:gd name="connsiteX176" fmla="*/ 200655 w 1605470"/>
              <a:gd name="connsiteY176" fmla="*/ 428927 h 6858000"/>
              <a:gd name="connsiteX177" fmla="*/ 190059 w 1605470"/>
              <a:gd name="connsiteY177" fmla="*/ 430161 h 6858000"/>
              <a:gd name="connsiteX178" fmla="*/ 167079 w 1605470"/>
              <a:gd name="connsiteY178" fmla="*/ 367211 h 6858000"/>
              <a:gd name="connsiteX179" fmla="*/ 124571 w 1605470"/>
              <a:gd name="connsiteY179" fmla="*/ 302178 h 6858000"/>
              <a:gd name="connsiteX180" fmla="*/ 103243 w 1605470"/>
              <a:gd name="connsiteY180" fmla="*/ 211375 h 6858000"/>
              <a:gd name="connsiteX181" fmla="*/ 94571 w 1605470"/>
              <a:gd name="connsiteY181" fmla="*/ 184179 h 6858000"/>
              <a:gd name="connsiteX182" fmla="*/ 13437 w 1605470"/>
              <a:gd name="connsiteY182" fmla="*/ 19287 h 6858000"/>
              <a:gd name="connsiteX183" fmla="*/ 0 w 1605470"/>
              <a:gd name="connsiteY18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0868 w 1605470"/>
              <a:gd name="connsiteY81" fmla="*/ 4048827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25908 w 1605470"/>
              <a:gd name="connsiteY93" fmla="*/ 3851605 h 6858000"/>
              <a:gd name="connsiteX94" fmla="*/ 719207 w 1605470"/>
              <a:gd name="connsiteY94" fmla="*/ 3813873 h 6858000"/>
              <a:gd name="connsiteX95" fmla="*/ 718632 w 1605470"/>
              <a:gd name="connsiteY95" fmla="*/ 3806161 h 6858000"/>
              <a:gd name="connsiteX96" fmla="*/ 718939 w 1605470"/>
              <a:gd name="connsiteY96" fmla="*/ 3805957 h 6858000"/>
              <a:gd name="connsiteX97" fmla="*/ 718966 w 1605470"/>
              <a:gd name="connsiteY97" fmla="*/ 3797724 h 6858000"/>
              <a:gd name="connsiteX98" fmla="*/ 717581 w 1605470"/>
              <a:gd name="connsiteY98" fmla="*/ 3792098 h 6858000"/>
              <a:gd name="connsiteX99" fmla="*/ 716465 w 1605470"/>
              <a:gd name="connsiteY99" fmla="*/ 3777135 h 6858000"/>
              <a:gd name="connsiteX100" fmla="*/ 718198 w 1605470"/>
              <a:gd name="connsiteY100" fmla="*/ 3771656 h 6858000"/>
              <a:gd name="connsiteX101" fmla="*/ 721941 w 1605470"/>
              <a:gd name="connsiteY101" fmla="*/ 3769007 h 6858000"/>
              <a:gd name="connsiteX102" fmla="*/ 721407 w 1605470"/>
              <a:gd name="connsiteY102" fmla="*/ 3767709 h 6858000"/>
              <a:gd name="connsiteX103" fmla="*/ 730103 w 1605470"/>
              <a:gd name="connsiteY103" fmla="*/ 3738082 h 6858000"/>
              <a:gd name="connsiteX104" fmla="*/ 737449 w 1605470"/>
              <a:gd name="connsiteY104" fmla="*/ 3673397 h 6858000"/>
              <a:gd name="connsiteX105" fmla="*/ 736745 w 1605470"/>
              <a:gd name="connsiteY105" fmla="*/ 3637109 h 6858000"/>
              <a:gd name="connsiteX106" fmla="*/ 740188 w 1605470"/>
              <a:gd name="connsiteY106" fmla="*/ 3536883 h 6858000"/>
              <a:gd name="connsiteX107" fmla="*/ 747726 w 1605470"/>
              <a:gd name="connsiteY107" fmla="*/ 3435652 h 6858000"/>
              <a:gd name="connsiteX108" fmla="*/ 774383 w 1605470"/>
              <a:gd name="connsiteY108" fmla="*/ 3381564 h 6858000"/>
              <a:gd name="connsiteX109" fmla="*/ 774870 w 1605470"/>
              <a:gd name="connsiteY109" fmla="*/ 3375761 h 6858000"/>
              <a:gd name="connsiteX110" fmla="*/ 770510 w 1605470"/>
              <a:gd name="connsiteY110" fmla="*/ 3361844 h 6858000"/>
              <a:gd name="connsiteX111" fmla="*/ 767933 w 1605470"/>
              <a:gd name="connsiteY111" fmla="*/ 3356929 h 6858000"/>
              <a:gd name="connsiteX112" fmla="*/ 766158 w 1605470"/>
              <a:gd name="connsiteY112" fmla="*/ 3349058 h 6858000"/>
              <a:gd name="connsiteX113" fmla="*/ 766414 w 1605470"/>
              <a:gd name="connsiteY113" fmla="*/ 3348763 h 6858000"/>
              <a:gd name="connsiteX114" fmla="*/ 764166 w 1605470"/>
              <a:gd name="connsiteY114" fmla="*/ 3341588 h 6858000"/>
              <a:gd name="connsiteX115" fmla="*/ 749397 w 1605470"/>
              <a:gd name="connsiteY115" fmla="*/ 3307769 h 6858000"/>
              <a:gd name="connsiteX116" fmla="*/ 766960 w 1605470"/>
              <a:gd name="connsiteY116" fmla="*/ 3250522 h 6858000"/>
              <a:gd name="connsiteX117" fmla="*/ 767385 w 1605470"/>
              <a:gd name="connsiteY117" fmla="*/ 3229163 h 6858000"/>
              <a:gd name="connsiteX118" fmla="*/ 769208 w 1605470"/>
              <a:gd name="connsiteY118" fmla="*/ 3217217 h 6858000"/>
              <a:gd name="connsiteX119" fmla="*/ 770350 w 1605470"/>
              <a:gd name="connsiteY119" fmla="*/ 3216125 h 6858000"/>
              <a:gd name="connsiteX120" fmla="*/ 756043 w 1605470"/>
              <a:gd name="connsiteY120" fmla="*/ 3183755 h 6858000"/>
              <a:gd name="connsiteX121" fmla="*/ 756544 w 1605470"/>
              <a:gd name="connsiteY121" fmla="*/ 3178642 h 6858000"/>
              <a:gd name="connsiteX122" fmla="*/ 744144 w 1605470"/>
              <a:gd name="connsiteY122" fmla="*/ 3158586 h 6858000"/>
              <a:gd name="connsiteX123" fmla="*/ 739378 w 1605470"/>
              <a:gd name="connsiteY123" fmla="*/ 3147669 h 6858000"/>
              <a:gd name="connsiteX124" fmla="*/ 734648 w 1605470"/>
              <a:gd name="connsiteY124" fmla="*/ 3145733 h 6858000"/>
              <a:gd name="connsiteX125" fmla="*/ 729329 w 1605470"/>
              <a:gd name="connsiteY125" fmla="*/ 3129034 h 6858000"/>
              <a:gd name="connsiteX126" fmla="*/ 729994 w 1605470"/>
              <a:gd name="connsiteY126" fmla="*/ 3126682 h 6858000"/>
              <a:gd name="connsiteX127" fmla="*/ 720862 w 1605470"/>
              <a:gd name="connsiteY127" fmla="*/ 3114519 h 6858000"/>
              <a:gd name="connsiteX128" fmla="*/ 707471 w 1605470"/>
              <a:gd name="connsiteY128" fmla="*/ 3106272 h 6858000"/>
              <a:gd name="connsiteX129" fmla="*/ 680201 w 1605470"/>
              <a:gd name="connsiteY129" fmla="*/ 2958185 h 6858000"/>
              <a:gd name="connsiteX130" fmla="*/ 622815 w 1605470"/>
              <a:gd name="connsiteY130" fmla="*/ 2762989 h 6858000"/>
              <a:gd name="connsiteX131" fmla="*/ 571733 w 1605470"/>
              <a:gd name="connsiteY131" fmla="*/ 2554718 h 6858000"/>
              <a:gd name="connsiteX132" fmla="*/ 551827 w 1605470"/>
              <a:gd name="connsiteY132" fmla="*/ 2485734 h 6858000"/>
              <a:gd name="connsiteX133" fmla="*/ 542550 w 1605470"/>
              <a:gd name="connsiteY133" fmla="*/ 2447068 h 6858000"/>
              <a:gd name="connsiteX134" fmla="*/ 529511 w 1605470"/>
              <a:gd name="connsiteY134" fmla="*/ 2425819 h 6858000"/>
              <a:gd name="connsiteX135" fmla="*/ 528878 w 1605470"/>
              <a:gd name="connsiteY135" fmla="*/ 2408971 h 6858000"/>
              <a:gd name="connsiteX136" fmla="*/ 535510 w 1605470"/>
              <a:gd name="connsiteY136" fmla="*/ 2402874 h 6858000"/>
              <a:gd name="connsiteX137" fmla="*/ 538122 w 1605470"/>
              <a:gd name="connsiteY137" fmla="*/ 2381443 h 6858000"/>
              <a:gd name="connsiteX138" fmla="*/ 514451 w 1605470"/>
              <a:gd name="connsiteY138" fmla="*/ 2261920 h 6858000"/>
              <a:gd name="connsiteX139" fmla="*/ 486968 w 1605470"/>
              <a:gd name="connsiteY139" fmla="*/ 2182937 h 6858000"/>
              <a:gd name="connsiteX140" fmla="*/ 488555 w 1605470"/>
              <a:gd name="connsiteY140" fmla="*/ 2155135 h 6858000"/>
              <a:gd name="connsiteX141" fmla="*/ 486013 w 1605470"/>
              <a:gd name="connsiteY141" fmla="*/ 2118008 h 6858000"/>
              <a:gd name="connsiteX142" fmla="*/ 487006 w 1605470"/>
              <a:gd name="connsiteY142" fmla="*/ 2050531 h 6858000"/>
              <a:gd name="connsiteX143" fmla="*/ 478812 w 1605470"/>
              <a:gd name="connsiteY143" fmla="*/ 1963269 h 6858000"/>
              <a:gd name="connsiteX144" fmla="*/ 442619 w 1605470"/>
              <a:gd name="connsiteY144" fmla="*/ 1910499 h 6858000"/>
              <a:gd name="connsiteX145" fmla="*/ 446785 w 1605470"/>
              <a:gd name="connsiteY145" fmla="*/ 1903212 h 6858000"/>
              <a:gd name="connsiteX146" fmla="*/ 436547 w 1605470"/>
              <a:gd name="connsiteY146" fmla="*/ 1861531 h 6858000"/>
              <a:gd name="connsiteX147" fmla="*/ 390346 w 1605470"/>
              <a:gd name="connsiteY147" fmla="*/ 1732919 h 6858000"/>
              <a:gd name="connsiteX148" fmla="*/ 362657 w 1605470"/>
              <a:gd name="connsiteY148" fmla="*/ 1663540 h 6858000"/>
              <a:gd name="connsiteX149" fmla="*/ 361783 w 1605470"/>
              <a:gd name="connsiteY149" fmla="*/ 1615777 h 6858000"/>
              <a:gd name="connsiteX150" fmla="*/ 342578 w 1605470"/>
              <a:gd name="connsiteY150" fmla="*/ 1563678 h 6858000"/>
              <a:gd name="connsiteX151" fmla="*/ 355658 w 1605470"/>
              <a:gd name="connsiteY151" fmla="*/ 1519474 h 6858000"/>
              <a:gd name="connsiteX152" fmla="*/ 348400 w 1605470"/>
              <a:gd name="connsiteY152" fmla="*/ 1477995 h 6858000"/>
              <a:gd name="connsiteX153" fmla="*/ 334485 w 1605470"/>
              <a:gd name="connsiteY153" fmla="*/ 1373769 h 6858000"/>
              <a:gd name="connsiteX154" fmla="*/ 342792 w 1605470"/>
              <a:gd name="connsiteY154" fmla="*/ 1307086 h 6858000"/>
              <a:gd name="connsiteX155" fmla="*/ 343980 w 1605470"/>
              <a:gd name="connsiteY155" fmla="*/ 1189033 h 6858000"/>
              <a:gd name="connsiteX156" fmla="*/ 348665 w 1605470"/>
              <a:gd name="connsiteY156" fmla="*/ 1168288 h 6858000"/>
              <a:gd name="connsiteX157" fmla="*/ 340947 w 1605470"/>
              <a:gd name="connsiteY157" fmla="*/ 1142577 h 6858000"/>
              <a:gd name="connsiteX158" fmla="*/ 330253 w 1605470"/>
              <a:gd name="connsiteY158" fmla="*/ 1088484 h 6858000"/>
              <a:gd name="connsiteX159" fmla="*/ 318989 w 1605470"/>
              <a:gd name="connsiteY159" fmla="*/ 1016103 h 6858000"/>
              <a:gd name="connsiteX160" fmla="*/ 320445 w 1605470"/>
              <a:gd name="connsiteY160" fmla="*/ 932283 h 6858000"/>
              <a:gd name="connsiteX161" fmla="*/ 322681 w 1605470"/>
              <a:gd name="connsiteY161" fmla="*/ 915925 h 6858000"/>
              <a:gd name="connsiteX162" fmla="*/ 315310 w 1605470"/>
              <a:gd name="connsiteY162" fmla="*/ 896999 h 6858000"/>
              <a:gd name="connsiteX163" fmla="*/ 284718 w 1605470"/>
              <a:gd name="connsiteY163" fmla="*/ 821517 h 6858000"/>
              <a:gd name="connsiteX164" fmla="*/ 263668 w 1605470"/>
              <a:gd name="connsiteY164" fmla="*/ 751353 h 6858000"/>
              <a:gd name="connsiteX165" fmla="*/ 263226 w 1605470"/>
              <a:gd name="connsiteY165" fmla="*/ 721230 h 6858000"/>
              <a:gd name="connsiteX166" fmla="*/ 248897 w 1605470"/>
              <a:gd name="connsiteY166" fmla="*/ 681659 h 6858000"/>
              <a:gd name="connsiteX167" fmla="*/ 234316 w 1605470"/>
              <a:gd name="connsiteY167" fmla="*/ 635218 h 6858000"/>
              <a:gd name="connsiteX168" fmla="*/ 239327 w 1605470"/>
              <a:gd name="connsiteY168" fmla="*/ 613763 h 6858000"/>
              <a:gd name="connsiteX169" fmla="*/ 225269 w 1605470"/>
              <a:gd name="connsiteY169" fmla="*/ 598582 h 6858000"/>
              <a:gd name="connsiteX170" fmla="*/ 224950 w 1605470"/>
              <a:gd name="connsiteY170" fmla="*/ 576846 h 6858000"/>
              <a:gd name="connsiteX171" fmla="*/ 204576 w 1605470"/>
              <a:gd name="connsiteY171" fmla="*/ 530055 h 6858000"/>
              <a:gd name="connsiteX172" fmla="*/ 219064 w 1605470"/>
              <a:gd name="connsiteY172" fmla="*/ 469651 h 6858000"/>
              <a:gd name="connsiteX173" fmla="*/ 195012 w 1605470"/>
              <a:gd name="connsiteY173" fmla="*/ 448559 h 6858000"/>
              <a:gd name="connsiteX174" fmla="*/ 201434 w 1605470"/>
              <a:gd name="connsiteY174" fmla="*/ 441529 h 6858000"/>
              <a:gd name="connsiteX175" fmla="*/ 200655 w 1605470"/>
              <a:gd name="connsiteY175" fmla="*/ 428927 h 6858000"/>
              <a:gd name="connsiteX176" fmla="*/ 190059 w 1605470"/>
              <a:gd name="connsiteY176" fmla="*/ 430161 h 6858000"/>
              <a:gd name="connsiteX177" fmla="*/ 167079 w 1605470"/>
              <a:gd name="connsiteY177" fmla="*/ 367211 h 6858000"/>
              <a:gd name="connsiteX178" fmla="*/ 124571 w 1605470"/>
              <a:gd name="connsiteY178" fmla="*/ 302178 h 6858000"/>
              <a:gd name="connsiteX179" fmla="*/ 103243 w 1605470"/>
              <a:gd name="connsiteY179" fmla="*/ 211375 h 6858000"/>
              <a:gd name="connsiteX180" fmla="*/ 94571 w 1605470"/>
              <a:gd name="connsiteY180" fmla="*/ 184179 h 6858000"/>
              <a:gd name="connsiteX181" fmla="*/ 13437 w 1605470"/>
              <a:gd name="connsiteY181" fmla="*/ 19287 h 6858000"/>
              <a:gd name="connsiteX182" fmla="*/ 0 w 1605470"/>
              <a:gd name="connsiteY18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65660 w 1605470"/>
              <a:gd name="connsiteY79" fmla="*/ 4308823 h 6858000"/>
              <a:gd name="connsiteX80" fmla="*/ 715481 w 1605470"/>
              <a:gd name="connsiteY80" fmla="*/ 4214165 h 6858000"/>
              <a:gd name="connsiteX81" fmla="*/ 719554 w 1605470"/>
              <a:gd name="connsiteY81" fmla="*/ 4090296 h 6858000"/>
              <a:gd name="connsiteX82" fmla="*/ 704810 w 1605470"/>
              <a:gd name="connsiteY82" fmla="*/ 4033999 h 6858000"/>
              <a:gd name="connsiteX83" fmla="*/ 705959 w 1605470"/>
              <a:gd name="connsiteY83" fmla="*/ 4031933 h 6858000"/>
              <a:gd name="connsiteX84" fmla="*/ 704535 w 1605470"/>
              <a:gd name="connsiteY84" fmla="*/ 4013953 h 6858000"/>
              <a:gd name="connsiteX85" fmla="*/ 700443 w 1605470"/>
              <a:gd name="connsiteY85" fmla="*/ 4010511 h 6858000"/>
              <a:gd name="connsiteX86" fmla="*/ 698282 w 1605470"/>
              <a:gd name="connsiteY86" fmla="*/ 3998331 h 6858000"/>
              <a:gd name="connsiteX87" fmla="*/ 690830 w 1605470"/>
              <a:gd name="connsiteY87" fmla="*/ 3974753 h 6858000"/>
              <a:gd name="connsiteX88" fmla="*/ 692428 w 1605470"/>
              <a:gd name="connsiteY88" fmla="*/ 3969950 h 6858000"/>
              <a:gd name="connsiteX89" fmla="*/ 685850 w 1605470"/>
              <a:gd name="connsiteY89" fmla="*/ 3933779 h 6858000"/>
              <a:gd name="connsiteX90" fmla="*/ 687181 w 1605470"/>
              <a:gd name="connsiteY90" fmla="*/ 3933093 h 6858000"/>
              <a:gd name="connsiteX91" fmla="*/ 691535 w 1605470"/>
              <a:gd name="connsiteY91" fmla="*/ 3922082 h 6858000"/>
              <a:gd name="connsiteX92" fmla="*/ 696613 w 1605470"/>
              <a:gd name="connsiteY92" fmla="*/ 3901461 h 6858000"/>
              <a:gd name="connsiteX93" fmla="*/ 719207 w 1605470"/>
              <a:gd name="connsiteY93" fmla="*/ 3813873 h 6858000"/>
              <a:gd name="connsiteX94" fmla="*/ 718632 w 1605470"/>
              <a:gd name="connsiteY94" fmla="*/ 3806161 h 6858000"/>
              <a:gd name="connsiteX95" fmla="*/ 718939 w 1605470"/>
              <a:gd name="connsiteY95" fmla="*/ 3805957 h 6858000"/>
              <a:gd name="connsiteX96" fmla="*/ 718966 w 1605470"/>
              <a:gd name="connsiteY96" fmla="*/ 3797724 h 6858000"/>
              <a:gd name="connsiteX97" fmla="*/ 717581 w 1605470"/>
              <a:gd name="connsiteY97" fmla="*/ 3792098 h 6858000"/>
              <a:gd name="connsiteX98" fmla="*/ 716465 w 1605470"/>
              <a:gd name="connsiteY98" fmla="*/ 3777135 h 6858000"/>
              <a:gd name="connsiteX99" fmla="*/ 718198 w 1605470"/>
              <a:gd name="connsiteY99" fmla="*/ 3771656 h 6858000"/>
              <a:gd name="connsiteX100" fmla="*/ 721941 w 1605470"/>
              <a:gd name="connsiteY100" fmla="*/ 3769007 h 6858000"/>
              <a:gd name="connsiteX101" fmla="*/ 721407 w 1605470"/>
              <a:gd name="connsiteY101" fmla="*/ 3767709 h 6858000"/>
              <a:gd name="connsiteX102" fmla="*/ 730103 w 1605470"/>
              <a:gd name="connsiteY102" fmla="*/ 3738082 h 6858000"/>
              <a:gd name="connsiteX103" fmla="*/ 737449 w 1605470"/>
              <a:gd name="connsiteY103" fmla="*/ 3673397 h 6858000"/>
              <a:gd name="connsiteX104" fmla="*/ 736745 w 1605470"/>
              <a:gd name="connsiteY104" fmla="*/ 3637109 h 6858000"/>
              <a:gd name="connsiteX105" fmla="*/ 740188 w 1605470"/>
              <a:gd name="connsiteY105" fmla="*/ 3536883 h 6858000"/>
              <a:gd name="connsiteX106" fmla="*/ 747726 w 1605470"/>
              <a:gd name="connsiteY106" fmla="*/ 3435652 h 6858000"/>
              <a:gd name="connsiteX107" fmla="*/ 774383 w 1605470"/>
              <a:gd name="connsiteY107" fmla="*/ 3381564 h 6858000"/>
              <a:gd name="connsiteX108" fmla="*/ 774870 w 1605470"/>
              <a:gd name="connsiteY108" fmla="*/ 3375761 h 6858000"/>
              <a:gd name="connsiteX109" fmla="*/ 770510 w 1605470"/>
              <a:gd name="connsiteY109" fmla="*/ 3361844 h 6858000"/>
              <a:gd name="connsiteX110" fmla="*/ 767933 w 1605470"/>
              <a:gd name="connsiteY110" fmla="*/ 3356929 h 6858000"/>
              <a:gd name="connsiteX111" fmla="*/ 766158 w 1605470"/>
              <a:gd name="connsiteY111" fmla="*/ 3349058 h 6858000"/>
              <a:gd name="connsiteX112" fmla="*/ 766414 w 1605470"/>
              <a:gd name="connsiteY112" fmla="*/ 3348763 h 6858000"/>
              <a:gd name="connsiteX113" fmla="*/ 764166 w 1605470"/>
              <a:gd name="connsiteY113" fmla="*/ 3341588 h 6858000"/>
              <a:gd name="connsiteX114" fmla="*/ 749397 w 1605470"/>
              <a:gd name="connsiteY114" fmla="*/ 3307769 h 6858000"/>
              <a:gd name="connsiteX115" fmla="*/ 766960 w 1605470"/>
              <a:gd name="connsiteY115" fmla="*/ 3250522 h 6858000"/>
              <a:gd name="connsiteX116" fmla="*/ 767385 w 1605470"/>
              <a:gd name="connsiteY116" fmla="*/ 3229163 h 6858000"/>
              <a:gd name="connsiteX117" fmla="*/ 769208 w 1605470"/>
              <a:gd name="connsiteY117" fmla="*/ 3217217 h 6858000"/>
              <a:gd name="connsiteX118" fmla="*/ 770350 w 1605470"/>
              <a:gd name="connsiteY118" fmla="*/ 3216125 h 6858000"/>
              <a:gd name="connsiteX119" fmla="*/ 756043 w 1605470"/>
              <a:gd name="connsiteY119" fmla="*/ 3183755 h 6858000"/>
              <a:gd name="connsiteX120" fmla="*/ 756544 w 1605470"/>
              <a:gd name="connsiteY120" fmla="*/ 3178642 h 6858000"/>
              <a:gd name="connsiteX121" fmla="*/ 744144 w 1605470"/>
              <a:gd name="connsiteY121" fmla="*/ 3158586 h 6858000"/>
              <a:gd name="connsiteX122" fmla="*/ 739378 w 1605470"/>
              <a:gd name="connsiteY122" fmla="*/ 3147669 h 6858000"/>
              <a:gd name="connsiteX123" fmla="*/ 734648 w 1605470"/>
              <a:gd name="connsiteY123" fmla="*/ 3145733 h 6858000"/>
              <a:gd name="connsiteX124" fmla="*/ 729329 w 1605470"/>
              <a:gd name="connsiteY124" fmla="*/ 3129034 h 6858000"/>
              <a:gd name="connsiteX125" fmla="*/ 729994 w 1605470"/>
              <a:gd name="connsiteY125" fmla="*/ 3126682 h 6858000"/>
              <a:gd name="connsiteX126" fmla="*/ 720862 w 1605470"/>
              <a:gd name="connsiteY126" fmla="*/ 3114519 h 6858000"/>
              <a:gd name="connsiteX127" fmla="*/ 707471 w 1605470"/>
              <a:gd name="connsiteY127" fmla="*/ 3106272 h 6858000"/>
              <a:gd name="connsiteX128" fmla="*/ 680201 w 1605470"/>
              <a:gd name="connsiteY128" fmla="*/ 2958185 h 6858000"/>
              <a:gd name="connsiteX129" fmla="*/ 622815 w 1605470"/>
              <a:gd name="connsiteY129" fmla="*/ 2762989 h 6858000"/>
              <a:gd name="connsiteX130" fmla="*/ 571733 w 1605470"/>
              <a:gd name="connsiteY130" fmla="*/ 2554718 h 6858000"/>
              <a:gd name="connsiteX131" fmla="*/ 551827 w 1605470"/>
              <a:gd name="connsiteY131" fmla="*/ 2485734 h 6858000"/>
              <a:gd name="connsiteX132" fmla="*/ 542550 w 1605470"/>
              <a:gd name="connsiteY132" fmla="*/ 2447068 h 6858000"/>
              <a:gd name="connsiteX133" fmla="*/ 529511 w 1605470"/>
              <a:gd name="connsiteY133" fmla="*/ 2425819 h 6858000"/>
              <a:gd name="connsiteX134" fmla="*/ 528878 w 1605470"/>
              <a:gd name="connsiteY134" fmla="*/ 2408971 h 6858000"/>
              <a:gd name="connsiteX135" fmla="*/ 535510 w 1605470"/>
              <a:gd name="connsiteY135" fmla="*/ 2402874 h 6858000"/>
              <a:gd name="connsiteX136" fmla="*/ 538122 w 1605470"/>
              <a:gd name="connsiteY136" fmla="*/ 2381443 h 6858000"/>
              <a:gd name="connsiteX137" fmla="*/ 514451 w 1605470"/>
              <a:gd name="connsiteY137" fmla="*/ 2261920 h 6858000"/>
              <a:gd name="connsiteX138" fmla="*/ 486968 w 1605470"/>
              <a:gd name="connsiteY138" fmla="*/ 2182937 h 6858000"/>
              <a:gd name="connsiteX139" fmla="*/ 488555 w 1605470"/>
              <a:gd name="connsiteY139" fmla="*/ 2155135 h 6858000"/>
              <a:gd name="connsiteX140" fmla="*/ 486013 w 1605470"/>
              <a:gd name="connsiteY140" fmla="*/ 2118008 h 6858000"/>
              <a:gd name="connsiteX141" fmla="*/ 487006 w 1605470"/>
              <a:gd name="connsiteY141" fmla="*/ 2050531 h 6858000"/>
              <a:gd name="connsiteX142" fmla="*/ 478812 w 1605470"/>
              <a:gd name="connsiteY142" fmla="*/ 1963269 h 6858000"/>
              <a:gd name="connsiteX143" fmla="*/ 442619 w 1605470"/>
              <a:gd name="connsiteY143" fmla="*/ 1910499 h 6858000"/>
              <a:gd name="connsiteX144" fmla="*/ 446785 w 1605470"/>
              <a:gd name="connsiteY144" fmla="*/ 1903212 h 6858000"/>
              <a:gd name="connsiteX145" fmla="*/ 436547 w 1605470"/>
              <a:gd name="connsiteY145" fmla="*/ 1861531 h 6858000"/>
              <a:gd name="connsiteX146" fmla="*/ 390346 w 1605470"/>
              <a:gd name="connsiteY146" fmla="*/ 1732919 h 6858000"/>
              <a:gd name="connsiteX147" fmla="*/ 362657 w 1605470"/>
              <a:gd name="connsiteY147" fmla="*/ 1663540 h 6858000"/>
              <a:gd name="connsiteX148" fmla="*/ 361783 w 1605470"/>
              <a:gd name="connsiteY148" fmla="*/ 1615777 h 6858000"/>
              <a:gd name="connsiteX149" fmla="*/ 342578 w 1605470"/>
              <a:gd name="connsiteY149" fmla="*/ 1563678 h 6858000"/>
              <a:gd name="connsiteX150" fmla="*/ 355658 w 1605470"/>
              <a:gd name="connsiteY150" fmla="*/ 1519474 h 6858000"/>
              <a:gd name="connsiteX151" fmla="*/ 348400 w 1605470"/>
              <a:gd name="connsiteY151" fmla="*/ 1477995 h 6858000"/>
              <a:gd name="connsiteX152" fmla="*/ 334485 w 1605470"/>
              <a:gd name="connsiteY152" fmla="*/ 1373769 h 6858000"/>
              <a:gd name="connsiteX153" fmla="*/ 342792 w 1605470"/>
              <a:gd name="connsiteY153" fmla="*/ 1307086 h 6858000"/>
              <a:gd name="connsiteX154" fmla="*/ 343980 w 1605470"/>
              <a:gd name="connsiteY154" fmla="*/ 1189033 h 6858000"/>
              <a:gd name="connsiteX155" fmla="*/ 348665 w 1605470"/>
              <a:gd name="connsiteY155" fmla="*/ 1168288 h 6858000"/>
              <a:gd name="connsiteX156" fmla="*/ 340947 w 1605470"/>
              <a:gd name="connsiteY156" fmla="*/ 1142577 h 6858000"/>
              <a:gd name="connsiteX157" fmla="*/ 330253 w 1605470"/>
              <a:gd name="connsiteY157" fmla="*/ 1088484 h 6858000"/>
              <a:gd name="connsiteX158" fmla="*/ 318989 w 1605470"/>
              <a:gd name="connsiteY158" fmla="*/ 1016103 h 6858000"/>
              <a:gd name="connsiteX159" fmla="*/ 320445 w 1605470"/>
              <a:gd name="connsiteY159" fmla="*/ 932283 h 6858000"/>
              <a:gd name="connsiteX160" fmla="*/ 322681 w 1605470"/>
              <a:gd name="connsiteY160" fmla="*/ 915925 h 6858000"/>
              <a:gd name="connsiteX161" fmla="*/ 315310 w 1605470"/>
              <a:gd name="connsiteY161" fmla="*/ 896999 h 6858000"/>
              <a:gd name="connsiteX162" fmla="*/ 284718 w 1605470"/>
              <a:gd name="connsiteY162" fmla="*/ 821517 h 6858000"/>
              <a:gd name="connsiteX163" fmla="*/ 263668 w 1605470"/>
              <a:gd name="connsiteY163" fmla="*/ 751353 h 6858000"/>
              <a:gd name="connsiteX164" fmla="*/ 263226 w 1605470"/>
              <a:gd name="connsiteY164" fmla="*/ 721230 h 6858000"/>
              <a:gd name="connsiteX165" fmla="*/ 248897 w 1605470"/>
              <a:gd name="connsiteY165" fmla="*/ 681659 h 6858000"/>
              <a:gd name="connsiteX166" fmla="*/ 234316 w 1605470"/>
              <a:gd name="connsiteY166" fmla="*/ 635218 h 6858000"/>
              <a:gd name="connsiteX167" fmla="*/ 239327 w 1605470"/>
              <a:gd name="connsiteY167" fmla="*/ 613763 h 6858000"/>
              <a:gd name="connsiteX168" fmla="*/ 225269 w 1605470"/>
              <a:gd name="connsiteY168" fmla="*/ 598582 h 6858000"/>
              <a:gd name="connsiteX169" fmla="*/ 224950 w 1605470"/>
              <a:gd name="connsiteY169" fmla="*/ 576846 h 6858000"/>
              <a:gd name="connsiteX170" fmla="*/ 204576 w 1605470"/>
              <a:gd name="connsiteY170" fmla="*/ 530055 h 6858000"/>
              <a:gd name="connsiteX171" fmla="*/ 219064 w 1605470"/>
              <a:gd name="connsiteY171" fmla="*/ 469651 h 6858000"/>
              <a:gd name="connsiteX172" fmla="*/ 195012 w 1605470"/>
              <a:gd name="connsiteY172" fmla="*/ 448559 h 6858000"/>
              <a:gd name="connsiteX173" fmla="*/ 201434 w 1605470"/>
              <a:gd name="connsiteY173" fmla="*/ 441529 h 6858000"/>
              <a:gd name="connsiteX174" fmla="*/ 200655 w 1605470"/>
              <a:gd name="connsiteY174" fmla="*/ 428927 h 6858000"/>
              <a:gd name="connsiteX175" fmla="*/ 190059 w 1605470"/>
              <a:gd name="connsiteY175" fmla="*/ 430161 h 6858000"/>
              <a:gd name="connsiteX176" fmla="*/ 167079 w 1605470"/>
              <a:gd name="connsiteY176" fmla="*/ 367211 h 6858000"/>
              <a:gd name="connsiteX177" fmla="*/ 124571 w 1605470"/>
              <a:gd name="connsiteY177" fmla="*/ 302178 h 6858000"/>
              <a:gd name="connsiteX178" fmla="*/ 103243 w 1605470"/>
              <a:gd name="connsiteY178" fmla="*/ 211375 h 6858000"/>
              <a:gd name="connsiteX179" fmla="*/ 94571 w 1605470"/>
              <a:gd name="connsiteY179" fmla="*/ 184179 h 6858000"/>
              <a:gd name="connsiteX180" fmla="*/ 13437 w 1605470"/>
              <a:gd name="connsiteY180" fmla="*/ 19287 h 6858000"/>
              <a:gd name="connsiteX181" fmla="*/ 0 w 1605470"/>
              <a:gd name="connsiteY18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429138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29578 w 1605470"/>
              <a:gd name="connsiteY77" fmla="*/ 4456787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62965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34671 w 1605470"/>
              <a:gd name="connsiteY75" fmla="*/ 4715631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588 w 1605470"/>
              <a:gd name="connsiteY68" fmla="*/ 4845927 h 6858000"/>
              <a:gd name="connsiteX69" fmla="*/ 724935 w 1605470"/>
              <a:gd name="connsiteY69" fmla="*/ 4821504 h 6858000"/>
              <a:gd name="connsiteX70" fmla="*/ 732118 w 1605470"/>
              <a:gd name="connsiteY70" fmla="*/ 4801535 h 6858000"/>
              <a:gd name="connsiteX71" fmla="*/ 739787 w 1605470"/>
              <a:gd name="connsiteY71" fmla="*/ 4797794 h 6858000"/>
              <a:gd name="connsiteX72" fmla="*/ 741081 w 1605470"/>
              <a:gd name="connsiteY72" fmla="*/ 4784526 h 6858000"/>
              <a:gd name="connsiteX73" fmla="*/ 742865 w 1605470"/>
              <a:gd name="connsiteY73" fmla="*/ 4781211 h 6858000"/>
              <a:gd name="connsiteX74" fmla="*/ 751652 w 1605470"/>
              <a:gd name="connsiteY74" fmla="*/ 4761984 h 6858000"/>
              <a:gd name="connsiteX75" fmla="*/ 747700 w 1605470"/>
              <a:gd name="connsiteY75" fmla="*/ 4690749 h 6858000"/>
              <a:gd name="connsiteX76" fmla="*/ 743180 w 1605470"/>
              <a:gd name="connsiteY76" fmla="*/ 4613201 h 6858000"/>
              <a:gd name="connsiteX77" fmla="*/ 738263 w 1605470"/>
              <a:gd name="connsiteY77" fmla="*/ 4444346 h 6858000"/>
              <a:gd name="connsiteX78" fmla="*/ 756542 w 1605470"/>
              <a:gd name="connsiteY78" fmla="*/ 4350346 h 6858000"/>
              <a:gd name="connsiteX79" fmla="*/ 715481 w 1605470"/>
              <a:gd name="connsiteY79" fmla="*/ 4214165 h 6858000"/>
              <a:gd name="connsiteX80" fmla="*/ 719554 w 1605470"/>
              <a:gd name="connsiteY80" fmla="*/ 4090296 h 6858000"/>
              <a:gd name="connsiteX81" fmla="*/ 704810 w 1605470"/>
              <a:gd name="connsiteY81" fmla="*/ 4033999 h 6858000"/>
              <a:gd name="connsiteX82" fmla="*/ 705959 w 1605470"/>
              <a:gd name="connsiteY82" fmla="*/ 4031933 h 6858000"/>
              <a:gd name="connsiteX83" fmla="*/ 704535 w 1605470"/>
              <a:gd name="connsiteY83" fmla="*/ 4013953 h 6858000"/>
              <a:gd name="connsiteX84" fmla="*/ 700443 w 1605470"/>
              <a:gd name="connsiteY84" fmla="*/ 4010511 h 6858000"/>
              <a:gd name="connsiteX85" fmla="*/ 698282 w 1605470"/>
              <a:gd name="connsiteY85" fmla="*/ 3998331 h 6858000"/>
              <a:gd name="connsiteX86" fmla="*/ 690830 w 1605470"/>
              <a:gd name="connsiteY86" fmla="*/ 3974753 h 6858000"/>
              <a:gd name="connsiteX87" fmla="*/ 692428 w 1605470"/>
              <a:gd name="connsiteY87" fmla="*/ 3969950 h 6858000"/>
              <a:gd name="connsiteX88" fmla="*/ 685850 w 1605470"/>
              <a:gd name="connsiteY88" fmla="*/ 3933779 h 6858000"/>
              <a:gd name="connsiteX89" fmla="*/ 687181 w 1605470"/>
              <a:gd name="connsiteY89" fmla="*/ 3933093 h 6858000"/>
              <a:gd name="connsiteX90" fmla="*/ 691535 w 1605470"/>
              <a:gd name="connsiteY90" fmla="*/ 3922082 h 6858000"/>
              <a:gd name="connsiteX91" fmla="*/ 696613 w 1605470"/>
              <a:gd name="connsiteY91" fmla="*/ 3901461 h 6858000"/>
              <a:gd name="connsiteX92" fmla="*/ 719207 w 1605470"/>
              <a:gd name="connsiteY92" fmla="*/ 3813873 h 6858000"/>
              <a:gd name="connsiteX93" fmla="*/ 718632 w 1605470"/>
              <a:gd name="connsiteY93" fmla="*/ 3806161 h 6858000"/>
              <a:gd name="connsiteX94" fmla="*/ 718939 w 1605470"/>
              <a:gd name="connsiteY94" fmla="*/ 3805957 h 6858000"/>
              <a:gd name="connsiteX95" fmla="*/ 718966 w 1605470"/>
              <a:gd name="connsiteY95" fmla="*/ 3797724 h 6858000"/>
              <a:gd name="connsiteX96" fmla="*/ 717581 w 1605470"/>
              <a:gd name="connsiteY96" fmla="*/ 3792098 h 6858000"/>
              <a:gd name="connsiteX97" fmla="*/ 716465 w 1605470"/>
              <a:gd name="connsiteY97" fmla="*/ 3777135 h 6858000"/>
              <a:gd name="connsiteX98" fmla="*/ 718198 w 1605470"/>
              <a:gd name="connsiteY98" fmla="*/ 3771656 h 6858000"/>
              <a:gd name="connsiteX99" fmla="*/ 721941 w 1605470"/>
              <a:gd name="connsiteY99" fmla="*/ 3769007 h 6858000"/>
              <a:gd name="connsiteX100" fmla="*/ 721407 w 1605470"/>
              <a:gd name="connsiteY100" fmla="*/ 3767709 h 6858000"/>
              <a:gd name="connsiteX101" fmla="*/ 730103 w 1605470"/>
              <a:gd name="connsiteY101" fmla="*/ 3738082 h 6858000"/>
              <a:gd name="connsiteX102" fmla="*/ 737449 w 1605470"/>
              <a:gd name="connsiteY102" fmla="*/ 3673397 h 6858000"/>
              <a:gd name="connsiteX103" fmla="*/ 736745 w 1605470"/>
              <a:gd name="connsiteY103" fmla="*/ 3637109 h 6858000"/>
              <a:gd name="connsiteX104" fmla="*/ 740188 w 1605470"/>
              <a:gd name="connsiteY104" fmla="*/ 3536883 h 6858000"/>
              <a:gd name="connsiteX105" fmla="*/ 747726 w 1605470"/>
              <a:gd name="connsiteY105" fmla="*/ 3435652 h 6858000"/>
              <a:gd name="connsiteX106" fmla="*/ 774383 w 1605470"/>
              <a:gd name="connsiteY106" fmla="*/ 3381564 h 6858000"/>
              <a:gd name="connsiteX107" fmla="*/ 774870 w 1605470"/>
              <a:gd name="connsiteY107" fmla="*/ 3375761 h 6858000"/>
              <a:gd name="connsiteX108" fmla="*/ 770510 w 1605470"/>
              <a:gd name="connsiteY108" fmla="*/ 3361844 h 6858000"/>
              <a:gd name="connsiteX109" fmla="*/ 767933 w 1605470"/>
              <a:gd name="connsiteY109" fmla="*/ 3356929 h 6858000"/>
              <a:gd name="connsiteX110" fmla="*/ 766158 w 1605470"/>
              <a:gd name="connsiteY110" fmla="*/ 3349058 h 6858000"/>
              <a:gd name="connsiteX111" fmla="*/ 766414 w 1605470"/>
              <a:gd name="connsiteY111" fmla="*/ 3348763 h 6858000"/>
              <a:gd name="connsiteX112" fmla="*/ 764166 w 1605470"/>
              <a:gd name="connsiteY112" fmla="*/ 3341588 h 6858000"/>
              <a:gd name="connsiteX113" fmla="*/ 749397 w 1605470"/>
              <a:gd name="connsiteY113" fmla="*/ 3307769 h 6858000"/>
              <a:gd name="connsiteX114" fmla="*/ 766960 w 1605470"/>
              <a:gd name="connsiteY114" fmla="*/ 3250522 h 6858000"/>
              <a:gd name="connsiteX115" fmla="*/ 767385 w 1605470"/>
              <a:gd name="connsiteY115" fmla="*/ 3229163 h 6858000"/>
              <a:gd name="connsiteX116" fmla="*/ 769208 w 1605470"/>
              <a:gd name="connsiteY116" fmla="*/ 3217217 h 6858000"/>
              <a:gd name="connsiteX117" fmla="*/ 770350 w 1605470"/>
              <a:gd name="connsiteY117" fmla="*/ 3216125 h 6858000"/>
              <a:gd name="connsiteX118" fmla="*/ 756043 w 1605470"/>
              <a:gd name="connsiteY118" fmla="*/ 3183755 h 6858000"/>
              <a:gd name="connsiteX119" fmla="*/ 756544 w 1605470"/>
              <a:gd name="connsiteY119" fmla="*/ 3178642 h 6858000"/>
              <a:gd name="connsiteX120" fmla="*/ 744144 w 1605470"/>
              <a:gd name="connsiteY120" fmla="*/ 3158586 h 6858000"/>
              <a:gd name="connsiteX121" fmla="*/ 739378 w 1605470"/>
              <a:gd name="connsiteY121" fmla="*/ 3147669 h 6858000"/>
              <a:gd name="connsiteX122" fmla="*/ 734648 w 1605470"/>
              <a:gd name="connsiteY122" fmla="*/ 3145733 h 6858000"/>
              <a:gd name="connsiteX123" fmla="*/ 729329 w 1605470"/>
              <a:gd name="connsiteY123" fmla="*/ 3129034 h 6858000"/>
              <a:gd name="connsiteX124" fmla="*/ 729994 w 1605470"/>
              <a:gd name="connsiteY124" fmla="*/ 3126682 h 6858000"/>
              <a:gd name="connsiteX125" fmla="*/ 720862 w 1605470"/>
              <a:gd name="connsiteY125" fmla="*/ 3114519 h 6858000"/>
              <a:gd name="connsiteX126" fmla="*/ 707471 w 1605470"/>
              <a:gd name="connsiteY126" fmla="*/ 3106272 h 6858000"/>
              <a:gd name="connsiteX127" fmla="*/ 680201 w 1605470"/>
              <a:gd name="connsiteY127" fmla="*/ 2958185 h 6858000"/>
              <a:gd name="connsiteX128" fmla="*/ 622815 w 1605470"/>
              <a:gd name="connsiteY128" fmla="*/ 2762989 h 6858000"/>
              <a:gd name="connsiteX129" fmla="*/ 571733 w 1605470"/>
              <a:gd name="connsiteY129" fmla="*/ 2554718 h 6858000"/>
              <a:gd name="connsiteX130" fmla="*/ 551827 w 1605470"/>
              <a:gd name="connsiteY130" fmla="*/ 2485734 h 6858000"/>
              <a:gd name="connsiteX131" fmla="*/ 542550 w 1605470"/>
              <a:gd name="connsiteY131" fmla="*/ 2447068 h 6858000"/>
              <a:gd name="connsiteX132" fmla="*/ 529511 w 1605470"/>
              <a:gd name="connsiteY132" fmla="*/ 2425819 h 6858000"/>
              <a:gd name="connsiteX133" fmla="*/ 528878 w 1605470"/>
              <a:gd name="connsiteY133" fmla="*/ 2408971 h 6858000"/>
              <a:gd name="connsiteX134" fmla="*/ 535510 w 1605470"/>
              <a:gd name="connsiteY134" fmla="*/ 2402874 h 6858000"/>
              <a:gd name="connsiteX135" fmla="*/ 538122 w 1605470"/>
              <a:gd name="connsiteY135" fmla="*/ 2381443 h 6858000"/>
              <a:gd name="connsiteX136" fmla="*/ 514451 w 1605470"/>
              <a:gd name="connsiteY136" fmla="*/ 2261920 h 6858000"/>
              <a:gd name="connsiteX137" fmla="*/ 486968 w 1605470"/>
              <a:gd name="connsiteY137" fmla="*/ 2182937 h 6858000"/>
              <a:gd name="connsiteX138" fmla="*/ 488555 w 1605470"/>
              <a:gd name="connsiteY138" fmla="*/ 2155135 h 6858000"/>
              <a:gd name="connsiteX139" fmla="*/ 486013 w 1605470"/>
              <a:gd name="connsiteY139" fmla="*/ 2118008 h 6858000"/>
              <a:gd name="connsiteX140" fmla="*/ 487006 w 1605470"/>
              <a:gd name="connsiteY140" fmla="*/ 2050531 h 6858000"/>
              <a:gd name="connsiteX141" fmla="*/ 478812 w 1605470"/>
              <a:gd name="connsiteY141" fmla="*/ 1963269 h 6858000"/>
              <a:gd name="connsiteX142" fmla="*/ 442619 w 1605470"/>
              <a:gd name="connsiteY142" fmla="*/ 1910499 h 6858000"/>
              <a:gd name="connsiteX143" fmla="*/ 446785 w 1605470"/>
              <a:gd name="connsiteY143" fmla="*/ 1903212 h 6858000"/>
              <a:gd name="connsiteX144" fmla="*/ 436547 w 1605470"/>
              <a:gd name="connsiteY144" fmla="*/ 1861531 h 6858000"/>
              <a:gd name="connsiteX145" fmla="*/ 390346 w 1605470"/>
              <a:gd name="connsiteY145" fmla="*/ 1732919 h 6858000"/>
              <a:gd name="connsiteX146" fmla="*/ 362657 w 1605470"/>
              <a:gd name="connsiteY146" fmla="*/ 1663540 h 6858000"/>
              <a:gd name="connsiteX147" fmla="*/ 361783 w 1605470"/>
              <a:gd name="connsiteY147" fmla="*/ 1615777 h 6858000"/>
              <a:gd name="connsiteX148" fmla="*/ 342578 w 1605470"/>
              <a:gd name="connsiteY148" fmla="*/ 1563678 h 6858000"/>
              <a:gd name="connsiteX149" fmla="*/ 355658 w 1605470"/>
              <a:gd name="connsiteY149" fmla="*/ 1519474 h 6858000"/>
              <a:gd name="connsiteX150" fmla="*/ 348400 w 1605470"/>
              <a:gd name="connsiteY150" fmla="*/ 1477995 h 6858000"/>
              <a:gd name="connsiteX151" fmla="*/ 334485 w 1605470"/>
              <a:gd name="connsiteY151" fmla="*/ 1373769 h 6858000"/>
              <a:gd name="connsiteX152" fmla="*/ 342792 w 1605470"/>
              <a:gd name="connsiteY152" fmla="*/ 1307086 h 6858000"/>
              <a:gd name="connsiteX153" fmla="*/ 343980 w 1605470"/>
              <a:gd name="connsiteY153" fmla="*/ 1189033 h 6858000"/>
              <a:gd name="connsiteX154" fmla="*/ 348665 w 1605470"/>
              <a:gd name="connsiteY154" fmla="*/ 1168288 h 6858000"/>
              <a:gd name="connsiteX155" fmla="*/ 340947 w 1605470"/>
              <a:gd name="connsiteY155" fmla="*/ 1142577 h 6858000"/>
              <a:gd name="connsiteX156" fmla="*/ 330253 w 1605470"/>
              <a:gd name="connsiteY156" fmla="*/ 1088484 h 6858000"/>
              <a:gd name="connsiteX157" fmla="*/ 318989 w 1605470"/>
              <a:gd name="connsiteY157" fmla="*/ 1016103 h 6858000"/>
              <a:gd name="connsiteX158" fmla="*/ 320445 w 1605470"/>
              <a:gd name="connsiteY158" fmla="*/ 932283 h 6858000"/>
              <a:gd name="connsiteX159" fmla="*/ 322681 w 1605470"/>
              <a:gd name="connsiteY159" fmla="*/ 915925 h 6858000"/>
              <a:gd name="connsiteX160" fmla="*/ 315310 w 1605470"/>
              <a:gd name="connsiteY160" fmla="*/ 896999 h 6858000"/>
              <a:gd name="connsiteX161" fmla="*/ 284718 w 1605470"/>
              <a:gd name="connsiteY161" fmla="*/ 821517 h 6858000"/>
              <a:gd name="connsiteX162" fmla="*/ 263668 w 1605470"/>
              <a:gd name="connsiteY162" fmla="*/ 751353 h 6858000"/>
              <a:gd name="connsiteX163" fmla="*/ 263226 w 1605470"/>
              <a:gd name="connsiteY163" fmla="*/ 721230 h 6858000"/>
              <a:gd name="connsiteX164" fmla="*/ 248897 w 1605470"/>
              <a:gd name="connsiteY164" fmla="*/ 681659 h 6858000"/>
              <a:gd name="connsiteX165" fmla="*/ 234316 w 1605470"/>
              <a:gd name="connsiteY165" fmla="*/ 635218 h 6858000"/>
              <a:gd name="connsiteX166" fmla="*/ 239327 w 1605470"/>
              <a:gd name="connsiteY166" fmla="*/ 613763 h 6858000"/>
              <a:gd name="connsiteX167" fmla="*/ 225269 w 1605470"/>
              <a:gd name="connsiteY167" fmla="*/ 598582 h 6858000"/>
              <a:gd name="connsiteX168" fmla="*/ 224950 w 1605470"/>
              <a:gd name="connsiteY168" fmla="*/ 576846 h 6858000"/>
              <a:gd name="connsiteX169" fmla="*/ 204576 w 1605470"/>
              <a:gd name="connsiteY169" fmla="*/ 530055 h 6858000"/>
              <a:gd name="connsiteX170" fmla="*/ 219064 w 1605470"/>
              <a:gd name="connsiteY170" fmla="*/ 469651 h 6858000"/>
              <a:gd name="connsiteX171" fmla="*/ 195012 w 1605470"/>
              <a:gd name="connsiteY171" fmla="*/ 448559 h 6858000"/>
              <a:gd name="connsiteX172" fmla="*/ 201434 w 1605470"/>
              <a:gd name="connsiteY172" fmla="*/ 441529 h 6858000"/>
              <a:gd name="connsiteX173" fmla="*/ 200655 w 1605470"/>
              <a:gd name="connsiteY173" fmla="*/ 428927 h 6858000"/>
              <a:gd name="connsiteX174" fmla="*/ 190059 w 1605470"/>
              <a:gd name="connsiteY174" fmla="*/ 430161 h 6858000"/>
              <a:gd name="connsiteX175" fmla="*/ 167079 w 1605470"/>
              <a:gd name="connsiteY175" fmla="*/ 367211 h 6858000"/>
              <a:gd name="connsiteX176" fmla="*/ 124571 w 1605470"/>
              <a:gd name="connsiteY176" fmla="*/ 302178 h 6858000"/>
              <a:gd name="connsiteX177" fmla="*/ 103243 w 1605470"/>
              <a:gd name="connsiteY177" fmla="*/ 211375 h 6858000"/>
              <a:gd name="connsiteX178" fmla="*/ 94571 w 1605470"/>
              <a:gd name="connsiteY178" fmla="*/ 184179 h 6858000"/>
              <a:gd name="connsiteX179" fmla="*/ 13437 w 1605470"/>
              <a:gd name="connsiteY179" fmla="*/ 19287 h 6858000"/>
              <a:gd name="connsiteX180" fmla="*/ 0 w 1605470"/>
              <a:gd name="connsiteY18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09371 w 1605470"/>
              <a:gd name="connsiteY34" fmla="*/ 5950668 h 6858000"/>
              <a:gd name="connsiteX35" fmla="*/ 442432 w 1605470"/>
              <a:gd name="connsiteY35" fmla="*/ 5934687 h 6858000"/>
              <a:gd name="connsiteX36" fmla="*/ 489472 w 1605470"/>
              <a:gd name="connsiteY36" fmla="*/ 5732419 h 6858000"/>
              <a:gd name="connsiteX37" fmla="*/ 512623 w 1605470"/>
              <a:gd name="connsiteY37" fmla="*/ 5685392 h 6858000"/>
              <a:gd name="connsiteX38" fmla="*/ 510261 w 1605470"/>
              <a:gd name="connsiteY38" fmla="*/ 5634527 h 6858000"/>
              <a:gd name="connsiteX39" fmla="*/ 523992 w 1605470"/>
              <a:gd name="connsiteY39" fmla="*/ 5619557 h 6858000"/>
              <a:gd name="connsiteX40" fmla="*/ 526609 w 1605470"/>
              <a:gd name="connsiteY40" fmla="*/ 5617081 h 6858000"/>
              <a:gd name="connsiteX41" fmla="*/ 531653 w 1605470"/>
              <a:gd name="connsiteY41" fmla="*/ 5604904 h 6858000"/>
              <a:gd name="connsiteX42" fmla="*/ 539863 w 1605470"/>
              <a:gd name="connsiteY42" fmla="*/ 5604298 h 6858000"/>
              <a:gd name="connsiteX43" fmla="*/ 552319 w 1605470"/>
              <a:gd name="connsiteY43" fmla="*/ 5587997 h 6858000"/>
              <a:gd name="connsiteX44" fmla="*/ 559710 w 1605470"/>
              <a:gd name="connsiteY44" fmla="*/ 5564796 h 6858000"/>
              <a:gd name="connsiteX45" fmla="*/ 587214 w 1605470"/>
              <a:gd name="connsiteY45" fmla="*/ 5451511 h 6858000"/>
              <a:gd name="connsiteX46" fmla="*/ 608019 w 1605470"/>
              <a:gd name="connsiteY46" fmla="*/ 5385461 h 6858000"/>
              <a:gd name="connsiteX47" fmla="*/ 622750 w 1605470"/>
              <a:gd name="connsiteY47" fmla="*/ 5363084 h 6858000"/>
              <a:gd name="connsiteX48" fmla="*/ 638731 w 1605470"/>
              <a:gd name="connsiteY48" fmla="*/ 5330009 h 6858000"/>
              <a:gd name="connsiteX49" fmla="*/ 672224 w 1605470"/>
              <a:gd name="connsiteY49" fmla="*/ 5273739 h 6858000"/>
              <a:gd name="connsiteX50" fmla="*/ 681823 w 1605470"/>
              <a:gd name="connsiteY50" fmla="*/ 5241779 h 6858000"/>
              <a:gd name="connsiteX51" fmla="*/ 693049 w 1605470"/>
              <a:gd name="connsiteY51" fmla="*/ 5225268 h 6858000"/>
              <a:gd name="connsiteX52" fmla="*/ 694069 w 1605470"/>
              <a:gd name="connsiteY52" fmla="*/ 5217684 h 6858000"/>
              <a:gd name="connsiteX53" fmla="*/ 701410 w 1605470"/>
              <a:gd name="connsiteY53" fmla="*/ 5193377 h 6858000"/>
              <a:gd name="connsiteX54" fmla="*/ 704713 w 1605470"/>
              <a:gd name="connsiteY54" fmla="*/ 5179288 h 6858000"/>
              <a:gd name="connsiteX55" fmla="*/ 705697 w 1605470"/>
              <a:gd name="connsiteY55" fmla="*/ 5173621 h 6858000"/>
              <a:gd name="connsiteX56" fmla="*/ 701331 w 1605470"/>
              <a:gd name="connsiteY56" fmla="*/ 5159961 h 6858000"/>
              <a:gd name="connsiteX57" fmla="*/ 708008 w 1605470"/>
              <a:gd name="connsiteY57" fmla="*/ 5144295 h 6858000"/>
              <a:gd name="connsiteX58" fmla="*/ 704941 w 1605470"/>
              <a:gd name="connsiteY58" fmla="*/ 5125185 h 6858000"/>
              <a:gd name="connsiteX59" fmla="*/ 711771 w 1605470"/>
              <a:gd name="connsiteY59" fmla="*/ 5121884 h 6858000"/>
              <a:gd name="connsiteX60" fmla="*/ 721092 w 1605470"/>
              <a:gd name="connsiteY60" fmla="*/ 5108383 h 6858000"/>
              <a:gd name="connsiteX61" fmla="*/ 717045 w 1605470"/>
              <a:gd name="connsiteY61" fmla="*/ 5094705 h 6858000"/>
              <a:gd name="connsiteX62" fmla="*/ 718807 w 1605470"/>
              <a:gd name="connsiteY62" fmla="*/ 5067850 h 6858000"/>
              <a:gd name="connsiteX63" fmla="*/ 721538 w 1605470"/>
              <a:gd name="connsiteY63" fmla="*/ 5060861 h 6858000"/>
              <a:gd name="connsiteX64" fmla="*/ 718242 w 1605470"/>
              <a:gd name="connsiteY64" fmla="*/ 5034192 h 6858000"/>
              <a:gd name="connsiteX65" fmla="*/ 719796 w 1605470"/>
              <a:gd name="connsiteY65" fmla="*/ 4993030 h 6858000"/>
              <a:gd name="connsiteX66" fmla="*/ 726705 w 1605470"/>
              <a:gd name="connsiteY66" fmla="*/ 4946844 h 6858000"/>
              <a:gd name="connsiteX67" fmla="*/ 722561 w 1605470"/>
              <a:gd name="connsiteY67" fmla="*/ 4932692 h 6858000"/>
              <a:gd name="connsiteX68" fmla="*/ 724935 w 1605470"/>
              <a:gd name="connsiteY68" fmla="*/ 4821504 h 6858000"/>
              <a:gd name="connsiteX69" fmla="*/ 732118 w 1605470"/>
              <a:gd name="connsiteY69" fmla="*/ 4801535 h 6858000"/>
              <a:gd name="connsiteX70" fmla="*/ 739787 w 1605470"/>
              <a:gd name="connsiteY70" fmla="*/ 4797794 h 6858000"/>
              <a:gd name="connsiteX71" fmla="*/ 741081 w 1605470"/>
              <a:gd name="connsiteY71" fmla="*/ 4784526 h 6858000"/>
              <a:gd name="connsiteX72" fmla="*/ 742865 w 1605470"/>
              <a:gd name="connsiteY72" fmla="*/ 4781211 h 6858000"/>
              <a:gd name="connsiteX73" fmla="*/ 751652 w 1605470"/>
              <a:gd name="connsiteY73" fmla="*/ 4761984 h 6858000"/>
              <a:gd name="connsiteX74" fmla="*/ 747700 w 1605470"/>
              <a:gd name="connsiteY74" fmla="*/ 4690749 h 6858000"/>
              <a:gd name="connsiteX75" fmla="*/ 743180 w 1605470"/>
              <a:gd name="connsiteY75" fmla="*/ 4613201 h 6858000"/>
              <a:gd name="connsiteX76" fmla="*/ 738263 w 1605470"/>
              <a:gd name="connsiteY76" fmla="*/ 4444346 h 6858000"/>
              <a:gd name="connsiteX77" fmla="*/ 756542 w 1605470"/>
              <a:gd name="connsiteY77" fmla="*/ 4350346 h 6858000"/>
              <a:gd name="connsiteX78" fmla="*/ 715481 w 1605470"/>
              <a:gd name="connsiteY78" fmla="*/ 4214165 h 6858000"/>
              <a:gd name="connsiteX79" fmla="*/ 719554 w 1605470"/>
              <a:gd name="connsiteY79" fmla="*/ 4090296 h 6858000"/>
              <a:gd name="connsiteX80" fmla="*/ 704810 w 1605470"/>
              <a:gd name="connsiteY80" fmla="*/ 4033999 h 6858000"/>
              <a:gd name="connsiteX81" fmla="*/ 705959 w 1605470"/>
              <a:gd name="connsiteY81" fmla="*/ 4031933 h 6858000"/>
              <a:gd name="connsiteX82" fmla="*/ 704535 w 1605470"/>
              <a:gd name="connsiteY82" fmla="*/ 4013953 h 6858000"/>
              <a:gd name="connsiteX83" fmla="*/ 700443 w 1605470"/>
              <a:gd name="connsiteY83" fmla="*/ 4010511 h 6858000"/>
              <a:gd name="connsiteX84" fmla="*/ 698282 w 1605470"/>
              <a:gd name="connsiteY84" fmla="*/ 3998331 h 6858000"/>
              <a:gd name="connsiteX85" fmla="*/ 690830 w 1605470"/>
              <a:gd name="connsiteY85" fmla="*/ 3974753 h 6858000"/>
              <a:gd name="connsiteX86" fmla="*/ 692428 w 1605470"/>
              <a:gd name="connsiteY86" fmla="*/ 3969950 h 6858000"/>
              <a:gd name="connsiteX87" fmla="*/ 685850 w 1605470"/>
              <a:gd name="connsiteY87" fmla="*/ 3933779 h 6858000"/>
              <a:gd name="connsiteX88" fmla="*/ 687181 w 1605470"/>
              <a:gd name="connsiteY88" fmla="*/ 3933093 h 6858000"/>
              <a:gd name="connsiteX89" fmla="*/ 691535 w 1605470"/>
              <a:gd name="connsiteY89" fmla="*/ 3922082 h 6858000"/>
              <a:gd name="connsiteX90" fmla="*/ 696613 w 1605470"/>
              <a:gd name="connsiteY90" fmla="*/ 3901461 h 6858000"/>
              <a:gd name="connsiteX91" fmla="*/ 719207 w 1605470"/>
              <a:gd name="connsiteY91" fmla="*/ 3813873 h 6858000"/>
              <a:gd name="connsiteX92" fmla="*/ 718632 w 1605470"/>
              <a:gd name="connsiteY92" fmla="*/ 3806161 h 6858000"/>
              <a:gd name="connsiteX93" fmla="*/ 718939 w 1605470"/>
              <a:gd name="connsiteY93" fmla="*/ 3805957 h 6858000"/>
              <a:gd name="connsiteX94" fmla="*/ 718966 w 1605470"/>
              <a:gd name="connsiteY94" fmla="*/ 3797724 h 6858000"/>
              <a:gd name="connsiteX95" fmla="*/ 717581 w 1605470"/>
              <a:gd name="connsiteY95" fmla="*/ 3792098 h 6858000"/>
              <a:gd name="connsiteX96" fmla="*/ 716465 w 1605470"/>
              <a:gd name="connsiteY96" fmla="*/ 3777135 h 6858000"/>
              <a:gd name="connsiteX97" fmla="*/ 718198 w 1605470"/>
              <a:gd name="connsiteY97" fmla="*/ 3771656 h 6858000"/>
              <a:gd name="connsiteX98" fmla="*/ 721941 w 1605470"/>
              <a:gd name="connsiteY98" fmla="*/ 3769007 h 6858000"/>
              <a:gd name="connsiteX99" fmla="*/ 721407 w 1605470"/>
              <a:gd name="connsiteY99" fmla="*/ 3767709 h 6858000"/>
              <a:gd name="connsiteX100" fmla="*/ 730103 w 1605470"/>
              <a:gd name="connsiteY100" fmla="*/ 3738082 h 6858000"/>
              <a:gd name="connsiteX101" fmla="*/ 737449 w 1605470"/>
              <a:gd name="connsiteY101" fmla="*/ 3673397 h 6858000"/>
              <a:gd name="connsiteX102" fmla="*/ 736745 w 1605470"/>
              <a:gd name="connsiteY102" fmla="*/ 3637109 h 6858000"/>
              <a:gd name="connsiteX103" fmla="*/ 740188 w 1605470"/>
              <a:gd name="connsiteY103" fmla="*/ 3536883 h 6858000"/>
              <a:gd name="connsiteX104" fmla="*/ 747726 w 1605470"/>
              <a:gd name="connsiteY104" fmla="*/ 3435652 h 6858000"/>
              <a:gd name="connsiteX105" fmla="*/ 774383 w 1605470"/>
              <a:gd name="connsiteY105" fmla="*/ 3381564 h 6858000"/>
              <a:gd name="connsiteX106" fmla="*/ 774870 w 1605470"/>
              <a:gd name="connsiteY106" fmla="*/ 3375761 h 6858000"/>
              <a:gd name="connsiteX107" fmla="*/ 770510 w 1605470"/>
              <a:gd name="connsiteY107" fmla="*/ 3361844 h 6858000"/>
              <a:gd name="connsiteX108" fmla="*/ 767933 w 1605470"/>
              <a:gd name="connsiteY108" fmla="*/ 3356929 h 6858000"/>
              <a:gd name="connsiteX109" fmla="*/ 766158 w 1605470"/>
              <a:gd name="connsiteY109" fmla="*/ 3349058 h 6858000"/>
              <a:gd name="connsiteX110" fmla="*/ 766414 w 1605470"/>
              <a:gd name="connsiteY110" fmla="*/ 3348763 h 6858000"/>
              <a:gd name="connsiteX111" fmla="*/ 764166 w 1605470"/>
              <a:gd name="connsiteY111" fmla="*/ 3341588 h 6858000"/>
              <a:gd name="connsiteX112" fmla="*/ 749397 w 1605470"/>
              <a:gd name="connsiteY112" fmla="*/ 3307769 h 6858000"/>
              <a:gd name="connsiteX113" fmla="*/ 766960 w 1605470"/>
              <a:gd name="connsiteY113" fmla="*/ 3250522 h 6858000"/>
              <a:gd name="connsiteX114" fmla="*/ 767385 w 1605470"/>
              <a:gd name="connsiteY114" fmla="*/ 3229163 h 6858000"/>
              <a:gd name="connsiteX115" fmla="*/ 769208 w 1605470"/>
              <a:gd name="connsiteY115" fmla="*/ 3217217 h 6858000"/>
              <a:gd name="connsiteX116" fmla="*/ 770350 w 1605470"/>
              <a:gd name="connsiteY116" fmla="*/ 3216125 h 6858000"/>
              <a:gd name="connsiteX117" fmla="*/ 756043 w 1605470"/>
              <a:gd name="connsiteY117" fmla="*/ 3183755 h 6858000"/>
              <a:gd name="connsiteX118" fmla="*/ 756544 w 1605470"/>
              <a:gd name="connsiteY118" fmla="*/ 3178642 h 6858000"/>
              <a:gd name="connsiteX119" fmla="*/ 744144 w 1605470"/>
              <a:gd name="connsiteY119" fmla="*/ 3158586 h 6858000"/>
              <a:gd name="connsiteX120" fmla="*/ 739378 w 1605470"/>
              <a:gd name="connsiteY120" fmla="*/ 3147669 h 6858000"/>
              <a:gd name="connsiteX121" fmla="*/ 734648 w 1605470"/>
              <a:gd name="connsiteY121" fmla="*/ 3145733 h 6858000"/>
              <a:gd name="connsiteX122" fmla="*/ 729329 w 1605470"/>
              <a:gd name="connsiteY122" fmla="*/ 3129034 h 6858000"/>
              <a:gd name="connsiteX123" fmla="*/ 729994 w 1605470"/>
              <a:gd name="connsiteY123" fmla="*/ 3126682 h 6858000"/>
              <a:gd name="connsiteX124" fmla="*/ 720862 w 1605470"/>
              <a:gd name="connsiteY124" fmla="*/ 3114519 h 6858000"/>
              <a:gd name="connsiteX125" fmla="*/ 707471 w 1605470"/>
              <a:gd name="connsiteY125" fmla="*/ 3106272 h 6858000"/>
              <a:gd name="connsiteX126" fmla="*/ 680201 w 1605470"/>
              <a:gd name="connsiteY126" fmla="*/ 2958185 h 6858000"/>
              <a:gd name="connsiteX127" fmla="*/ 622815 w 1605470"/>
              <a:gd name="connsiteY127" fmla="*/ 2762989 h 6858000"/>
              <a:gd name="connsiteX128" fmla="*/ 571733 w 1605470"/>
              <a:gd name="connsiteY128" fmla="*/ 2554718 h 6858000"/>
              <a:gd name="connsiteX129" fmla="*/ 551827 w 1605470"/>
              <a:gd name="connsiteY129" fmla="*/ 2485734 h 6858000"/>
              <a:gd name="connsiteX130" fmla="*/ 542550 w 1605470"/>
              <a:gd name="connsiteY130" fmla="*/ 2447068 h 6858000"/>
              <a:gd name="connsiteX131" fmla="*/ 529511 w 1605470"/>
              <a:gd name="connsiteY131" fmla="*/ 2425819 h 6858000"/>
              <a:gd name="connsiteX132" fmla="*/ 528878 w 1605470"/>
              <a:gd name="connsiteY132" fmla="*/ 2408971 h 6858000"/>
              <a:gd name="connsiteX133" fmla="*/ 535510 w 1605470"/>
              <a:gd name="connsiteY133" fmla="*/ 2402874 h 6858000"/>
              <a:gd name="connsiteX134" fmla="*/ 538122 w 1605470"/>
              <a:gd name="connsiteY134" fmla="*/ 2381443 h 6858000"/>
              <a:gd name="connsiteX135" fmla="*/ 514451 w 1605470"/>
              <a:gd name="connsiteY135" fmla="*/ 2261920 h 6858000"/>
              <a:gd name="connsiteX136" fmla="*/ 486968 w 1605470"/>
              <a:gd name="connsiteY136" fmla="*/ 2182937 h 6858000"/>
              <a:gd name="connsiteX137" fmla="*/ 488555 w 1605470"/>
              <a:gd name="connsiteY137" fmla="*/ 2155135 h 6858000"/>
              <a:gd name="connsiteX138" fmla="*/ 486013 w 1605470"/>
              <a:gd name="connsiteY138" fmla="*/ 2118008 h 6858000"/>
              <a:gd name="connsiteX139" fmla="*/ 487006 w 1605470"/>
              <a:gd name="connsiteY139" fmla="*/ 2050531 h 6858000"/>
              <a:gd name="connsiteX140" fmla="*/ 478812 w 1605470"/>
              <a:gd name="connsiteY140" fmla="*/ 1963269 h 6858000"/>
              <a:gd name="connsiteX141" fmla="*/ 442619 w 1605470"/>
              <a:gd name="connsiteY141" fmla="*/ 1910499 h 6858000"/>
              <a:gd name="connsiteX142" fmla="*/ 446785 w 1605470"/>
              <a:gd name="connsiteY142" fmla="*/ 1903212 h 6858000"/>
              <a:gd name="connsiteX143" fmla="*/ 436547 w 1605470"/>
              <a:gd name="connsiteY143" fmla="*/ 1861531 h 6858000"/>
              <a:gd name="connsiteX144" fmla="*/ 390346 w 1605470"/>
              <a:gd name="connsiteY144" fmla="*/ 1732919 h 6858000"/>
              <a:gd name="connsiteX145" fmla="*/ 362657 w 1605470"/>
              <a:gd name="connsiteY145" fmla="*/ 1663540 h 6858000"/>
              <a:gd name="connsiteX146" fmla="*/ 361783 w 1605470"/>
              <a:gd name="connsiteY146" fmla="*/ 1615777 h 6858000"/>
              <a:gd name="connsiteX147" fmla="*/ 342578 w 1605470"/>
              <a:gd name="connsiteY147" fmla="*/ 1563678 h 6858000"/>
              <a:gd name="connsiteX148" fmla="*/ 355658 w 1605470"/>
              <a:gd name="connsiteY148" fmla="*/ 1519474 h 6858000"/>
              <a:gd name="connsiteX149" fmla="*/ 348400 w 1605470"/>
              <a:gd name="connsiteY149" fmla="*/ 1477995 h 6858000"/>
              <a:gd name="connsiteX150" fmla="*/ 334485 w 1605470"/>
              <a:gd name="connsiteY150" fmla="*/ 1373769 h 6858000"/>
              <a:gd name="connsiteX151" fmla="*/ 342792 w 1605470"/>
              <a:gd name="connsiteY151" fmla="*/ 1307086 h 6858000"/>
              <a:gd name="connsiteX152" fmla="*/ 343980 w 1605470"/>
              <a:gd name="connsiteY152" fmla="*/ 1189033 h 6858000"/>
              <a:gd name="connsiteX153" fmla="*/ 348665 w 1605470"/>
              <a:gd name="connsiteY153" fmla="*/ 1168288 h 6858000"/>
              <a:gd name="connsiteX154" fmla="*/ 340947 w 1605470"/>
              <a:gd name="connsiteY154" fmla="*/ 1142577 h 6858000"/>
              <a:gd name="connsiteX155" fmla="*/ 330253 w 1605470"/>
              <a:gd name="connsiteY155" fmla="*/ 1088484 h 6858000"/>
              <a:gd name="connsiteX156" fmla="*/ 318989 w 1605470"/>
              <a:gd name="connsiteY156" fmla="*/ 1016103 h 6858000"/>
              <a:gd name="connsiteX157" fmla="*/ 320445 w 1605470"/>
              <a:gd name="connsiteY157" fmla="*/ 932283 h 6858000"/>
              <a:gd name="connsiteX158" fmla="*/ 322681 w 1605470"/>
              <a:gd name="connsiteY158" fmla="*/ 915925 h 6858000"/>
              <a:gd name="connsiteX159" fmla="*/ 315310 w 1605470"/>
              <a:gd name="connsiteY159" fmla="*/ 896999 h 6858000"/>
              <a:gd name="connsiteX160" fmla="*/ 284718 w 1605470"/>
              <a:gd name="connsiteY160" fmla="*/ 821517 h 6858000"/>
              <a:gd name="connsiteX161" fmla="*/ 263668 w 1605470"/>
              <a:gd name="connsiteY161" fmla="*/ 751353 h 6858000"/>
              <a:gd name="connsiteX162" fmla="*/ 263226 w 1605470"/>
              <a:gd name="connsiteY162" fmla="*/ 721230 h 6858000"/>
              <a:gd name="connsiteX163" fmla="*/ 248897 w 1605470"/>
              <a:gd name="connsiteY163" fmla="*/ 681659 h 6858000"/>
              <a:gd name="connsiteX164" fmla="*/ 234316 w 1605470"/>
              <a:gd name="connsiteY164" fmla="*/ 635218 h 6858000"/>
              <a:gd name="connsiteX165" fmla="*/ 239327 w 1605470"/>
              <a:gd name="connsiteY165" fmla="*/ 613763 h 6858000"/>
              <a:gd name="connsiteX166" fmla="*/ 225269 w 1605470"/>
              <a:gd name="connsiteY166" fmla="*/ 598582 h 6858000"/>
              <a:gd name="connsiteX167" fmla="*/ 224950 w 1605470"/>
              <a:gd name="connsiteY167" fmla="*/ 576846 h 6858000"/>
              <a:gd name="connsiteX168" fmla="*/ 204576 w 1605470"/>
              <a:gd name="connsiteY168" fmla="*/ 530055 h 6858000"/>
              <a:gd name="connsiteX169" fmla="*/ 219064 w 1605470"/>
              <a:gd name="connsiteY169" fmla="*/ 469651 h 6858000"/>
              <a:gd name="connsiteX170" fmla="*/ 195012 w 1605470"/>
              <a:gd name="connsiteY170" fmla="*/ 448559 h 6858000"/>
              <a:gd name="connsiteX171" fmla="*/ 201434 w 1605470"/>
              <a:gd name="connsiteY171" fmla="*/ 441529 h 6858000"/>
              <a:gd name="connsiteX172" fmla="*/ 200655 w 1605470"/>
              <a:gd name="connsiteY172" fmla="*/ 428927 h 6858000"/>
              <a:gd name="connsiteX173" fmla="*/ 190059 w 1605470"/>
              <a:gd name="connsiteY173" fmla="*/ 430161 h 6858000"/>
              <a:gd name="connsiteX174" fmla="*/ 167079 w 1605470"/>
              <a:gd name="connsiteY174" fmla="*/ 367211 h 6858000"/>
              <a:gd name="connsiteX175" fmla="*/ 124571 w 1605470"/>
              <a:gd name="connsiteY175" fmla="*/ 302178 h 6858000"/>
              <a:gd name="connsiteX176" fmla="*/ 103243 w 1605470"/>
              <a:gd name="connsiteY176" fmla="*/ 211375 h 6858000"/>
              <a:gd name="connsiteX177" fmla="*/ 94571 w 1605470"/>
              <a:gd name="connsiteY177" fmla="*/ 184179 h 6858000"/>
              <a:gd name="connsiteX178" fmla="*/ 13437 w 1605470"/>
              <a:gd name="connsiteY178" fmla="*/ 19287 h 6858000"/>
              <a:gd name="connsiteX179" fmla="*/ 0 w 1605470"/>
              <a:gd name="connsiteY17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380910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385303 w 1605470"/>
              <a:gd name="connsiteY32" fmla="*/ 6171970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35123 w 1605470"/>
              <a:gd name="connsiteY31" fmla="*/ 6315613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41730 w 1605470"/>
              <a:gd name="connsiteY30" fmla="*/ 6331735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89472 w 1605470"/>
              <a:gd name="connsiteY35" fmla="*/ 5732419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12623 w 1605470"/>
              <a:gd name="connsiteY36" fmla="*/ 5685392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26609 w 1605470"/>
              <a:gd name="connsiteY39" fmla="*/ 5617081 h 6858000"/>
              <a:gd name="connsiteX40" fmla="*/ 531653 w 1605470"/>
              <a:gd name="connsiteY40" fmla="*/ 5604904 h 6858000"/>
              <a:gd name="connsiteX41" fmla="*/ 539863 w 1605470"/>
              <a:gd name="connsiteY41" fmla="*/ 5604298 h 6858000"/>
              <a:gd name="connsiteX42" fmla="*/ 552319 w 1605470"/>
              <a:gd name="connsiteY42" fmla="*/ 5587997 h 6858000"/>
              <a:gd name="connsiteX43" fmla="*/ 559710 w 1605470"/>
              <a:gd name="connsiteY43" fmla="*/ 5564796 h 6858000"/>
              <a:gd name="connsiteX44" fmla="*/ 587214 w 1605470"/>
              <a:gd name="connsiteY44" fmla="*/ 5451511 h 6858000"/>
              <a:gd name="connsiteX45" fmla="*/ 608019 w 1605470"/>
              <a:gd name="connsiteY45" fmla="*/ 5385461 h 6858000"/>
              <a:gd name="connsiteX46" fmla="*/ 622750 w 1605470"/>
              <a:gd name="connsiteY46" fmla="*/ 5363084 h 6858000"/>
              <a:gd name="connsiteX47" fmla="*/ 638731 w 1605470"/>
              <a:gd name="connsiteY47" fmla="*/ 5330009 h 6858000"/>
              <a:gd name="connsiteX48" fmla="*/ 672224 w 1605470"/>
              <a:gd name="connsiteY48" fmla="*/ 5273739 h 6858000"/>
              <a:gd name="connsiteX49" fmla="*/ 681823 w 1605470"/>
              <a:gd name="connsiteY49" fmla="*/ 5241779 h 6858000"/>
              <a:gd name="connsiteX50" fmla="*/ 693049 w 1605470"/>
              <a:gd name="connsiteY50" fmla="*/ 5225268 h 6858000"/>
              <a:gd name="connsiteX51" fmla="*/ 694069 w 1605470"/>
              <a:gd name="connsiteY51" fmla="*/ 5217684 h 6858000"/>
              <a:gd name="connsiteX52" fmla="*/ 701410 w 1605470"/>
              <a:gd name="connsiteY52" fmla="*/ 5193377 h 6858000"/>
              <a:gd name="connsiteX53" fmla="*/ 704713 w 1605470"/>
              <a:gd name="connsiteY53" fmla="*/ 5179288 h 6858000"/>
              <a:gd name="connsiteX54" fmla="*/ 705697 w 1605470"/>
              <a:gd name="connsiteY54" fmla="*/ 5173621 h 6858000"/>
              <a:gd name="connsiteX55" fmla="*/ 701331 w 1605470"/>
              <a:gd name="connsiteY55" fmla="*/ 5159961 h 6858000"/>
              <a:gd name="connsiteX56" fmla="*/ 708008 w 1605470"/>
              <a:gd name="connsiteY56" fmla="*/ 5144295 h 6858000"/>
              <a:gd name="connsiteX57" fmla="*/ 704941 w 1605470"/>
              <a:gd name="connsiteY57" fmla="*/ 5125185 h 6858000"/>
              <a:gd name="connsiteX58" fmla="*/ 711771 w 1605470"/>
              <a:gd name="connsiteY58" fmla="*/ 5121884 h 6858000"/>
              <a:gd name="connsiteX59" fmla="*/ 721092 w 1605470"/>
              <a:gd name="connsiteY59" fmla="*/ 5108383 h 6858000"/>
              <a:gd name="connsiteX60" fmla="*/ 717045 w 1605470"/>
              <a:gd name="connsiteY60" fmla="*/ 5094705 h 6858000"/>
              <a:gd name="connsiteX61" fmla="*/ 718807 w 1605470"/>
              <a:gd name="connsiteY61" fmla="*/ 5067850 h 6858000"/>
              <a:gd name="connsiteX62" fmla="*/ 721538 w 1605470"/>
              <a:gd name="connsiteY62" fmla="*/ 5060861 h 6858000"/>
              <a:gd name="connsiteX63" fmla="*/ 718242 w 1605470"/>
              <a:gd name="connsiteY63" fmla="*/ 5034192 h 6858000"/>
              <a:gd name="connsiteX64" fmla="*/ 719796 w 1605470"/>
              <a:gd name="connsiteY64" fmla="*/ 4993030 h 6858000"/>
              <a:gd name="connsiteX65" fmla="*/ 726705 w 1605470"/>
              <a:gd name="connsiteY65" fmla="*/ 4946844 h 6858000"/>
              <a:gd name="connsiteX66" fmla="*/ 722561 w 1605470"/>
              <a:gd name="connsiteY66" fmla="*/ 4932692 h 6858000"/>
              <a:gd name="connsiteX67" fmla="*/ 724935 w 1605470"/>
              <a:gd name="connsiteY67" fmla="*/ 4821504 h 6858000"/>
              <a:gd name="connsiteX68" fmla="*/ 732118 w 1605470"/>
              <a:gd name="connsiteY68" fmla="*/ 4801535 h 6858000"/>
              <a:gd name="connsiteX69" fmla="*/ 739787 w 1605470"/>
              <a:gd name="connsiteY69" fmla="*/ 4797794 h 6858000"/>
              <a:gd name="connsiteX70" fmla="*/ 741081 w 1605470"/>
              <a:gd name="connsiteY70" fmla="*/ 4784526 h 6858000"/>
              <a:gd name="connsiteX71" fmla="*/ 742865 w 1605470"/>
              <a:gd name="connsiteY71" fmla="*/ 4781211 h 6858000"/>
              <a:gd name="connsiteX72" fmla="*/ 751652 w 1605470"/>
              <a:gd name="connsiteY72" fmla="*/ 4761984 h 6858000"/>
              <a:gd name="connsiteX73" fmla="*/ 747700 w 1605470"/>
              <a:gd name="connsiteY73" fmla="*/ 4690749 h 6858000"/>
              <a:gd name="connsiteX74" fmla="*/ 743180 w 1605470"/>
              <a:gd name="connsiteY74" fmla="*/ 4613201 h 6858000"/>
              <a:gd name="connsiteX75" fmla="*/ 738263 w 1605470"/>
              <a:gd name="connsiteY75" fmla="*/ 4444346 h 6858000"/>
              <a:gd name="connsiteX76" fmla="*/ 756542 w 1605470"/>
              <a:gd name="connsiteY76" fmla="*/ 4350346 h 6858000"/>
              <a:gd name="connsiteX77" fmla="*/ 715481 w 1605470"/>
              <a:gd name="connsiteY77" fmla="*/ 4214165 h 6858000"/>
              <a:gd name="connsiteX78" fmla="*/ 719554 w 1605470"/>
              <a:gd name="connsiteY78" fmla="*/ 4090296 h 6858000"/>
              <a:gd name="connsiteX79" fmla="*/ 704810 w 1605470"/>
              <a:gd name="connsiteY79" fmla="*/ 4033999 h 6858000"/>
              <a:gd name="connsiteX80" fmla="*/ 705959 w 1605470"/>
              <a:gd name="connsiteY80" fmla="*/ 4031933 h 6858000"/>
              <a:gd name="connsiteX81" fmla="*/ 704535 w 1605470"/>
              <a:gd name="connsiteY81" fmla="*/ 4013953 h 6858000"/>
              <a:gd name="connsiteX82" fmla="*/ 700443 w 1605470"/>
              <a:gd name="connsiteY82" fmla="*/ 4010511 h 6858000"/>
              <a:gd name="connsiteX83" fmla="*/ 698282 w 1605470"/>
              <a:gd name="connsiteY83" fmla="*/ 3998331 h 6858000"/>
              <a:gd name="connsiteX84" fmla="*/ 690830 w 1605470"/>
              <a:gd name="connsiteY84" fmla="*/ 3974753 h 6858000"/>
              <a:gd name="connsiteX85" fmla="*/ 692428 w 1605470"/>
              <a:gd name="connsiteY85" fmla="*/ 3969950 h 6858000"/>
              <a:gd name="connsiteX86" fmla="*/ 685850 w 1605470"/>
              <a:gd name="connsiteY86" fmla="*/ 3933779 h 6858000"/>
              <a:gd name="connsiteX87" fmla="*/ 687181 w 1605470"/>
              <a:gd name="connsiteY87" fmla="*/ 3933093 h 6858000"/>
              <a:gd name="connsiteX88" fmla="*/ 691535 w 1605470"/>
              <a:gd name="connsiteY88" fmla="*/ 3922082 h 6858000"/>
              <a:gd name="connsiteX89" fmla="*/ 696613 w 1605470"/>
              <a:gd name="connsiteY89" fmla="*/ 3901461 h 6858000"/>
              <a:gd name="connsiteX90" fmla="*/ 719207 w 1605470"/>
              <a:gd name="connsiteY90" fmla="*/ 3813873 h 6858000"/>
              <a:gd name="connsiteX91" fmla="*/ 718632 w 1605470"/>
              <a:gd name="connsiteY91" fmla="*/ 3806161 h 6858000"/>
              <a:gd name="connsiteX92" fmla="*/ 718939 w 1605470"/>
              <a:gd name="connsiteY92" fmla="*/ 3805957 h 6858000"/>
              <a:gd name="connsiteX93" fmla="*/ 718966 w 1605470"/>
              <a:gd name="connsiteY93" fmla="*/ 3797724 h 6858000"/>
              <a:gd name="connsiteX94" fmla="*/ 717581 w 1605470"/>
              <a:gd name="connsiteY94" fmla="*/ 3792098 h 6858000"/>
              <a:gd name="connsiteX95" fmla="*/ 716465 w 1605470"/>
              <a:gd name="connsiteY95" fmla="*/ 3777135 h 6858000"/>
              <a:gd name="connsiteX96" fmla="*/ 718198 w 1605470"/>
              <a:gd name="connsiteY96" fmla="*/ 3771656 h 6858000"/>
              <a:gd name="connsiteX97" fmla="*/ 721941 w 1605470"/>
              <a:gd name="connsiteY97" fmla="*/ 3769007 h 6858000"/>
              <a:gd name="connsiteX98" fmla="*/ 721407 w 1605470"/>
              <a:gd name="connsiteY98" fmla="*/ 3767709 h 6858000"/>
              <a:gd name="connsiteX99" fmla="*/ 730103 w 1605470"/>
              <a:gd name="connsiteY99" fmla="*/ 3738082 h 6858000"/>
              <a:gd name="connsiteX100" fmla="*/ 737449 w 1605470"/>
              <a:gd name="connsiteY100" fmla="*/ 3673397 h 6858000"/>
              <a:gd name="connsiteX101" fmla="*/ 736745 w 1605470"/>
              <a:gd name="connsiteY101" fmla="*/ 3637109 h 6858000"/>
              <a:gd name="connsiteX102" fmla="*/ 740188 w 1605470"/>
              <a:gd name="connsiteY102" fmla="*/ 3536883 h 6858000"/>
              <a:gd name="connsiteX103" fmla="*/ 747726 w 1605470"/>
              <a:gd name="connsiteY103" fmla="*/ 3435652 h 6858000"/>
              <a:gd name="connsiteX104" fmla="*/ 774383 w 1605470"/>
              <a:gd name="connsiteY104" fmla="*/ 3381564 h 6858000"/>
              <a:gd name="connsiteX105" fmla="*/ 774870 w 1605470"/>
              <a:gd name="connsiteY105" fmla="*/ 3375761 h 6858000"/>
              <a:gd name="connsiteX106" fmla="*/ 770510 w 1605470"/>
              <a:gd name="connsiteY106" fmla="*/ 3361844 h 6858000"/>
              <a:gd name="connsiteX107" fmla="*/ 767933 w 1605470"/>
              <a:gd name="connsiteY107" fmla="*/ 3356929 h 6858000"/>
              <a:gd name="connsiteX108" fmla="*/ 766158 w 1605470"/>
              <a:gd name="connsiteY108" fmla="*/ 3349058 h 6858000"/>
              <a:gd name="connsiteX109" fmla="*/ 766414 w 1605470"/>
              <a:gd name="connsiteY109" fmla="*/ 3348763 h 6858000"/>
              <a:gd name="connsiteX110" fmla="*/ 764166 w 1605470"/>
              <a:gd name="connsiteY110" fmla="*/ 3341588 h 6858000"/>
              <a:gd name="connsiteX111" fmla="*/ 749397 w 1605470"/>
              <a:gd name="connsiteY111" fmla="*/ 3307769 h 6858000"/>
              <a:gd name="connsiteX112" fmla="*/ 766960 w 1605470"/>
              <a:gd name="connsiteY112" fmla="*/ 3250522 h 6858000"/>
              <a:gd name="connsiteX113" fmla="*/ 767385 w 1605470"/>
              <a:gd name="connsiteY113" fmla="*/ 3229163 h 6858000"/>
              <a:gd name="connsiteX114" fmla="*/ 769208 w 1605470"/>
              <a:gd name="connsiteY114" fmla="*/ 3217217 h 6858000"/>
              <a:gd name="connsiteX115" fmla="*/ 770350 w 1605470"/>
              <a:gd name="connsiteY115" fmla="*/ 3216125 h 6858000"/>
              <a:gd name="connsiteX116" fmla="*/ 756043 w 1605470"/>
              <a:gd name="connsiteY116" fmla="*/ 3183755 h 6858000"/>
              <a:gd name="connsiteX117" fmla="*/ 756544 w 1605470"/>
              <a:gd name="connsiteY117" fmla="*/ 3178642 h 6858000"/>
              <a:gd name="connsiteX118" fmla="*/ 744144 w 1605470"/>
              <a:gd name="connsiteY118" fmla="*/ 3158586 h 6858000"/>
              <a:gd name="connsiteX119" fmla="*/ 739378 w 1605470"/>
              <a:gd name="connsiteY119" fmla="*/ 3147669 h 6858000"/>
              <a:gd name="connsiteX120" fmla="*/ 734648 w 1605470"/>
              <a:gd name="connsiteY120" fmla="*/ 3145733 h 6858000"/>
              <a:gd name="connsiteX121" fmla="*/ 729329 w 1605470"/>
              <a:gd name="connsiteY121" fmla="*/ 3129034 h 6858000"/>
              <a:gd name="connsiteX122" fmla="*/ 729994 w 1605470"/>
              <a:gd name="connsiteY122" fmla="*/ 3126682 h 6858000"/>
              <a:gd name="connsiteX123" fmla="*/ 720862 w 1605470"/>
              <a:gd name="connsiteY123" fmla="*/ 3114519 h 6858000"/>
              <a:gd name="connsiteX124" fmla="*/ 707471 w 1605470"/>
              <a:gd name="connsiteY124" fmla="*/ 3106272 h 6858000"/>
              <a:gd name="connsiteX125" fmla="*/ 680201 w 1605470"/>
              <a:gd name="connsiteY125" fmla="*/ 2958185 h 6858000"/>
              <a:gd name="connsiteX126" fmla="*/ 622815 w 1605470"/>
              <a:gd name="connsiteY126" fmla="*/ 2762989 h 6858000"/>
              <a:gd name="connsiteX127" fmla="*/ 571733 w 1605470"/>
              <a:gd name="connsiteY127" fmla="*/ 2554718 h 6858000"/>
              <a:gd name="connsiteX128" fmla="*/ 551827 w 1605470"/>
              <a:gd name="connsiteY128" fmla="*/ 2485734 h 6858000"/>
              <a:gd name="connsiteX129" fmla="*/ 542550 w 1605470"/>
              <a:gd name="connsiteY129" fmla="*/ 2447068 h 6858000"/>
              <a:gd name="connsiteX130" fmla="*/ 529511 w 1605470"/>
              <a:gd name="connsiteY130" fmla="*/ 2425819 h 6858000"/>
              <a:gd name="connsiteX131" fmla="*/ 528878 w 1605470"/>
              <a:gd name="connsiteY131" fmla="*/ 2408971 h 6858000"/>
              <a:gd name="connsiteX132" fmla="*/ 535510 w 1605470"/>
              <a:gd name="connsiteY132" fmla="*/ 2402874 h 6858000"/>
              <a:gd name="connsiteX133" fmla="*/ 538122 w 1605470"/>
              <a:gd name="connsiteY133" fmla="*/ 2381443 h 6858000"/>
              <a:gd name="connsiteX134" fmla="*/ 514451 w 1605470"/>
              <a:gd name="connsiteY134" fmla="*/ 2261920 h 6858000"/>
              <a:gd name="connsiteX135" fmla="*/ 486968 w 1605470"/>
              <a:gd name="connsiteY135" fmla="*/ 2182937 h 6858000"/>
              <a:gd name="connsiteX136" fmla="*/ 488555 w 1605470"/>
              <a:gd name="connsiteY136" fmla="*/ 2155135 h 6858000"/>
              <a:gd name="connsiteX137" fmla="*/ 486013 w 1605470"/>
              <a:gd name="connsiteY137" fmla="*/ 2118008 h 6858000"/>
              <a:gd name="connsiteX138" fmla="*/ 487006 w 1605470"/>
              <a:gd name="connsiteY138" fmla="*/ 2050531 h 6858000"/>
              <a:gd name="connsiteX139" fmla="*/ 478812 w 1605470"/>
              <a:gd name="connsiteY139" fmla="*/ 1963269 h 6858000"/>
              <a:gd name="connsiteX140" fmla="*/ 442619 w 1605470"/>
              <a:gd name="connsiteY140" fmla="*/ 1910499 h 6858000"/>
              <a:gd name="connsiteX141" fmla="*/ 446785 w 1605470"/>
              <a:gd name="connsiteY141" fmla="*/ 1903212 h 6858000"/>
              <a:gd name="connsiteX142" fmla="*/ 436547 w 1605470"/>
              <a:gd name="connsiteY142" fmla="*/ 1861531 h 6858000"/>
              <a:gd name="connsiteX143" fmla="*/ 390346 w 1605470"/>
              <a:gd name="connsiteY143" fmla="*/ 1732919 h 6858000"/>
              <a:gd name="connsiteX144" fmla="*/ 362657 w 1605470"/>
              <a:gd name="connsiteY144" fmla="*/ 1663540 h 6858000"/>
              <a:gd name="connsiteX145" fmla="*/ 361783 w 1605470"/>
              <a:gd name="connsiteY145" fmla="*/ 1615777 h 6858000"/>
              <a:gd name="connsiteX146" fmla="*/ 342578 w 1605470"/>
              <a:gd name="connsiteY146" fmla="*/ 1563678 h 6858000"/>
              <a:gd name="connsiteX147" fmla="*/ 355658 w 1605470"/>
              <a:gd name="connsiteY147" fmla="*/ 1519474 h 6858000"/>
              <a:gd name="connsiteX148" fmla="*/ 348400 w 1605470"/>
              <a:gd name="connsiteY148" fmla="*/ 1477995 h 6858000"/>
              <a:gd name="connsiteX149" fmla="*/ 334485 w 1605470"/>
              <a:gd name="connsiteY149" fmla="*/ 1373769 h 6858000"/>
              <a:gd name="connsiteX150" fmla="*/ 342792 w 1605470"/>
              <a:gd name="connsiteY150" fmla="*/ 1307086 h 6858000"/>
              <a:gd name="connsiteX151" fmla="*/ 343980 w 1605470"/>
              <a:gd name="connsiteY151" fmla="*/ 1189033 h 6858000"/>
              <a:gd name="connsiteX152" fmla="*/ 348665 w 1605470"/>
              <a:gd name="connsiteY152" fmla="*/ 1168288 h 6858000"/>
              <a:gd name="connsiteX153" fmla="*/ 340947 w 1605470"/>
              <a:gd name="connsiteY153" fmla="*/ 1142577 h 6858000"/>
              <a:gd name="connsiteX154" fmla="*/ 330253 w 1605470"/>
              <a:gd name="connsiteY154" fmla="*/ 1088484 h 6858000"/>
              <a:gd name="connsiteX155" fmla="*/ 318989 w 1605470"/>
              <a:gd name="connsiteY155" fmla="*/ 1016103 h 6858000"/>
              <a:gd name="connsiteX156" fmla="*/ 320445 w 1605470"/>
              <a:gd name="connsiteY156" fmla="*/ 932283 h 6858000"/>
              <a:gd name="connsiteX157" fmla="*/ 322681 w 1605470"/>
              <a:gd name="connsiteY157" fmla="*/ 915925 h 6858000"/>
              <a:gd name="connsiteX158" fmla="*/ 315310 w 1605470"/>
              <a:gd name="connsiteY158" fmla="*/ 896999 h 6858000"/>
              <a:gd name="connsiteX159" fmla="*/ 284718 w 1605470"/>
              <a:gd name="connsiteY159" fmla="*/ 821517 h 6858000"/>
              <a:gd name="connsiteX160" fmla="*/ 263668 w 1605470"/>
              <a:gd name="connsiteY160" fmla="*/ 751353 h 6858000"/>
              <a:gd name="connsiteX161" fmla="*/ 263226 w 1605470"/>
              <a:gd name="connsiteY161" fmla="*/ 721230 h 6858000"/>
              <a:gd name="connsiteX162" fmla="*/ 248897 w 1605470"/>
              <a:gd name="connsiteY162" fmla="*/ 681659 h 6858000"/>
              <a:gd name="connsiteX163" fmla="*/ 234316 w 1605470"/>
              <a:gd name="connsiteY163" fmla="*/ 635218 h 6858000"/>
              <a:gd name="connsiteX164" fmla="*/ 239327 w 1605470"/>
              <a:gd name="connsiteY164" fmla="*/ 613763 h 6858000"/>
              <a:gd name="connsiteX165" fmla="*/ 225269 w 1605470"/>
              <a:gd name="connsiteY165" fmla="*/ 598582 h 6858000"/>
              <a:gd name="connsiteX166" fmla="*/ 224950 w 1605470"/>
              <a:gd name="connsiteY166" fmla="*/ 576846 h 6858000"/>
              <a:gd name="connsiteX167" fmla="*/ 204576 w 1605470"/>
              <a:gd name="connsiteY167" fmla="*/ 530055 h 6858000"/>
              <a:gd name="connsiteX168" fmla="*/ 219064 w 1605470"/>
              <a:gd name="connsiteY168" fmla="*/ 469651 h 6858000"/>
              <a:gd name="connsiteX169" fmla="*/ 195012 w 1605470"/>
              <a:gd name="connsiteY169" fmla="*/ 448559 h 6858000"/>
              <a:gd name="connsiteX170" fmla="*/ 201434 w 1605470"/>
              <a:gd name="connsiteY170" fmla="*/ 441529 h 6858000"/>
              <a:gd name="connsiteX171" fmla="*/ 200655 w 1605470"/>
              <a:gd name="connsiteY171" fmla="*/ 428927 h 6858000"/>
              <a:gd name="connsiteX172" fmla="*/ 190059 w 1605470"/>
              <a:gd name="connsiteY172" fmla="*/ 430161 h 6858000"/>
              <a:gd name="connsiteX173" fmla="*/ 167079 w 1605470"/>
              <a:gd name="connsiteY173" fmla="*/ 367211 h 6858000"/>
              <a:gd name="connsiteX174" fmla="*/ 124571 w 1605470"/>
              <a:gd name="connsiteY174" fmla="*/ 302178 h 6858000"/>
              <a:gd name="connsiteX175" fmla="*/ 103243 w 1605470"/>
              <a:gd name="connsiteY175" fmla="*/ 211375 h 6858000"/>
              <a:gd name="connsiteX176" fmla="*/ 94571 w 1605470"/>
              <a:gd name="connsiteY176" fmla="*/ 184179 h 6858000"/>
              <a:gd name="connsiteX177" fmla="*/ 13437 w 1605470"/>
              <a:gd name="connsiteY177" fmla="*/ 19287 h 6858000"/>
              <a:gd name="connsiteX178" fmla="*/ 0 w 1605470"/>
              <a:gd name="connsiteY17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10261 w 1605470"/>
              <a:gd name="connsiteY37" fmla="*/ 5634527 h 6858000"/>
              <a:gd name="connsiteX38" fmla="*/ 523992 w 1605470"/>
              <a:gd name="connsiteY38" fmla="*/ 5619557 h 6858000"/>
              <a:gd name="connsiteX39" fmla="*/ 531653 w 1605470"/>
              <a:gd name="connsiteY39" fmla="*/ 5604904 h 6858000"/>
              <a:gd name="connsiteX40" fmla="*/ 539863 w 1605470"/>
              <a:gd name="connsiteY40" fmla="*/ 5604298 h 6858000"/>
              <a:gd name="connsiteX41" fmla="*/ 552319 w 1605470"/>
              <a:gd name="connsiteY41" fmla="*/ 5587997 h 6858000"/>
              <a:gd name="connsiteX42" fmla="*/ 559710 w 1605470"/>
              <a:gd name="connsiteY42" fmla="*/ 5564796 h 6858000"/>
              <a:gd name="connsiteX43" fmla="*/ 587214 w 1605470"/>
              <a:gd name="connsiteY43" fmla="*/ 5451511 h 6858000"/>
              <a:gd name="connsiteX44" fmla="*/ 608019 w 1605470"/>
              <a:gd name="connsiteY44" fmla="*/ 5385461 h 6858000"/>
              <a:gd name="connsiteX45" fmla="*/ 622750 w 1605470"/>
              <a:gd name="connsiteY45" fmla="*/ 5363084 h 6858000"/>
              <a:gd name="connsiteX46" fmla="*/ 638731 w 1605470"/>
              <a:gd name="connsiteY46" fmla="*/ 5330009 h 6858000"/>
              <a:gd name="connsiteX47" fmla="*/ 672224 w 1605470"/>
              <a:gd name="connsiteY47" fmla="*/ 5273739 h 6858000"/>
              <a:gd name="connsiteX48" fmla="*/ 681823 w 1605470"/>
              <a:gd name="connsiteY48" fmla="*/ 5241779 h 6858000"/>
              <a:gd name="connsiteX49" fmla="*/ 693049 w 1605470"/>
              <a:gd name="connsiteY49" fmla="*/ 5225268 h 6858000"/>
              <a:gd name="connsiteX50" fmla="*/ 694069 w 1605470"/>
              <a:gd name="connsiteY50" fmla="*/ 5217684 h 6858000"/>
              <a:gd name="connsiteX51" fmla="*/ 701410 w 1605470"/>
              <a:gd name="connsiteY51" fmla="*/ 5193377 h 6858000"/>
              <a:gd name="connsiteX52" fmla="*/ 704713 w 1605470"/>
              <a:gd name="connsiteY52" fmla="*/ 5179288 h 6858000"/>
              <a:gd name="connsiteX53" fmla="*/ 705697 w 1605470"/>
              <a:gd name="connsiteY53" fmla="*/ 5173621 h 6858000"/>
              <a:gd name="connsiteX54" fmla="*/ 701331 w 1605470"/>
              <a:gd name="connsiteY54" fmla="*/ 5159961 h 6858000"/>
              <a:gd name="connsiteX55" fmla="*/ 708008 w 1605470"/>
              <a:gd name="connsiteY55" fmla="*/ 5144295 h 6858000"/>
              <a:gd name="connsiteX56" fmla="*/ 704941 w 1605470"/>
              <a:gd name="connsiteY56" fmla="*/ 5125185 h 6858000"/>
              <a:gd name="connsiteX57" fmla="*/ 711771 w 1605470"/>
              <a:gd name="connsiteY57" fmla="*/ 5121884 h 6858000"/>
              <a:gd name="connsiteX58" fmla="*/ 721092 w 1605470"/>
              <a:gd name="connsiteY58" fmla="*/ 5108383 h 6858000"/>
              <a:gd name="connsiteX59" fmla="*/ 717045 w 1605470"/>
              <a:gd name="connsiteY59" fmla="*/ 5094705 h 6858000"/>
              <a:gd name="connsiteX60" fmla="*/ 718807 w 1605470"/>
              <a:gd name="connsiteY60" fmla="*/ 5067850 h 6858000"/>
              <a:gd name="connsiteX61" fmla="*/ 721538 w 1605470"/>
              <a:gd name="connsiteY61" fmla="*/ 5060861 h 6858000"/>
              <a:gd name="connsiteX62" fmla="*/ 718242 w 1605470"/>
              <a:gd name="connsiteY62" fmla="*/ 5034192 h 6858000"/>
              <a:gd name="connsiteX63" fmla="*/ 719796 w 1605470"/>
              <a:gd name="connsiteY63" fmla="*/ 4993030 h 6858000"/>
              <a:gd name="connsiteX64" fmla="*/ 726705 w 1605470"/>
              <a:gd name="connsiteY64" fmla="*/ 4946844 h 6858000"/>
              <a:gd name="connsiteX65" fmla="*/ 722561 w 1605470"/>
              <a:gd name="connsiteY65" fmla="*/ 4932692 h 6858000"/>
              <a:gd name="connsiteX66" fmla="*/ 724935 w 1605470"/>
              <a:gd name="connsiteY66" fmla="*/ 4821504 h 6858000"/>
              <a:gd name="connsiteX67" fmla="*/ 732118 w 1605470"/>
              <a:gd name="connsiteY67" fmla="*/ 4801535 h 6858000"/>
              <a:gd name="connsiteX68" fmla="*/ 739787 w 1605470"/>
              <a:gd name="connsiteY68" fmla="*/ 4797794 h 6858000"/>
              <a:gd name="connsiteX69" fmla="*/ 741081 w 1605470"/>
              <a:gd name="connsiteY69" fmla="*/ 4784526 h 6858000"/>
              <a:gd name="connsiteX70" fmla="*/ 742865 w 1605470"/>
              <a:gd name="connsiteY70" fmla="*/ 4781211 h 6858000"/>
              <a:gd name="connsiteX71" fmla="*/ 751652 w 1605470"/>
              <a:gd name="connsiteY71" fmla="*/ 4761984 h 6858000"/>
              <a:gd name="connsiteX72" fmla="*/ 747700 w 1605470"/>
              <a:gd name="connsiteY72" fmla="*/ 4690749 h 6858000"/>
              <a:gd name="connsiteX73" fmla="*/ 743180 w 1605470"/>
              <a:gd name="connsiteY73" fmla="*/ 4613201 h 6858000"/>
              <a:gd name="connsiteX74" fmla="*/ 738263 w 1605470"/>
              <a:gd name="connsiteY74" fmla="*/ 4444346 h 6858000"/>
              <a:gd name="connsiteX75" fmla="*/ 756542 w 1605470"/>
              <a:gd name="connsiteY75" fmla="*/ 4350346 h 6858000"/>
              <a:gd name="connsiteX76" fmla="*/ 715481 w 1605470"/>
              <a:gd name="connsiteY76" fmla="*/ 4214165 h 6858000"/>
              <a:gd name="connsiteX77" fmla="*/ 719554 w 1605470"/>
              <a:gd name="connsiteY77" fmla="*/ 4090296 h 6858000"/>
              <a:gd name="connsiteX78" fmla="*/ 704810 w 1605470"/>
              <a:gd name="connsiteY78" fmla="*/ 4033999 h 6858000"/>
              <a:gd name="connsiteX79" fmla="*/ 705959 w 1605470"/>
              <a:gd name="connsiteY79" fmla="*/ 4031933 h 6858000"/>
              <a:gd name="connsiteX80" fmla="*/ 704535 w 1605470"/>
              <a:gd name="connsiteY80" fmla="*/ 4013953 h 6858000"/>
              <a:gd name="connsiteX81" fmla="*/ 700443 w 1605470"/>
              <a:gd name="connsiteY81" fmla="*/ 4010511 h 6858000"/>
              <a:gd name="connsiteX82" fmla="*/ 698282 w 1605470"/>
              <a:gd name="connsiteY82" fmla="*/ 3998331 h 6858000"/>
              <a:gd name="connsiteX83" fmla="*/ 690830 w 1605470"/>
              <a:gd name="connsiteY83" fmla="*/ 3974753 h 6858000"/>
              <a:gd name="connsiteX84" fmla="*/ 692428 w 1605470"/>
              <a:gd name="connsiteY84" fmla="*/ 3969950 h 6858000"/>
              <a:gd name="connsiteX85" fmla="*/ 685850 w 1605470"/>
              <a:gd name="connsiteY85" fmla="*/ 3933779 h 6858000"/>
              <a:gd name="connsiteX86" fmla="*/ 687181 w 1605470"/>
              <a:gd name="connsiteY86" fmla="*/ 3933093 h 6858000"/>
              <a:gd name="connsiteX87" fmla="*/ 691535 w 1605470"/>
              <a:gd name="connsiteY87" fmla="*/ 3922082 h 6858000"/>
              <a:gd name="connsiteX88" fmla="*/ 696613 w 1605470"/>
              <a:gd name="connsiteY88" fmla="*/ 3901461 h 6858000"/>
              <a:gd name="connsiteX89" fmla="*/ 719207 w 1605470"/>
              <a:gd name="connsiteY89" fmla="*/ 3813873 h 6858000"/>
              <a:gd name="connsiteX90" fmla="*/ 718632 w 1605470"/>
              <a:gd name="connsiteY90" fmla="*/ 3806161 h 6858000"/>
              <a:gd name="connsiteX91" fmla="*/ 718939 w 1605470"/>
              <a:gd name="connsiteY91" fmla="*/ 3805957 h 6858000"/>
              <a:gd name="connsiteX92" fmla="*/ 718966 w 1605470"/>
              <a:gd name="connsiteY92" fmla="*/ 3797724 h 6858000"/>
              <a:gd name="connsiteX93" fmla="*/ 717581 w 1605470"/>
              <a:gd name="connsiteY93" fmla="*/ 3792098 h 6858000"/>
              <a:gd name="connsiteX94" fmla="*/ 716465 w 1605470"/>
              <a:gd name="connsiteY94" fmla="*/ 3777135 h 6858000"/>
              <a:gd name="connsiteX95" fmla="*/ 718198 w 1605470"/>
              <a:gd name="connsiteY95" fmla="*/ 3771656 h 6858000"/>
              <a:gd name="connsiteX96" fmla="*/ 721941 w 1605470"/>
              <a:gd name="connsiteY96" fmla="*/ 3769007 h 6858000"/>
              <a:gd name="connsiteX97" fmla="*/ 721407 w 1605470"/>
              <a:gd name="connsiteY97" fmla="*/ 3767709 h 6858000"/>
              <a:gd name="connsiteX98" fmla="*/ 730103 w 1605470"/>
              <a:gd name="connsiteY98" fmla="*/ 3738082 h 6858000"/>
              <a:gd name="connsiteX99" fmla="*/ 737449 w 1605470"/>
              <a:gd name="connsiteY99" fmla="*/ 3673397 h 6858000"/>
              <a:gd name="connsiteX100" fmla="*/ 736745 w 1605470"/>
              <a:gd name="connsiteY100" fmla="*/ 3637109 h 6858000"/>
              <a:gd name="connsiteX101" fmla="*/ 740188 w 1605470"/>
              <a:gd name="connsiteY101" fmla="*/ 3536883 h 6858000"/>
              <a:gd name="connsiteX102" fmla="*/ 747726 w 1605470"/>
              <a:gd name="connsiteY102" fmla="*/ 3435652 h 6858000"/>
              <a:gd name="connsiteX103" fmla="*/ 774383 w 1605470"/>
              <a:gd name="connsiteY103" fmla="*/ 3381564 h 6858000"/>
              <a:gd name="connsiteX104" fmla="*/ 774870 w 1605470"/>
              <a:gd name="connsiteY104" fmla="*/ 3375761 h 6858000"/>
              <a:gd name="connsiteX105" fmla="*/ 770510 w 1605470"/>
              <a:gd name="connsiteY105" fmla="*/ 3361844 h 6858000"/>
              <a:gd name="connsiteX106" fmla="*/ 767933 w 1605470"/>
              <a:gd name="connsiteY106" fmla="*/ 3356929 h 6858000"/>
              <a:gd name="connsiteX107" fmla="*/ 766158 w 1605470"/>
              <a:gd name="connsiteY107" fmla="*/ 3349058 h 6858000"/>
              <a:gd name="connsiteX108" fmla="*/ 766414 w 1605470"/>
              <a:gd name="connsiteY108" fmla="*/ 3348763 h 6858000"/>
              <a:gd name="connsiteX109" fmla="*/ 764166 w 1605470"/>
              <a:gd name="connsiteY109" fmla="*/ 3341588 h 6858000"/>
              <a:gd name="connsiteX110" fmla="*/ 749397 w 1605470"/>
              <a:gd name="connsiteY110" fmla="*/ 3307769 h 6858000"/>
              <a:gd name="connsiteX111" fmla="*/ 766960 w 1605470"/>
              <a:gd name="connsiteY111" fmla="*/ 3250522 h 6858000"/>
              <a:gd name="connsiteX112" fmla="*/ 767385 w 1605470"/>
              <a:gd name="connsiteY112" fmla="*/ 3229163 h 6858000"/>
              <a:gd name="connsiteX113" fmla="*/ 769208 w 1605470"/>
              <a:gd name="connsiteY113" fmla="*/ 3217217 h 6858000"/>
              <a:gd name="connsiteX114" fmla="*/ 770350 w 1605470"/>
              <a:gd name="connsiteY114" fmla="*/ 3216125 h 6858000"/>
              <a:gd name="connsiteX115" fmla="*/ 756043 w 1605470"/>
              <a:gd name="connsiteY115" fmla="*/ 3183755 h 6858000"/>
              <a:gd name="connsiteX116" fmla="*/ 756544 w 1605470"/>
              <a:gd name="connsiteY116" fmla="*/ 3178642 h 6858000"/>
              <a:gd name="connsiteX117" fmla="*/ 744144 w 1605470"/>
              <a:gd name="connsiteY117" fmla="*/ 3158586 h 6858000"/>
              <a:gd name="connsiteX118" fmla="*/ 739378 w 1605470"/>
              <a:gd name="connsiteY118" fmla="*/ 3147669 h 6858000"/>
              <a:gd name="connsiteX119" fmla="*/ 734648 w 1605470"/>
              <a:gd name="connsiteY119" fmla="*/ 3145733 h 6858000"/>
              <a:gd name="connsiteX120" fmla="*/ 729329 w 1605470"/>
              <a:gd name="connsiteY120" fmla="*/ 3129034 h 6858000"/>
              <a:gd name="connsiteX121" fmla="*/ 729994 w 1605470"/>
              <a:gd name="connsiteY121" fmla="*/ 3126682 h 6858000"/>
              <a:gd name="connsiteX122" fmla="*/ 720862 w 1605470"/>
              <a:gd name="connsiteY122" fmla="*/ 3114519 h 6858000"/>
              <a:gd name="connsiteX123" fmla="*/ 707471 w 1605470"/>
              <a:gd name="connsiteY123" fmla="*/ 3106272 h 6858000"/>
              <a:gd name="connsiteX124" fmla="*/ 680201 w 1605470"/>
              <a:gd name="connsiteY124" fmla="*/ 2958185 h 6858000"/>
              <a:gd name="connsiteX125" fmla="*/ 622815 w 1605470"/>
              <a:gd name="connsiteY125" fmla="*/ 2762989 h 6858000"/>
              <a:gd name="connsiteX126" fmla="*/ 571733 w 1605470"/>
              <a:gd name="connsiteY126" fmla="*/ 2554718 h 6858000"/>
              <a:gd name="connsiteX127" fmla="*/ 551827 w 1605470"/>
              <a:gd name="connsiteY127" fmla="*/ 2485734 h 6858000"/>
              <a:gd name="connsiteX128" fmla="*/ 542550 w 1605470"/>
              <a:gd name="connsiteY128" fmla="*/ 2447068 h 6858000"/>
              <a:gd name="connsiteX129" fmla="*/ 529511 w 1605470"/>
              <a:gd name="connsiteY129" fmla="*/ 2425819 h 6858000"/>
              <a:gd name="connsiteX130" fmla="*/ 528878 w 1605470"/>
              <a:gd name="connsiteY130" fmla="*/ 2408971 h 6858000"/>
              <a:gd name="connsiteX131" fmla="*/ 535510 w 1605470"/>
              <a:gd name="connsiteY131" fmla="*/ 2402874 h 6858000"/>
              <a:gd name="connsiteX132" fmla="*/ 538122 w 1605470"/>
              <a:gd name="connsiteY132" fmla="*/ 2381443 h 6858000"/>
              <a:gd name="connsiteX133" fmla="*/ 514451 w 1605470"/>
              <a:gd name="connsiteY133" fmla="*/ 2261920 h 6858000"/>
              <a:gd name="connsiteX134" fmla="*/ 486968 w 1605470"/>
              <a:gd name="connsiteY134" fmla="*/ 2182937 h 6858000"/>
              <a:gd name="connsiteX135" fmla="*/ 488555 w 1605470"/>
              <a:gd name="connsiteY135" fmla="*/ 2155135 h 6858000"/>
              <a:gd name="connsiteX136" fmla="*/ 486013 w 1605470"/>
              <a:gd name="connsiteY136" fmla="*/ 2118008 h 6858000"/>
              <a:gd name="connsiteX137" fmla="*/ 487006 w 1605470"/>
              <a:gd name="connsiteY137" fmla="*/ 2050531 h 6858000"/>
              <a:gd name="connsiteX138" fmla="*/ 478812 w 1605470"/>
              <a:gd name="connsiteY138" fmla="*/ 1963269 h 6858000"/>
              <a:gd name="connsiteX139" fmla="*/ 442619 w 1605470"/>
              <a:gd name="connsiteY139" fmla="*/ 1910499 h 6858000"/>
              <a:gd name="connsiteX140" fmla="*/ 446785 w 1605470"/>
              <a:gd name="connsiteY140" fmla="*/ 1903212 h 6858000"/>
              <a:gd name="connsiteX141" fmla="*/ 436547 w 1605470"/>
              <a:gd name="connsiteY141" fmla="*/ 1861531 h 6858000"/>
              <a:gd name="connsiteX142" fmla="*/ 390346 w 1605470"/>
              <a:gd name="connsiteY142" fmla="*/ 1732919 h 6858000"/>
              <a:gd name="connsiteX143" fmla="*/ 362657 w 1605470"/>
              <a:gd name="connsiteY143" fmla="*/ 1663540 h 6858000"/>
              <a:gd name="connsiteX144" fmla="*/ 361783 w 1605470"/>
              <a:gd name="connsiteY144" fmla="*/ 1615777 h 6858000"/>
              <a:gd name="connsiteX145" fmla="*/ 342578 w 1605470"/>
              <a:gd name="connsiteY145" fmla="*/ 1563678 h 6858000"/>
              <a:gd name="connsiteX146" fmla="*/ 355658 w 1605470"/>
              <a:gd name="connsiteY146" fmla="*/ 1519474 h 6858000"/>
              <a:gd name="connsiteX147" fmla="*/ 348400 w 1605470"/>
              <a:gd name="connsiteY147" fmla="*/ 1477995 h 6858000"/>
              <a:gd name="connsiteX148" fmla="*/ 334485 w 1605470"/>
              <a:gd name="connsiteY148" fmla="*/ 1373769 h 6858000"/>
              <a:gd name="connsiteX149" fmla="*/ 342792 w 1605470"/>
              <a:gd name="connsiteY149" fmla="*/ 1307086 h 6858000"/>
              <a:gd name="connsiteX150" fmla="*/ 343980 w 1605470"/>
              <a:gd name="connsiteY150" fmla="*/ 1189033 h 6858000"/>
              <a:gd name="connsiteX151" fmla="*/ 348665 w 1605470"/>
              <a:gd name="connsiteY151" fmla="*/ 1168288 h 6858000"/>
              <a:gd name="connsiteX152" fmla="*/ 340947 w 1605470"/>
              <a:gd name="connsiteY152" fmla="*/ 1142577 h 6858000"/>
              <a:gd name="connsiteX153" fmla="*/ 330253 w 1605470"/>
              <a:gd name="connsiteY153" fmla="*/ 1088484 h 6858000"/>
              <a:gd name="connsiteX154" fmla="*/ 318989 w 1605470"/>
              <a:gd name="connsiteY154" fmla="*/ 1016103 h 6858000"/>
              <a:gd name="connsiteX155" fmla="*/ 320445 w 1605470"/>
              <a:gd name="connsiteY155" fmla="*/ 932283 h 6858000"/>
              <a:gd name="connsiteX156" fmla="*/ 322681 w 1605470"/>
              <a:gd name="connsiteY156" fmla="*/ 915925 h 6858000"/>
              <a:gd name="connsiteX157" fmla="*/ 315310 w 1605470"/>
              <a:gd name="connsiteY157" fmla="*/ 896999 h 6858000"/>
              <a:gd name="connsiteX158" fmla="*/ 284718 w 1605470"/>
              <a:gd name="connsiteY158" fmla="*/ 821517 h 6858000"/>
              <a:gd name="connsiteX159" fmla="*/ 263668 w 1605470"/>
              <a:gd name="connsiteY159" fmla="*/ 751353 h 6858000"/>
              <a:gd name="connsiteX160" fmla="*/ 263226 w 1605470"/>
              <a:gd name="connsiteY160" fmla="*/ 721230 h 6858000"/>
              <a:gd name="connsiteX161" fmla="*/ 248897 w 1605470"/>
              <a:gd name="connsiteY161" fmla="*/ 681659 h 6858000"/>
              <a:gd name="connsiteX162" fmla="*/ 234316 w 1605470"/>
              <a:gd name="connsiteY162" fmla="*/ 635218 h 6858000"/>
              <a:gd name="connsiteX163" fmla="*/ 239327 w 1605470"/>
              <a:gd name="connsiteY163" fmla="*/ 613763 h 6858000"/>
              <a:gd name="connsiteX164" fmla="*/ 225269 w 1605470"/>
              <a:gd name="connsiteY164" fmla="*/ 598582 h 6858000"/>
              <a:gd name="connsiteX165" fmla="*/ 224950 w 1605470"/>
              <a:gd name="connsiteY165" fmla="*/ 576846 h 6858000"/>
              <a:gd name="connsiteX166" fmla="*/ 204576 w 1605470"/>
              <a:gd name="connsiteY166" fmla="*/ 530055 h 6858000"/>
              <a:gd name="connsiteX167" fmla="*/ 219064 w 1605470"/>
              <a:gd name="connsiteY167" fmla="*/ 469651 h 6858000"/>
              <a:gd name="connsiteX168" fmla="*/ 195012 w 1605470"/>
              <a:gd name="connsiteY168" fmla="*/ 448559 h 6858000"/>
              <a:gd name="connsiteX169" fmla="*/ 201434 w 1605470"/>
              <a:gd name="connsiteY169" fmla="*/ 441529 h 6858000"/>
              <a:gd name="connsiteX170" fmla="*/ 200655 w 1605470"/>
              <a:gd name="connsiteY170" fmla="*/ 428927 h 6858000"/>
              <a:gd name="connsiteX171" fmla="*/ 190059 w 1605470"/>
              <a:gd name="connsiteY171" fmla="*/ 430161 h 6858000"/>
              <a:gd name="connsiteX172" fmla="*/ 167079 w 1605470"/>
              <a:gd name="connsiteY172" fmla="*/ 367211 h 6858000"/>
              <a:gd name="connsiteX173" fmla="*/ 124571 w 1605470"/>
              <a:gd name="connsiteY173" fmla="*/ 302178 h 6858000"/>
              <a:gd name="connsiteX174" fmla="*/ 103243 w 1605470"/>
              <a:gd name="connsiteY174" fmla="*/ 211375 h 6858000"/>
              <a:gd name="connsiteX175" fmla="*/ 94571 w 1605470"/>
              <a:gd name="connsiteY175" fmla="*/ 184179 h 6858000"/>
              <a:gd name="connsiteX176" fmla="*/ 13437 w 1605470"/>
              <a:gd name="connsiteY176" fmla="*/ 19287 h 6858000"/>
              <a:gd name="connsiteX177" fmla="*/ 0 w 1605470"/>
              <a:gd name="connsiteY17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59710 w 1605470"/>
              <a:gd name="connsiteY41" fmla="*/ 5564796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613201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7045 w 1605470"/>
              <a:gd name="connsiteY58" fmla="*/ 5094705 h 6858000"/>
              <a:gd name="connsiteX59" fmla="*/ 718807 w 1605470"/>
              <a:gd name="connsiteY59" fmla="*/ 5067850 h 6858000"/>
              <a:gd name="connsiteX60" fmla="*/ 721538 w 1605470"/>
              <a:gd name="connsiteY60" fmla="*/ 5060861 h 6858000"/>
              <a:gd name="connsiteX61" fmla="*/ 718242 w 1605470"/>
              <a:gd name="connsiteY61" fmla="*/ 5034192 h 6858000"/>
              <a:gd name="connsiteX62" fmla="*/ 719796 w 1605470"/>
              <a:gd name="connsiteY62" fmla="*/ 4993030 h 6858000"/>
              <a:gd name="connsiteX63" fmla="*/ 726705 w 1605470"/>
              <a:gd name="connsiteY63" fmla="*/ 4946844 h 6858000"/>
              <a:gd name="connsiteX64" fmla="*/ 722561 w 1605470"/>
              <a:gd name="connsiteY64" fmla="*/ 4932692 h 6858000"/>
              <a:gd name="connsiteX65" fmla="*/ 724935 w 1605470"/>
              <a:gd name="connsiteY65" fmla="*/ 4821504 h 6858000"/>
              <a:gd name="connsiteX66" fmla="*/ 732118 w 1605470"/>
              <a:gd name="connsiteY66" fmla="*/ 4801535 h 6858000"/>
              <a:gd name="connsiteX67" fmla="*/ 739787 w 1605470"/>
              <a:gd name="connsiteY67" fmla="*/ 4797794 h 6858000"/>
              <a:gd name="connsiteX68" fmla="*/ 741081 w 1605470"/>
              <a:gd name="connsiteY68" fmla="*/ 4784526 h 6858000"/>
              <a:gd name="connsiteX69" fmla="*/ 742865 w 1605470"/>
              <a:gd name="connsiteY69" fmla="*/ 4781211 h 6858000"/>
              <a:gd name="connsiteX70" fmla="*/ 751652 w 1605470"/>
              <a:gd name="connsiteY70" fmla="*/ 4761984 h 6858000"/>
              <a:gd name="connsiteX71" fmla="*/ 747700 w 1605470"/>
              <a:gd name="connsiteY71" fmla="*/ 4690749 h 6858000"/>
              <a:gd name="connsiteX72" fmla="*/ 743180 w 1605470"/>
              <a:gd name="connsiteY72" fmla="*/ 4584173 h 6858000"/>
              <a:gd name="connsiteX73" fmla="*/ 738263 w 1605470"/>
              <a:gd name="connsiteY73" fmla="*/ 4444346 h 6858000"/>
              <a:gd name="connsiteX74" fmla="*/ 756542 w 1605470"/>
              <a:gd name="connsiteY74" fmla="*/ 4350346 h 6858000"/>
              <a:gd name="connsiteX75" fmla="*/ 715481 w 1605470"/>
              <a:gd name="connsiteY75" fmla="*/ 4214165 h 6858000"/>
              <a:gd name="connsiteX76" fmla="*/ 719554 w 1605470"/>
              <a:gd name="connsiteY76" fmla="*/ 4090296 h 6858000"/>
              <a:gd name="connsiteX77" fmla="*/ 704810 w 1605470"/>
              <a:gd name="connsiteY77" fmla="*/ 4033999 h 6858000"/>
              <a:gd name="connsiteX78" fmla="*/ 705959 w 1605470"/>
              <a:gd name="connsiteY78" fmla="*/ 4031933 h 6858000"/>
              <a:gd name="connsiteX79" fmla="*/ 704535 w 1605470"/>
              <a:gd name="connsiteY79" fmla="*/ 4013953 h 6858000"/>
              <a:gd name="connsiteX80" fmla="*/ 700443 w 1605470"/>
              <a:gd name="connsiteY80" fmla="*/ 4010511 h 6858000"/>
              <a:gd name="connsiteX81" fmla="*/ 698282 w 1605470"/>
              <a:gd name="connsiteY81" fmla="*/ 3998331 h 6858000"/>
              <a:gd name="connsiteX82" fmla="*/ 690830 w 1605470"/>
              <a:gd name="connsiteY82" fmla="*/ 3974753 h 6858000"/>
              <a:gd name="connsiteX83" fmla="*/ 692428 w 1605470"/>
              <a:gd name="connsiteY83" fmla="*/ 3969950 h 6858000"/>
              <a:gd name="connsiteX84" fmla="*/ 685850 w 1605470"/>
              <a:gd name="connsiteY84" fmla="*/ 3933779 h 6858000"/>
              <a:gd name="connsiteX85" fmla="*/ 687181 w 1605470"/>
              <a:gd name="connsiteY85" fmla="*/ 3933093 h 6858000"/>
              <a:gd name="connsiteX86" fmla="*/ 691535 w 1605470"/>
              <a:gd name="connsiteY86" fmla="*/ 3922082 h 6858000"/>
              <a:gd name="connsiteX87" fmla="*/ 696613 w 1605470"/>
              <a:gd name="connsiteY87" fmla="*/ 3901461 h 6858000"/>
              <a:gd name="connsiteX88" fmla="*/ 719207 w 1605470"/>
              <a:gd name="connsiteY88" fmla="*/ 3813873 h 6858000"/>
              <a:gd name="connsiteX89" fmla="*/ 718632 w 1605470"/>
              <a:gd name="connsiteY89" fmla="*/ 3806161 h 6858000"/>
              <a:gd name="connsiteX90" fmla="*/ 718939 w 1605470"/>
              <a:gd name="connsiteY90" fmla="*/ 3805957 h 6858000"/>
              <a:gd name="connsiteX91" fmla="*/ 718966 w 1605470"/>
              <a:gd name="connsiteY91" fmla="*/ 3797724 h 6858000"/>
              <a:gd name="connsiteX92" fmla="*/ 717581 w 1605470"/>
              <a:gd name="connsiteY92" fmla="*/ 3792098 h 6858000"/>
              <a:gd name="connsiteX93" fmla="*/ 716465 w 1605470"/>
              <a:gd name="connsiteY93" fmla="*/ 3777135 h 6858000"/>
              <a:gd name="connsiteX94" fmla="*/ 718198 w 1605470"/>
              <a:gd name="connsiteY94" fmla="*/ 3771656 h 6858000"/>
              <a:gd name="connsiteX95" fmla="*/ 721941 w 1605470"/>
              <a:gd name="connsiteY95" fmla="*/ 3769007 h 6858000"/>
              <a:gd name="connsiteX96" fmla="*/ 721407 w 1605470"/>
              <a:gd name="connsiteY96" fmla="*/ 3767709 h 6858000"/>
              <a:gd name="connsiteX97" fmla="*/ 730103 w 1605470"/>
              <a:gd name="connsiteY97" fmla="*/ 3738082 h 6858000"/>
              <a:gd name="connsiteX98" fmla="*/ 737449 w 1605470"/>
              <a:gd name="connsiteY98" fmla="*/ 3673397 h 6858000"/>
              <a:gd name="connsiteX99" fmla="*/ 736745 w 1605470"/>
              <a:gd name="connsiteY99" fmla="*/ 3637109 h 6858000"/>
              <a:gd name="connsiteX100" fmla="*/ 740188 w 1605470"/>
              <a:gd name="connsiteY100" fmla="*/ 3536883 h 6858000"/>
              <a:gd name="connsiteX101" fmla="*/ 747726 w 1605470"/>
              <a:gd name="connsiteY101" fmla="*/ 3435652 h 6858000"/>
              <a:gd name="connsiteX102" fmla="*/ 774383 w 1605470"/>
              <a:gd name="connsiteY102" fmla="*/ 3381564 h 6858000"/>
              <a:gd name="connsiteX103" fmla="*/ 774870 w 1605470"/>
              <a:gd name="connsiteY103" fmla="*/ 3375761 h 6858000"/>
              <a:gd name="connsiteX104" fmla="*/ 770510 w 1605470"/>
              <a:gd name="connsiteY104" fmla="*/ 3361844 h 6858000"/>
              <a:gd name="connsiteX105" fmla="*/ 767933 w 1605470"/>
              <a:gd name="connsiteY105" fmla="*/ 3356929 h 6858000"/>
              <a:gd name="connsiteX106" fmla="*/ 766158 w 1605470"/>
              <a:gd name="connsiteY106" fmla="*/ 3349058 h 6858000"/>
              <a:gd name="connsiteX107" fmla="*/ 766414 w 1605470"/>
              <a:gd name="connsiteY107" fmla="*/ 3348763 h 6858000"/>
              <a:gd name="connsiteX108" fmla="*/ 764166 w 1605470"/>
              <a:gd name="connsiteY108" fmla="*/ 3341588 h 6858000"/>
              <a:gd name="connsiteX109" fmla="*/ 749397 w 1605470"/>
              <a:gd name="connsiteY109" fmla="*/ 3307769 h 6858000"/>
              <a:gd name="connsiteX110" fmla="*/ 766960 w 1605470"/>
              <a:gd name="connsiteY110" fmla="*/ 3250522 h 6858000"/>
              <a:gd name="connsiteX111" fmla="*/ 767385 w 1605470"/>
              <a:gd name="connsiteY111" fmla="*/ 3229163 h 6858000"/>
              <a:gd name="connsiteX112" fmla="*/ 769208 w 1605470"/>
              <a:gd name="connsiteY112" fmla="*/ 3217217 h 6858000"/>
              <a:gd name="connsiteX113" fmla="*/ 770350 w 1605470"/>
              <a:gd name="connsiteY113" fmla="*/ 3216125 h 6858000"/>
              <a:gd name="connsiteX114" fmla="*/ 756043 w 1605470"/>
              <a:gd name="connsiteY114" fmla="*/ 3183755 h 6858000"/>
              <a:gd name="connsiteX115" fmla="*/ 756544 w 1605470"/>
              <a:gd name="connsiteY115" fmla="*/ 3178642 h 6858000"/>
              <a:gd name="connsiteX116" fmla="*/ 744144 w 1605470"/>
              <a:gd name="connsiteY116" fmla="*/ 3158586 h 6858000"/>
              <a:gd name="connsiteX117" fmla="*/ 739378 w 1605470"/>
              <a:gd name="connsiteY117" fmla="*/ 3147669 h 6858000"/>
              <a:gd name="connsiteX118" fmla="*/ 734648 w 1605470"/>
              <a:gd name="connsiteY118" fmla="*/ 3145733 h 6858000"/>
              <a:gd name="connsiteX119" fmla="*/ 729329 w 1605470"/>
              <a:gd name="connsiteY119" fmla="*/ 3129034 h 6858000"/>
              <a:gd name="connsiteX120" fmla="*/ 729994 w 1605470"/>
              <a:gd name="connsiteY120" fmla="*/ 3126682 h 6858000"/>
              <a:gd name="connsiteX121" fmla="*/ 720862 w 1605470"/>
              <a:gd name="connsiteY121" fmla="*/ 3114519 h 6858000"/>
              <a:gd name="connsiteX122" fmla="*/ 707471 w 1605470"/>
              <a:gd name="connsiteY122" fmla="*/ 3106272 h 6858000"/>
              <a:gd name="connsiteX123" fmla="*/ 680201 w 1605470"/>
              <a:gd name="connsiteY123" fmla="*/ 2958185 h 6858000"/>
              <a:gd name="connsiteX124" fmla="*/ 622815 w 1605470"/>
              <a:gd name="connsiteY124" fmla="*/ 2762989 h 6858000"/>
              <a:gd name="connsiteX125" fmla="*/ 571733 w 1605470"/>
              <a:gd name="connsiteY125" fmla="*/ 2554718 h 6858000"/>
              <a:gd name="connsiteX126" fmla="*/ 551827 w 1605470"/>
              <a:gd name="connsiteY126" fmla="*/ 2485734 h 6858000"/>
              <a:gd name="connsiteX127" fmla="*/ 542550 w 1605470"/>
              <a:gd name="connsiteY127" fmla="*/ 2447068 h 6858000"/>
              <a:gd name="connsiteX128" fmla="*/ 529511 w 1605470"/>
              <a:gd name="connsiteY128" fmla="*/ 2425819 h 6858000"/>
              <a:gd name="connsiteX129" fmla="*/ 528878 w 1605470"/>
              <a:gd name="connsiteY129" fmla="*/ 2408971 h 6858000"/>
              <a:gd name="connsiteX130" fmla="*/ 535510 w 1605470"/>
              <a:gd name="connsiteY130" fmla="*/ 2402874 h 6858000"/>
              <a:gd name="connsiteX131" fmla="*/ 538122 w 1605470"/>
              <a:gd name="connsiteY131" fmla="*/ 2381443 h 6858000"/>
              <a:gd name="connsiteX132" fmla="*/ 514451 w 1605470"/>
              <a:gd name="connsiteY132" fmla="*/ 2261920 h 6858000"/>
              <a:gd name="connsiteX133" fmla="*/ 486968 w 1605470"/>
              <a:gd name="connsiteY133" fmla="*/ 2182937 h 6858000"/>
              <a:gd name="connsiteX134" fmla="*/ 488555 w 1605470"/>
              <a:gd name="connsiteY134" fmla="*/ 2155135 h 6858000"/>
              <a:gd name="connsiteX135" fmla="*/ 486013 w 1605470"/>
              <a:gd name="connsiteY135" fmla="*/ 2118008 h 6858000"/>
              <a:gd name="connsiteX136" fmla="*/ 487006 w 1605470"/>
              <a:gd name="connsiteY136" fmla="*/ 2050531 h 6858000"/>
              <a:gd name="connsiteX137" fmla="*/ 478812 w 1605470"/>
              <a:gd name="connsiteY137" fmla="*/ 1963269 h 6858000"/>
              <a:gd name="connsiteX138" fmla="*/ 442619 w 1605470"/>
              <a:gd name="connsiteY138" fmla="*/ 1910499 h 6858000"/>
              <a:gd name="connsiteX139" fmla="*/ 446785 w 1605470"/>
              <a:gd name="connsiteY139" fmla="*/ 1903212 h 6858000"/>
              <a:gd name="connsiteX140" fmla="*/ 436547 w 1605470"/>
              <a:gd name="connsiteY140" fmla="*/ 1861531 h 6858000"/>
              <a:gd name="connsiteX141" fmla="*/ 390346 w 1605470"/>
              <a:gd name="connsiteY141" fmla="*/ 1732919 h 6858000"/>
              <a:gd name="connsiteX142" fmla="*/ 362657 w 1605470"/>
              <a:gd name="connsiteY142" fmla="*/ 1663540 h 6858000"/>
              <a:gd name="connsiteX143" fmla="*/ 361783 w 1605470"/>
              <a:gd name="connsiteY143" fmla="*/ 1615777 h 6858000"/>
              <a:gd name="connsiteX144" fmla="*/ 342578 w 1605470"/>
              <a:gd name="connsiteY144" fmla="*/ 1563678 h 6858000"/>
              <a:gd name="connsiteX145" fmla="*/ 355658 w 1605470"/>
              <a:gd name="connsiteY145" fmla="*/ 1519474 h 6858000"/>
              <a:gd name="connsiteX146" fmla="*/ 348400 w 1605470"/>
              <a:gd name="connsiteY146" fmla="*/ 1477995 h 6858000"/>
              <a:gd name="connsiteX147" fmla="*/ 334485 w 1605470"/>
              <a:gd name="connsiteY147" fmla="*/ 1373769 h 6858000"/>
              <a:gd name="connsiteX148" fmla="*/ 342792 w 1605470"/>
              <a:gd name="connsiteY148" fmla="*/ 1307086 h 6858000"/>
              <a:gd name="connsiteX149" fmla="*/ 343980 w 1605470"/>
              <a:gd name="connsiteY149" fmla="*/ 1189033 h 6858000"/>
              <a:gd name="connsiteX150" fmla="*/ 348665 w 1605470"/>
              <a:gd name="connsiteY150" fmla="*/ 1168288 h 6858000"/>
              <a:gd name="connsiteX151" fmla="*/ 340947 w 1605470"/>
              <a:gd name="connsiteY151" fmla="*/ 1142577 h 6858000"/>
              <a:gd name="connsiteX152" fmla="*/ 330253 w 1605470"/>
              <a:gd name="connsiteY152" fmla="*/ 1088484 h 6858000"/>
              <a:gd name="connsiteX153" fmla="*/ 318989 w 1605470"/>
              <a:gd name="connsiteY153" fmla="*/ 1016103 h 6858000"/>
              <a:gd name="connsiteX154" fmla="*/ 320445 w 1605470"/>
              <a:gd name="connsiteY154" fmla="*/ 932283 h 6858000"/>
              <a:gd name="connsiteX155" fmla="*/ 322681 w 1605470"/>
              <a:gd name="connsiteY155" fmla="*/ 915925 h 6858000"/>
              <a:gd name="connsiteX156" fmla="*/ 315310 w 1605470"/>
              <a:gd name="connsiteY156" fmla="*/ 896999 h 6858000"/>
              <a:gd name="connsiteX157" fmla="*/ 284718 w 1605470"/>
              <a:gd name="connsiteY157" fmla="*/ 821517 h 6858000"/>
              <a:gd name="connsiteX158" fmla="*/ 263668 w 1605470"/>
              <a:gd name="connsiteY158" fmla="*/ 751353 h 6858000"/>
              <a:gd name="connsiteX159" fmla="*/ 263226 w 1605470"/>
              <a:gd name="connsiteY159" fmla="*/ 721230 h 6858000"/>
              <a:gd name="connsiteX160" fmla="*/ 248897 w 1605470"/>
              <a:gd name="connsiteY160" fmla="*/ 681659 h 6858000"/>
              <a:gd name="connsiteX161" fmla="*/ 234316 w 1605470"/>
              <a:gd name="connsiteY161" fmla="*/ 635218 h 6858000"/>
              <a:gd name="connsiteX162" fmla="*/ 239327 w 1605470"/>
              <a:gd name="connsiteY162" fmla="*/ 613763 h 6858000"/>
              <a:gd name="connsiteX163" fmla="*/ 225269 w 1605470"/>
              <a:gd name="connsiteY163" fmla="*/ 598582 h 6858000"/>
              <a:gd name="connsiteX164" fmla="*/ 224950 w 1605470"/>
              <a:gd name="connsiteY164" fmla="*/ 576846 h 6858000"/>
              <a:gd name="connsiteX165" fmla="*/ 204576 w 1605470"/>
              <a:gd name="connsiteY165" fmla="*/ 530055 h 6858000"/>
              <a:gd name="connsiteX166" fmla="*/ 219064 w 1605470"/>
              <a:gd name="connsiteY166" fmla="*/ 469651 h 6858000"/>
              <a:gd name="connsiteX167" fmla="*/ 195012 w 1605470"/>
              <a:gd name="connsiteY167" fmla="*/ 448559 h 6858000"/>
              <a:gd name="connsiteX168" fmla="*/ 201434 w 1605470"/>
              <a:gd name="connsiteY168" fmla="*/ 441529 h 6858000"/>
              <a:gd name="connsiteX169" fmla="*/ 200655 w 1605470"/>
              <a:gd name="connsiteY169" fmla="*/ 428927 h 6858000"/>
              <a:gd name="connsiteX170" fmla="*/ 190059 w 1605470"/>
              <a:gd name="connsiteY170" fmla="*/ 430161 h 6858000"/>
              <a:gd name="connsiteX171" fmla="*/ 167079 w 1605470"/>
              <a:gd name="connsiteY171" fmla="*/ 367211 h 6858000"/>
              <a:gd name="connsiteX172" fmla="*/ 124571 w 1605470"/>
              <a:gd name="connsiteY172" fmla="*/ 302178 h 6858000"/>
              <a:gd name="connsiteX173" fmla="*/ 103243 w 1605470"/>
              <a:gd name="connsiteY173" fmla="*/ 211375 h 6858000"/>
              <a:gd name="connsiteX174" fmla="*/ 94571 w 1605470"/>
              <a:gd name="connsiteY174" fmla="*/ 184179 h 6858000"/>
              <a:gd name="connsiteX175" fmla="*/ 13437 w 1605470"/>
              <a:gd name="connsiteY175" fmla="*/ 19287 h 6858000"/>
              <a:gd name="connsiteX176" fmla="*/ 0 w 1605470"/>
              <a:gd name="connsiteY17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21092 w 1605470"/>
              <a:gd name="connsiteY57" fmla="*/ 5108383 h 6858000"/>
              <a:gd name="connsiteX58" fmla="*/ 718807 w 1605470"/>
              <a:gd name="connsiteY58" fmla="*/ 5067850 h 6858000"/>
              <a:gd name="connsiteX59" fmla="*/ 721538 w 1605470"/>
              <a:gd name="connsiteY59" fmla="*/ 5060861 h 6858000"/>
              <a:gd name="connsiteX60" fmla="*/ 718242 w 1605470"/>
              <a:gd name="connsiteY60" fmla="*/ 5034192 h 6858000"/>
              <a:gd name="connsiteX61" fmla="*/ 719796 w 1605470"/>
              <a:gd name="connsiteY61" fmla="*/ 4993030 h 6858000"/>
              <a:gd name="connsiteX62" fmla="*/ 726705 w 1605470"/>
              <a:gd name="connsiteY62" fmla="*/ 4946844 h 6858000"/>
              <a:gd name="connsiteX63" fmla="*/ 722561 w 1605470"/>
              <a:gd name="connsiteY63" fmla="*/ 4932692 h 6858000"/>
              <a:gd name="connsiteX64" fmla="*/ 724935 w 1605470"/>
              <a:gd name="connsiteY64" fmla="*/ 4821504 h 6858000"/>
              <a:gd name="connsiteX65" fmla="*/ 732118 w 1605470"/>
              <a:gd name="connsiteY65" fmla="*/ 4801535 h 6858000"/>
              <a:gd name="connsiteX66" fmla="*/ 739787 w 1605470"/>
              <a:gd name="connsiteY66" fmla="*/ 4797794 h 6858000"/>
              <a:gd name="connsiteX67" fmla="*/ 741081 w 1605470"/>
              <a:gd name="connsiteY67" fmla="*/ 4784526 h 6858000"/>
              <a:gd name="connsiteX68" fmla="*/ 742865 w 1605470"/>
              <a:gd name="connsiteY68" fmla="*/ 4781211 h 6858000"/>
              <a:gd name="connsiteX69" fmla="*/ 751652 w 1605470"/>
              <a:gd name="connsiteY69" fmla="*/ 4761984 h 6858000"/>
              <a:gd name="connsiteX70" fmla="*/ 747700 w 1605470"/>
              <a:gd name="connsiteY70" fmla="*/ 4690749 h 6858000"/>
              <a:gd name="connsiteX71" fmla="*/ 743180 w 1605470"/>
              <a:gd name="connsiteY71" fmla="*/ 4584173 h 6858000"/>
              <a:gd name="connsiteX72" fmla="*/ 738263 w 1605470"/>
              <a:gd name="connsiteY72" fmla="*/ 4444346 h 6858000"/>
              <a:gd name="connsiteX73" fmla="*/ 756542 w 1605470"/>
              <a:gd name="connsiteY73" fmla="*/ 4350346 h 6858000"/>
              <a:gd name="connsiteX74" fmla="*/ 715481 w 1605470"/>
              <a:gd name="connsiteY74" fmla="*/ 4214165 h 6858000"/>
              <a:gd name="connsiteX75" fmla="*/ 719554 w 1605470"/>
              <a:gd name="connsiteY75" fmla="*/ 4090296 h 6858000"/>
              <a:gd name="connsiteX76" fmla="*/ 704810 w 1605470"/>
              <a:gd name="connsiteY76" fmla="*/ 4033999 h 6858000"/>
              <a:gd name="connsiteX77" fmla="*/ 705959 w 1605470"/>
              <a:gd name="connsiteY77" fmla="*/ 4031933 h 6858000"/>
              <a:gd name="connsiteX78" fmla="*/ 704535 w 1605470"/>
              <a:gd name="connsiteY78" fmla="*/ 4013953 h 6858000"/>
              <a:gd name="connsiteX79" fmla="*/ 700443 w 1605470"/>
              <a:gd name="connsiteY79" fmla="*/ 4010511 h 6858000"/>
              <a:gd name="connsiteX80" fmla="*/ 698282 w 1605470"/>
              <a:gd name="connsiteY80" fmla="*/ 3998331 h 6858000"/>
              <a:gd name="connsiteX81" fmla="*/ 690830 w 1605470"/>
              <a:gd name="connsiteY81" fmla="*/ 3974753 h 6858000"/>
              <a:gd name="connsiteX82" fmla="*/ 692428 w 1605470"/>
              <a:gd name="connsiteY82" fmla="*/ 3969950 h 6858000"/>
              <a:gd name="connsiteX83" fmla="*/ 685850 w 1605470"/>
              <a:gd name="connsiteY83" fmla="*/ 3933779 h 6858000"/>
              <a:gd name="connsiteX84" fmla="*/ 687181 w 1605470"/>
              <a:gd name="connsiteY84" fmla="*/ 3933093 h 6858000"/>
              <a:gd name="connsiteX85" fmla="*/ 691535 w 1605470"/>
              <a:gd name="connsiteY85" fmla="*/ 3922082 h 6858000"/>
              <a:gd name="connsiteX86" fmla="*/ 696613 w 1605470"/>
              <a:gd name="connsiteY86" fmla="*/ 3901461 h 6858000"/>
              <a:gd name="connsiteX87" fmla="*/ 719207 w 1605470"/>
              <a:gd name="connsiteY87" fmla="*/ 3813873 h 6858000"/>
              <a:gd name="connsiteX88" fmla="*/ 718632 w 1605470"/>
              <a:gd name="connsiteY88" fmla="*/ 3806161 h 6858000"/>
              <a:gd name="connsiteX89" fmla="*/ 718939 w 1605470"/>
              <a:gd name="connsiteY89" fmla="*/ 3805957 h 6858000"/>
              <a:gd name="connsiteX90" fmla="*/ 718966 w 1605470"/>
              <a:gd name="connsiteY90" fmla="*/ 3797724 h 6858000"/>
              <a:gd name="connsiteX91" fmla="*/ 717581 w 1605470"/>
              <a:gd name="connsiteY91" fmla="*/ 3792098 h 6858000"/>
              <a:gd name="connsiteX92" fmla="*/ 716465 w 1605470"/>
              <a:gd name="connsiteY92" fmla="*/ 3777135 h 6858000"/>
              <a:gd name="connsiteX93" fmla="*/ 718198 w 1605470"/>
              <a:gd name="connsiteY93" fmla="*/ 3771656 h 6858000"/>
              <a:gd name="connsiteX94" fmla="*/ 721941 w 1605470"/>
              <a:gd name="connsiteY94" fmla="*/ 3769007 h 6858000"/>
              <a:gd name="connsiteX95" fmla="*/ 721407 w 1605470"/>
              <a:gd name="connsiteY95" fmla="*/ 3767709 h 6858000"/>
              <a:gd name="connsiteX96" fmla="*/ 730103 w 1605470"/>
              <a:gd name="connsiteY96" fmla="*/ 3738082 h 6858000"/>
              <a:gd name="connsiteX97" fmla="*/ 737449 w 1605470"/>
              <a:gd name="connsiteY97" fmla="*/ 3673397 h 6858000"/>
              <a:gd name="connsiteX98" fmla="*/ 736745 w 1605470"/>
              <a:gd name="connsiteY98" fmla="*/ 3637109 h 6858000"/>
              <a:gd name="connsiteX99" fmla="*/ 740188 w 1605470"/>
              <a:gd name="connsiteY99" fmla="*/ 3536883 h 6858000"/>
              <a:gd name="connsiteX100" fmla="*/ 747726 w 1605470"/>
              <a:gd name="connsiteY100" fmla="*/ 3435652 h 6858000"/>
              <a:gd name="connsiteX101" fmla="*/ 774383 w 1605470"/>
              <a:gd name="connsiteY101" fmla="*/ 3381564 h 6858000"/>
              <a:gd name="connsiteX102" fmla="*/ 774870 w 1605470"/>
              <a:gd name="connsiteY102" fmla="*/ 3375761 h 6858000"/>
              <a:gd name="connsiteX103" fmla="*/ 770510 w 1605470"/>
              <a:gd name="connsiteY103" fmla="*/ 3361844 h 6858000"/>
              <a:gd name="connsiteX104" fmla="*/ 767933 w 1605470"/>
              <a:gd name="connsiteY104" fmla="*/ 3356929 h 6858000"/>
              <a:gd name="connsiteX105" fmla="*/ 766158 w 1605470"/>
              <a:gd name="connsiteY105" fmla="*/ 3349058 h 6858000"/>
              <a:gd name="connsiteX106" fmla="*/ 766414 w 1605470"/>
              <a:gd name="connsiteY106" fmla="*/ 3348763 h 6858000"/>
              <a:gd name="connsiteX107" fmla="*/ 764166 w 1605470"/>
              <a:gd name="connsiteY107" fmla="*/ 3341588 h 6858000"/>
              <a:gd name="connsiteX108" fmla="*/ 749397 w 1605470"/>
              <a:gd name="connsiteY108" fmla="*/ 3307769 h 6858000"/>
              <a:gd name="connsiteX109" fmla="*/ 766960 w 1605470"/>
              <a:gd name="connsiteY109" fmla="*/ 3250522 h 6858000"/>
              <a:gd name="connsiteX110" fmla="*/ 767385 w 1605470"/>
              <a:gd name="connsiteY110" fmla="*/ 3229163 h 6858000"/>
              <a:gd name="connsiteX111" fmla="*/ 769208 w 1605470"/>
              <a:gd name="connsiteY111" fmla="*/ 3217217 h 6858000"/>
              <a:gd name="connsiteX112" fmla="*/ 770350 w 1605470"/>
              <a:gd name="connsiteY112" fmla="*/ 3216125 h 6858000"/>
              <a:gd name="connsiteX113" fmla="*/ 756043 w 1605470"/>
              <a:gd name="connsiteY113" fmla="*/ 3183755 h 6858000"/>
              <a:gd name="connsiteX114" fmla="*/ 756544 w 1605470"/>
              <a:gd name="connsiteY114" fmla="*/ 3178642 h 6858000"/>
              <a:gd name="connsiteX115" fmla="*/ 744144 w 1605470"/>
              <a:gd name="connsiteY115" fmla="*/ 3158586 h 6858000"/>
              <a:gd name="connsiteX116" fmla="*/ 739378 w 1605470"/>
              <a:gd name="connsiteY116" fmla="*/ 3147669 h 6858000"/>
              <a:gd name="connsiteX117" fmla="*/ 734648 w 1605470"/>
              <a:gd name="connsiteY117" fmla="*/ 3145733 h 6858000"/>
              <a:gd name="connsiteX118" fmla="*/ 729329 w 1605470"/>
              <a:gd name="connsiteY118" fmla="*/ 3129034 h 6858000"/>
              <a:gd name="connsiteX119" fmla="*/ 729994 w 1605470"/>
              <a:gd name="connsiteY119" fmla="*/ 3126682 h 6858000"/>
              <a:gd name="connsiteX120" fmla="*/ 720862 w 1605470"/>
              <a:gd name="connsiteY120" fmla="*/ 3114519 h 6858000"/>
              <a:gd name="connsiteX121" fmla="*/ 707471 w 1605470"/>
              <a:gd name="connsiteY121" fmla="*/ 3106272 h 6858000"/>
              <a:gd name="connsiteX122" fmla="*/ 680201 w 1605470"/>
              <a:gd name="connsiteY122" fmla="*/ 2958185 h 6858000"/>
              <a:gd name="connsiteX123" fmla="*/ 622815 w 1605470"/>
              <a:gd name="connsiteY123" fmla="*/ 2762989 h 6858000"/>
              <a:gd name="connsiteX124" fmla="*/ 571733 w 1605470"/>
              <a:gd name="connsiteY124" fmla="*/ 2554718 h 6858000"/>
              <a:gd name="connsiteX125" fmla="*/ 551827 w 1605470"/>
              <a:gd name="connsiteY125" fmla="*/ 2485734 h 6858000"/>
              <a:gd name="connsiteX126" fmla="*/ 542550 w 1605470"/>
              <a:gd name="connsiteY126" fmla="*/ 2447068 h 6858000"/>
              <a:gd name="connsiteX127" fmla="*/ 529511 w 1605470"/>
              <a:gd name="connsiteY127" fmla="*/ 2425819 h 6858000"/>
              <a:gd name="connsiteX128" fmla="*/ 528878 w 1605470"/>
              <a:gd name="connsiteY128" fmla="*/ 2408971 h 6858000"/>
              <a:gd name="connsiteX129" fmla="*/ 535510 w 1605470"/>
              <a:gd name="connsiteY129" fmla="*/ 2402874 h 6858000"/>
              <a:gd name="connsiteX130" fmla="*/ 538122 w 1605470"/>
              <a:gd name="connsiteY130" fmla="*/ 2381443 h 6858000"/>
              <a:gd name="connsiteX131" fmla="*/ 514451 w 1605470"/>
              <a:gd name="connsiteY131" fmla="*/ 2261920 h 6858000"/>
              <a:gd name="connsiteX132" fmla="*/ 486968 w 1605470"/>
              <a:gd name="connsiteY132" fmla="*/ 2182937 h 6858000"/>
              <a:gd name="connsiteX133" fmla="*/ 488555 w 1605470"/>
              <a:gd name="connsiteY133" fmla="*/ 2155135 h 6858000"/>
              <a:gd name="connsiteX134" fmla="*/ 486013 w 1605470"/>
              <a:gd name="connsiteY134" fmla="*/ 2118008 h 6858000"/>
              <a:gd name="connsiteX135" fmla="*/ 487006 w 1605470"/>
              <a:gd name="connsiteY135" fmla="*/ 2050531 h 6858000"/>
              <a:gd name="connsiteX136" fmla="*/ 478812 w 1605470"/>
              <a:gd name="connsiteY136" fmla="*/ 1963269 h 6858000"/>
              <a:gd name="connsiteX137" fmla="*/ 442619 w 1605470"/>
              <a:gd name="connsiteY137" fmla="*/ 1910499 h 6858000"/>
              <a:gd name="connsiteX138" fmla="*/ 446785 w 1605470"/>
              <a:gd name="connsiteY138" fmla="*/ 1903212 h 6858000"/>
              <a:gd name="connsiteX139" fmla="*/ 436547 w 1605470"/>
              <a:gd name="connsiteY139" fmla="*/ 1861531 h 6858000"/>
              <a:gd name="connsiteX140" fmla="*/ 390346 w 1605470"/>
              <a:gd name="connsiteY140" fmla="*/ 1732919 h 6858000"/>
              <a:gd name="connsiteX141" fmla="*/ 362657 w 1605470"/>
              <a:gd name="connsiteY141" fmla="*/ 1663540 h 6858000"/>
              <a:gd name="connsiteX142" fmla="*/ 361783 w 1605470"/>
              <a:gd name="connsiteY142" fmla="*/ 1615777 h 6858000"/>
              <a:gd name="connsiteX143" fmla="*/ 342578 w 1605470"/>
              <a:gd name="connsiteY143" fmla="*/ 1563678 h 6858000"/>
              <a:gd name="connsiteX144" fmla="*/ 355658 w 1605470"/>
              <a:gd name="connsiteY144" fmla="*/ 1519474 h 6858000"/>
              <a:gd name="connsiteX145" fmla="*/ 348400 w 1605470"/>
              <a:gd name="connsiteY145" fmla="*/ 1477995 h 6858000"/>
              <a:gd name="connsiteX146" fmla="*/ 334485 w 1605470"/>
              <a:gd name="connsiteY146" fmla="*/ 1373769 h 6858000"/>
              <a:gd name="connsiteX147" fmla="*/ 342792 w 1605470"/>
              <a:gd name="connsiteY147" fmla="*/ 1307086 h 6858000"/>
              <a:gd name="connsiteX148" fmla="*/ 343980 w 1605470"/>
              <a:gd name="connsiteY148" fmla="*/ 1189033 h 6858000"/>
              <a:gd name="connsiteX149" fmla="*/ 348665 w 1605470"/>
              <a:gd name="connsiteY149" fmla="*/ 1168288 h 6858000"/>
              <a:gd name="connsiteX150" fmla="*/ 340947 w 1605470"/>
              <a:gd name="connsiteY150" fmla="*/ 1142577 h 6858000"/>
              <a:gd name="connsiteX151" fmla="*/ 330253 w 1605470"/>
              <a:gd name="connsiteY151" fmla="*/ 1088484 h 6858000"/>
              <a:gd name="connsiteX152" fmla="*/ 318989 w 1605470"/>
              <a:gd name="connsiteY152" fmla="*/ 1016103 h 6858000"/>
              <a:gd name="connsiteX153" fmla="*/ 320445 w 1605470"/>
              <a:gd name="connsiteY153" fmla="*/ 932283 h 6858000"/>
              <a:gd name="connsiteX154" fmla="*/ 322681 w 1605470"/>
              <a:gd name="connsiteY154" fmla="*/ 915925 h 6858000"/>
              <a:gd name="connsiteX155" fmla="*/ 315310 w 1605470"/>
              <a:gd name="connsiteY155" fmla="*/ 896999 h 6858000"/>
              <a:gd name="connsiteX156" fmla="*/ 284718 w 1605470"/>
              <a:gd name="connsiteY156" fmla="*/ 821517 h 6858000"/>
              <a:gd name="connsiteX157" fmla="*/ 263668 w 1605470"/>
              <a:gd name="connsiteY157" fmla="*/ 751353 h 6858000"/>
              <a:gd name="connsiteX158" fmla="*/ 263226 w 1605470"/>
              <a:gd name="connsiteY158" fmla="*/ 721230 h 6858000"/>
              <a:gd name="connsiteX159" fmla="*/ 248897 w 1605470"/>
              <a:gd name="connsiteY159" fmla="*/ 681659 h 6858000"/>
              <a:gd name="connsiteX160" fmla="*/ 234316 w 1605470"/>
              <a:gd name="connsiteY160" fmla="*/ 635218 h 6858000"/>
              <a:gd name="connsiteX161" fmla="*/ 239327 w 1605470"/>
              <a:gd name="connsiteY161" fmla="*/ 613763 h 6858000"/>
              <a:gd name="connsiteX162" fmla="*/ 225269 w 1605470"/>
              <a:gd name="connsiteY162" fmla="*/ 598582 h 6858000"/>
              <a:gd name="connsiteX163" fmla="*/ 224950 w 1605470"/>
              <a:gd name="connsiteY163" fmla="*/ 576846 h 6858000"/>
              <a:gd name="connsiteX164" fmla="*/ 204576 w 1605470"/>
              <a:gd name="connsiteY164" fmla="*/ 530055 h 6858000"/>
              <a:gd name="connsiteX165" fmla="*/ 219064 w 1605470"/>
              <a:gd name="connsiteY165" fmla="*/ 469651 h 6858000"/>
              <a:gd name="connsiteX166" fmla="*/ 195012 w 1605470"/>
              <a:gd name="connsiteY166" fmla="*/ 448559 h 6858000"/>
              <a:gd name="connsiteX167" fmla="*/ 201434 w 1605470"/>
              <a:gd name="connsiteY167" fmla="*/ 441529 h 6858000"/>
              <a:gd name="connsiteX168" fmla="*/ 200655 w 1605470"/>
              <a:gd name="connsiteY168" fmla="*/ 428927 h 6858000"/>
              <a:gd name="connsiteX169" fmla="*/ 190059 w 1605470"/>
              <a:gd name="connsiteY169" fmla="*/ 430161 h 6858000"/>
              <a:gd name="connsiteX170" fmla="*/ 167079 w 1605470"/>
              <a:gd name="connsiteY170" fmla="*/ 367211 h 6858000"/>
              <a:gd name="connsiteX171" fmla="*/ 124571 w 1605470"/>
              <a:gd name="connsiteY171" fmla="*/ 302178 h 6858000"/>
              <a:gd name="connsiteX172" fmla="*/ 103243 w 1605470"/>
              <a:gd name="connsiteY172" fmla="*/ 211375 h 6858000"/>
              <a:gd name="connsiteX173" fmla="*/ 94571 w 1605470"/>
              <a:gd name="connsiteY173" fmla="*/ 184179 h 6858000"/>
              <a:gd name="connsiteX174" fmla="*/ 13437 w 1605470"/>
              <a:gd name="connsiteY174" fmla="*/ 19287 h 6858000"/>
              <a:gd name="connsiteX175" fmla="*/ 0 w 1605470"/>
              <a:gd name="connsiteY17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64053 w 1605470"/>
              <a:gd name="connsiteY41" fmla="*/ 5539915 h 6858000"/>
              <a:gd name="connsiteX42" fmla="*/ 587214 w 1605470"/>
              <a:gd name="connsiteY42" fmla="*/ 5451511 h 6858000"/>
              <a:gd name="connsiteX43" fmla="*/ 608019 w 1605470"/>
              <a:gd name="connsiteY43" fmla="*/ 5385461 h 6858000"/>
              <a:gd name="connsiteX44" fmla="*/ 622750 w 1605470"/>
              <a:gd name="connsiteY44" fmla="*/ 5363084 h 6858000"/>
              <a:gd name="connsiteX45" fmla="*/ 638731 w 1605470"/>
              <a:gd name="connsiteY45" fmla="*/ 5330009 h 6858000"/>
              <a:gd name="connsiteX46" fmla="*/ 672224 w 1605470"/>
              <a:gd name="connsiteY46" fmla="*/ 5273739 h 6858000"/>
              <a:gd name="connsiteX47" fmla="*/ 681823 w 1605470"/>
              <a:gd name="connsiteY47" fmla="*/ 5241779 h 6858000"/>
              <a:gd name="connsiteX48" fmla="*/ 693049 w 1605470"/>
              <a:gd name="connsiteY48" fmla="*/ 5225268 h 6858000"/>
              <a:gd name="connsiteX49" fmla="*/ 694069 w 1605470"/>
              <a:gd name="connsiteY49" fmla="*/ 5217684 h 6858000"/>
              <a:gd name="connsiteX50" fmla="*/ 701410 w 1605470"/>
              <a:gd name="connsiteY50" fmla="*/ 5193377 h 6858000"/>
              <a:gd name="connsiteX51" fmla="*/ 704713 w 1605470"/>
              <a:gd name="connsiteY51" fmla="*/ 5179288 h 6858000"/>
              <a:gd name="connsiteX52" fmla="*/ 705697 w 1605470"/>
              <a:gd name="connsiteY52" fmla="*/ 5173621 h 6858000"/>
              <a:gd name="connsiteX53" fmla="*/ 701331 w 1605470"/>
              <a:gd name="connsiteY53" fmla="*/ 5159961 h 6858000"/>
              <a:gd name="connsiteX54" fmla="*/ 708008 w 1605470"/>
              <a:gd name="connsiteY54" fmla="*/ 5144295 h 6858000"/>
              <a:gd name="connsiteX55" fmla="*/ 704941 w 1605470"/>
              <a:gd name="connsiteY55" fmla="*/ 5125185 h 6858000"/>
              <a:gd name="connsiteX56" fmla="*/ 711771 w 1605470"/>
              <a:gd name="connsiteY56" fmla="*/ 5121884 h 6858000"/>
              <a:gd name="connsiteX57" fmla="*/ 718807 w 1605470"/>
              <a:gd name="connsiteY57" fmla="*/ 5067850 h 6858000"/>
              <a:gd name="connsiteX58" fmla="*/ 721538 w 1605470"/>
              <a:gd name="connsiteY58" fmla="*/ 5060861 h 6858000"/>
              <a:gd name="connsiteX59" fmla="*/ 718242 w 1605470"/>
              <a:gd name="connsiteY59" fmla="*/ 5034192 h 6858000"/>
              <a:gd name="connsiteX60" fmla="*/ 719796 w 1605470"/>
              <a:gd name="connsiteY60" fmla="*/ 4993030 h 6858000"/>
              <a:gd name="connsiteX61" fmla="*/ 726705 w 1605470"/>
              <a:gd name="connsiteY61" fmla="*/ 4946844 h 6858000"/>
              <a:gd name="connsiteX62" fmla="*/ 722561 w 1605470"/>
              <a:gd name="connsiteY62" fmla="*/ 4932692 h 6858000"/>
              <a:gd name="connsiteX63" fmla="*/ 724935 w 1605470"/>
              <a:gd name="connsiteY63" fmla="*/ 4821504 h 6858000"/>
              <a:gd name="connsiteX64" fmla="*/ 732118 w 1605470"/>
              <a:gd name="connsiteY64" fmla="*/ 4801535 h 6858000"/>
              <a:gd name="connsiteX65" fmla="*/ 739787 w 1605470"/>
              <a:gd name="connsiteY65" fmla="*/ 4797794 h 6858000"/>
              <a:gd name="connsiteX66" fmla="*/ 741081 w 1605470"/>
              <a:gd name="connsiteY66" fmla="*/ 4784526 h 6858000"/>
              <a:gd name="connsiteX67" fmla="*/ 742865 w 1605470"/>
              <a:gd name="connsiteY67" fmla="*/ 4781211 h 6858000"/>
              <a:gd name="connsiteX68" fmla="*/ 751652 w 1605470"/>
              <a:gd name="connsiteY68" fmla="*/ 4761984 h 6858000"/>
              <a:gd name="connsiteX69" fmla="*/ 747700 w 1605470"/>
              <a:gd name="connsiteY69" fmla="*/ 4690749 h 6858000"/>
              <a:gd name="connsiteX70" fmla="*/ 743180 w 1605470"/>
              <a:gd name="connsiteY70" fmla="*/ 4584173 h 6858000"/>
              <a:gd name="connsiteX71" fmla="*/ 738263 w 1605470"/>
              <a:gd name="connsiteY71" fmla="*/ 4444346 h 6858000"/>
              <a:gd name="connsiteX72" fmla="*/ 756542 w 1605470"/>
              <a:gd name="connsiteY72" fmla="*/ 4350346 h 6858000"/>
              <a:gd name="connsiteX73" fmla="*/ 715481 w 1605470"/>
              <a:gd name="connsiteY73" fmla="*/ 4214165 h 6858000"/>
              <a:gd name="connsiteX74" fmla="*/ 719554 w 1605470"/>
              <a:gd name="connsiteY74" fmla="*/ 4090296 h 6858000"/>
              <a:gd name="connsiteX75" fmla="*/ 704810 w 1605470"/>
              <a:gd name="connsiteY75" fmla="*/ 4033999 h 6858000"/>
              <a:gd name="connsiteX76" fmla="*/ 705959 w 1605470"/>
              <a:gd name="connsiteY76" fmla="*/ 4031933 h 6858000"/>
              <a:gd name="connsiteX77" fmla="*/ 704535 w 1605470"/>
              <a:gd name="connsiteY77" fmla="*/ 4013953 h 6858000"/>
              <a:gd name="connsiteX78" fmla="*/ 700443 w 1605470"/>
              <a:gd name="connsiteY78" fmla="*/ 4010511 h 6858000"/>
              <a:gd name="connsiteX79" fmla="*/ 698282 w 1605470"/>
              <a:gd name="connsiteY79" fmla="*/ 3998331 h 6858000"/>
              <a:gd name="connsiteX80" fmla="*/ 690830 w 1605470"/>
              <a:gd name="connsiteY80" fmla="*/ 3974753 h 6858000"/>
              <a:gd name="connsiteX81" fmla="*/ 692428 w 1605470"/>
              <a:gd name="connsiteY81" fmla="*/ 3969950 h 6858000"/>
              <a:gd name="connsiteX82" fmla="*/ 685850 w 1605470"/>
              <a:gd name="connsiteY82" fmla="*/ 3933779 h 6858000"/>
              <a:gd name="connsiteX83" fmla="*/ 687181 w 1605470"/>
              <a:gd name="connsiteY83" fmla="*/ 3933093 h 6858000"/>
              <a:gd name="connsiteX84" fmla="*/ 691535 w 1605470"/>
              <a:gd name="connsiteY84" fmla="*/ 3922082 h 6858000"/>
              <a:gd name="connsiteX85" fmla="*/ 696613 w 1605470"/>
              <a:gd name="connsiteY85" fmla="*/ 3901461 h 6858000"/>
              <a:gd name="connsiteX86" fmla="*/ 719207 w 1605470"/>
              <a:gd name="connsiteY86" fmla="*/ 3813873 h 6858000"/>
              <a:gd name="connsiteX87" fmla="*/ 718632 w 1605470"/>
              <a:gd name="connsiteY87" fmla="*/ 3806161 h 6858000"/>
              <a:gd name="connsiteX88" fmla="*/ 718939 w 1605470"/>
              <a:gd name="connsiteY88" fmla="*/ 3805957 h 6858000"/>
              <a:gd name="connsiteX89" fmla="*/ 718966 w 1605470"/>
              <a:gd name="connsiteY89" fmla="*/ 3797724 h 6858000"/>
              <a:gd name="connsiteX90" fmla="*/ 717581 w 1605470"/>
              <a:gd name="connsiteY90" fmla="*/ 3792098 h 6858000"/>
              <a:gd name="connsiteX91" fmla="*/ 716465 w 1605470"/>
              <a:gd name="connsiteY91" fmla="*/ 3777135 h 6858000"/>
              <a:gd name="connsiteX92" fmla="*/ 718198 w 1605470"/>
              <a:gd name="connsiteY92" fmla="*/ 3771656 h 6858000"/>
              <a:gd name="connsiteX93" fmla="*/ 721941 w 1605470"/>
              <a:gd name="connsiteY93" fmla="*/ 3769007 h 6858000"/>
              <a:gd name="connsiteX94" fmla="*/ 721407 w 1605470"/>
              <a:gd name="connsiteY94" fmla="*/ 3767709 h 6858000"/>
              <a:gd name="connsiteX95" fmla="*/ 730103 w 1605470"/>
              <a:gd name="connsiteY95" fmla="*/ 3738082 h 6858000"/>
              <a:gd name="connsiteX96" fmla="*/ 737449 w 1605470"/>
              <a:gd name="connsiteY96" fmla="*/ 3673397 h 6858000"/>
              <a:gd name="connsiteX97" fmla="*/ 736745 w 1605470"/>
              <a:gd name="connsiteY97" fmla="*/ 3637109 h 6858000"/>
              <a:gd name="connsiteX98" fmla="*/ 740188 w 1605470"/>
              <a:gd name="connsiteY98" fmla="*/ 3536883 h 6858000"/>
              <a:gd name="connsiteX99" fmla="*/ 747726 w 1605470"/>
              <a:gd name="connsiteY99" fmla="*/ 3435652 h 6858000"/>
              <a:gd name="connsiteX100" fmla="*/ 774383 w 1605470"/>
              <a:gd name="connsiteY100" fmla="*/ 3381564 h 6858000"/>
              <a:gd name="connsiteX101" fmla="*/ 774870 w 1605470"/>
              <a:gd name="connsiteY101" fmla="*/ 3375761 h 6858000"/>
              <a:gd name="connsiteX102" fmla="*/ 770510 w 1605470"/>
              <a:gd name="connsiteY102" fmla="*/ 3361844 h 6858000"/>
              <a:gd name="connsiteX103" fmla="*/ 767933 w 1605470"/>
              <a:gd name="connsiteY103" fmla="*/ 3356929 h 6858000"/>
              <a:gd name="connsiteX104" fmla="*/ 766158 w 1605470"/>
              <a:gd name="connsiteY104" fmla="*/ 3349058 h 6858000"/>
              <a:gd name="connsiteX105" fmla="*/ 766414 w 1605470"/>
              <a:gd name="connsiteY105" fmla="*/ 3348763 h 6858000"/>
              <a:gd name="connsiteX106" fmla="*/ 764166 w 1605470"/>
              <a:gd name="connsiteY106" fmla="*/ 3341588 h 6858000"/>
              <a:gd name="connsiteX107" fmla="*/ 749397 w 1605470"/>
              <a:gd name="connsiteY107" fmla="*/ 3307769 h 6858000"/>
              <a:gd name="connsiteX108" fmla="*/ 766960 w 1605470"/>
              <a:gd name="connsiteY108" fmla="*/ 3250522 h 6858000"/>
              <a:gd name="connsiteX109" fmla="*/ 767385 w 1605470"/>
              <a:gd name="connsiteY109" fmla="*/ 3229163 h 6858000"/>
              <a:gd name="connsiteX110" fmla="*/ 769208 w 1605470"/>
              <a:gd name="connsiteY110" fmla="*/ 3217217 h 6858000"/>
              <a:gd name="connsiteX111" fmla="*/ 770350 w 1605470"/>
              <a:gd name="connsiteY111" fmla="*/ 3216125 h 6858000"/>
              <a:gd name="connsiteX112" fmla="*/ 756043 w 1605470"/>
              <a:gd name="connsiteY112" fmla="*/ 3183755 h 6858000"/>
              <a:gd name="connsiteX113" fmla="*/ 756544 w 1605470"/>
              <a:gd name="connsiteY113" fmla="*/ 3178642 h 6858000"/>
              <a:gd name="connsiteX114" fmla="*/ 744144 w 1605470"/>
              <a:gd name="connsiteY114" fmla="*/ 3158586 h 6858000"/>
              <a:gd name="connsiteX115" fmla="*/ 739378 w 1605470"/>
              <a:gd name="connsiteY115" fmla="*/ 3147669 h 6858000"/>
              <a:gd name="connsiteX116" fmla="*/ 734648 w 1605470"/>
              <a:gd name="connsiteY116" fmla="*/ 3145733 h 6858000"/>
              <a:gd name="connsiteX117" fmla="*/ 729329 w 1605470"/>
              <a:gd name="connsiteY117" fmla="*/ 3129034 h 6858000"/>
              <a:gd name="connsiteX118" fmla="*/ 729994 w 1605470"/>
              <a:gd name="connsiteY118" fmla="*/ 3126682 h 6858000"/>
              <a:gd name="connsiteX119" fmla="*/ 720862 w 1605470"/>
              <a:gd name="connsiteY119" fmla="*/ 3114519 h 6858000"/>
              <a:gd name="connsiteX120" fmla="*/ 707471 w 1605470"/>
              <a:gd name="connsiteY120" fmla="*/ 3106272 h 6858000"/>
              <a:gd name="connsiteX121" fmla="*/ 680201 w 1605470"/>
              <a:gd name="connsiteY121" fmla="*/ 2958185 h 6858000"/>
              <a:gd name="connsiteX122" fmla="*/ 622815 w 1605470"/>
              <a:gd name="connsiteY122" fmla="*/ 2762989 h 6858000"/>
              <a:gd name="connsiteX123" fmla="*/ 571733 w 1605470"/>
              <a:gd name="connsiteY123" fmla="*/ 2554718 h 6858000"/>
              <a:gd name="connsiteX124" fmla="*/ 551827 w 1605470"/>
              <a:gd name="connsiteY124" fmla="*/ 2485734 h 6858000"/>
              <a:gd name="connsiteX125" fmla="*/ 542550 w 1605470"/>
              <a:gd name="connsiteY125" fmla="*/ 2447068 h 6858000"/>
              <a:gd name="connsiteX126" fmla="*/ 529511 w 1605470"/>
              <a:gd name="connsiteY126" fmla="*/ 2425819 h 6858000"/>
              <a:gd name="connsiteX127" fmla="*/ 528878 w 1605470"/>
              <a:gd name="connsiteY127" fmla="*/ 2408971 h 6858000"/>
              <a:gd name="connsiteX128" fmla="*/ 535510 w 1605470"/>
              <a:gd name="connsiteY128" fmla="*/ 2402874 h 6858000"/>
              <a:gd name="connsiteX129" fmla="*/ 538122 w 1605470"/>
              <a:gd name="connsiteY129" fmla="*/ 2381443 h 6858000"/>
              <a:gd name="connsiteX130" fmla="*/ 514451 w 1605470"/>
              <a:gd name="connsiteY130" fmla="*/ 2261920 h 6858000"/>
              <a:gd name="connsiteX131" fmla="*/ 486968 w 1605470"/>
              <a:gd name="connsiteY131" fmla="*/ 2182937 h 6858000"/>
              <a:gd name="connsiteX132" fmla="*/ 488555 w 1605470"/>
              <a:gd name="connsiteY132" fmla="*/ 2155135 h 6858000"/>
              <a:gd name="connsiteX133" fmla="*/ 486013 w 1605470"/>
              <a:gd name="connsiteY133" fmla="*/ 2118008 h 6858000"/>
              <a:gd name="connsiteX134" fmla="*/ 487006 w 1605470"/>
              <a:gd name="connsiteY134" fmla="*/ 2050531 h 6858000"/>
              <a:gd name="connsiteX135" fmla="*/ 478812 w 1605470"/>
              <a:gd name="connsiteY135" fmla="*/ 1963269 h 6858000"/>
              <a:gd name="connsiteX136" fmla="*/ 442619 w 1605470"/>
              <a:gd name="connsiteY136" fmla="*/ 1910499 h 6858000"/>
              <a:gd name="connsiteX137" fmla="*/ 446785 w 1605470"/>
              <a:gd name="connsiteY137" fmla="*/ 1903212 h 6858000"/>
              <a:gd name="connsiteX138" fmla="*/ 436547 w 1605470"/>
              <a:gd name="connsiteY138" fmla="*/ 1861531 h 6858000"/>
              <a:gd name="connsiteX139" fmla="*/ 390346 w 1605470"/>
              <a:gd name="connsiteY139" fmla="*/ 1732919 h 6858000"/>
              <a:gd name="connsiteX140" fmla="*/ 362657 w 1605470"/>
              <a:gd name="connsiteY140" fmla="*/ 1663540 h 6858000"/>
              <a:gd name="connsiteX141" fmla="*/ 361783 w 1605470"/>
              <a:gd name="connsiteY141" fmla="*/ 1615777 h 6858000"/>
              <a:gd name="connsiteX142" fmla="*/ 342578 w 1605470"/>
              <a:gd name="connsiteY142" fmla="*/ 1563678 h 6858000"/>
              <a:gd name="connsiteX143" fmla="*/ 355658 w 1605470"/>
              <a:gd name="connsiteY143" fmla="*/ 1519474 h 6858000"/>
              <a:gd name="connsiteX144" fmla="*/ 348400 w 1605470"/>
              <a:gd name="connsiteY144" fmla="*/ 1477995 h 6858000"/>
              <a:gd name="connsiteX145" fmla="*/ 334485 w 1605470"/>
              <a:gd name="connsiteY145" fmla="*/ 1373769 h 6858000"/>
              <a:gd name="connsiteX146" fmla="*/ 342792 w 1605470"/>
              <a:gd name="connsiteY146" fmla="*/ 1307086 h 6858000"/>
              <a:gd name="connsiteX147" fmla="*/ 343980 w 1605470"/>
              <a:gd name="connsiteY147" fmla="*/ 1189033 h 6858000"/>
              <a:gd name="connsiteX148" fmla="*/ 348665 w 1605470"/>
              <a:gd name="connsiteY148" fmla="*/ 1168288 h 6858000"/>
              <a:gd name="connsiteX149" fmla="*/ 340947 w 1605470"/>
              <a:gd name="connsiteY149" fmla="*/ 1142577 h 6858000"/>
              <a:gd name="connsiteX150" fmla="*/ 330253 w 1605470"/>
              <a:gd name="connsiteY150" fmla="*/ 1088484 h 6858000"/>
              <a:gd name="connsiteX151" fmla="*/ 318989 w 1605470"/>
              <a:gd name="connsiteY151" fmla="*/ 1016103 h 6858000"/>
              <a:gd name="connsiteX152" fmla="*/ 320445 w 1605470"/>
              <a:gd name="connsiteY152" fmla="*/ 932283 h 6858000"/>
              <a:gd name="connsiteX153" fmla="*/ 322681 w 1605470"/>
              <a:gd name="connsiteY153" fmla="*/ 915925 h 6858000"/>
              <a:gd name="connsiteX154" fmla="*/ 315310 w 1605470"/>
              <a:gd name="connsiteY154" fmla="*/ 896999 h 6858000"/>
              <a:gd name="connsiteX155" fmla="*/ 284718 w 1605470"/>
              <a:gd name="connsiteY155" fmla="*/ 821517 h 6858000"/>
              <a:gd name="connsiteX156" fmla="*/ 263668 w 1605470"/>
              <a:gd name="connsiteY156" fmla="*/ 751353 h 6858000"/>
              <a:gd name="connsiteX157" fmla="*/ 263226 w 1605470"/>
              <a:gd name="connsiteY157" fmla="*/ 721230 h 6858000"/>
              <a:gd name="connsiteX158" fmla="*/ 248897 w 1605470"/>
              <a:gd name="connsiteY158" fmla="*/ 681659 h 6858000"/>
              <a:gd name="connsiteX159" fmla="*/ 234316 w 1605470"/>
              <a:gd name="connsiteY159" fmla="*/ 635218 h 6858000"/>
              <a:gd name="connsiteX160" fmla="*/ 239327 w 1605470"/>
              <a:gd name="connsiteY160" fmla="*/ 613763 h 6858000"/>
              <a:gd name="connsiteX161" fmla="*/ 225269 w 1605470"/>
              <a:gd name="connsiteY161" fmla="*/ 598582 h 6858000"/>
              <a:gd name="connsiteX162" fmla="*/ 224950 w 1605470"/>
              <a:gd name="connsiteY162" fmla="*/ 576846 h 6858000"/>
              <a:gd name="connsiteX163" fmla="*/ 204576 w 1605470"/>
              <a:gd name="connsiteY163" fmla="*/ 530055 h 6858000"/>
              <a:gd name="connsiteX164" fmla="*/ 219064 w 1605470"/>
              <a:gd name="connsiteY164" fmla="*/ 469651 h 6858000"/>
              <a:gd name="connsiteX165" fmla="*/ 195012 w 1605470"/>
              <a:gd name="connsiteY165" fmla="*/ 448559 h 6858000"/>
              <a:gd name="connsiteX166" fmla="*/ 201434 w 1605470"/>
              <a:gd name="connsiteY166" fmla="*/ 441529 h 6858000"/>
              <a:gd name="connsiteX167" fmla="*/ 200655 w 1605470"/>
              <a:gd name="connsiteY167" fmla="*/ 428927 h 6858000"/>
              <a:gd name="connsiteX168" fmla="*/ 190059 w 1605470"/>
              <a:gd name="connsiteY168" fmla="*/ 430161 h 6858000"/>
              <a:gd name="connsiteX169" fmla="*/ 167079 w 1605470"/>
              <a:gd name="connsiteY169" fmla="*/ 367211 h 6858000"/>
              <a:gd name="connsiteX170" fmla="*/ 124571 w 1605470"/>
              <a:gd name="connsiteY170" fmla="*/ 302178 h 6858000"/>
              <a:gd name="connsiteX171" fmla="*/ 103243 w 1605470"/>
              <a:gd name="connsiteY171" fmla="*/ 211375 h 6858000"/>
              <a:gd name="connsiteX172" fmla="*/ 94571 w 1605470"/>
              <a:gd name="connsiteY172" fmla="*/ 184179 h 6858000"/>
              <a:gd name="connsiteX173" fmla="*/ 13437 w 1605470"/>
              <a:gd name="connsiteY173" fmla="*/ 19287 h 6858000"/>
              <a:gd name="connsiteX174" fmla="*/ 0 w 1605470"/>
              <a:gd name="connsiteY17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87214 w 1605470"/>
              <a:gd name="connsiteY41" fmla="*/ 5451511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08019 w 1605470"/>
              <a:gd name="connsiteY42" fmla="*/ 5385461 h 6858000"/>
              <a:gd name="connsiteX43" fmla="*/ 622750 w 1605470"/>
              <a:gd name="connsiteY43" fmla="*/ 5363084 h 6858000"/>
              <a:gd name="connsiteX44" fmla="*/ 638731 w 1605470"/>
              <a:gd name="connsiteY44" fmla="*/ 5330009 h 6858000"/>
              <a:gd name="connsiteX45" fmla="*/ 672224 w 1605470"/>
              <a:gd name="connsiteY45" fmla="*/ 5273739 h 6858000"/>
              <a:gd name="connsiteX46" fmla="*/ 681823 w 1605470"/>
              <a:gd name="connsiteY46" fmla="*/ 5241779 h 6858000"/>
              <a:gd name="connsiteX47" fmla="*/ 693049 w 1605470"/>
              <a:gd name="connsiteY47" fmla="*/ 5225268 h 6858000"/>
              <a:gd name="connsiteX48" fmla="*/ 694069 w 1605470"/>
              <a:gd name="connsiteY48" fmla="*/ 5217684 h 6858000"/>
              <a:gd name="connsiteX49" fmla="*/ 701410 w 1605470"/>
              <a:gd name="connsiteY49" fmla="*/ 5193377 h 6858000"/>
              <a:gd name="connsiteX50" fmla="*/ 704713 w 1605470"/>
              <a:gd name="connsiteY50" fmla="*/ 5179288 h 6858000"/>
              <a:gd name="connsiteX51" fmla="*/ 705697 w 1605470"/>
              <a:gd name="connsiteY51" fmla="*/ 5173621 h 6858000"/>
              <a:gd name="connsiteX52" fmla="*/ 701331 w 1605470"/>
              <a:gd name="connsiteY52" fmla="*/ 5159961 h 6858000"/>
              <a:gd name="connsiteX53" fmla="*/ 708008 w 1605470"/>
              <a:gd name="connsiteY53" fmla="*/ 5144295 h 6858000"/>
              <a:gd name="connsiteX54" fmla="*/ 704941 w 1605470"/>
              <a:gd name="connsiteY54" fmla="*/ 5125185 h 6858000"/>
              <a:gd name="connsiteX55" fmla="*/ 711771 w 1605470"/>
              <a:gd name="connsiteY55" fmla="*/ 5121884 h 6858000"/>
              <a:gd name="connsiteX56" fmla="*/ 718807 w 1605470"/>
              <a:gd name="connsiteY56" fmla="*/ 5067850 h 6858000"/>
              <a:gd name="connsiteX57" fmla="*/ 721538 w 1605470"/>
              <a:gd name="connsiteY57" fmla="*/ 5060861 h 6858000"/>
              <a:gd name="connsiteX58" fmla="*/ 718242 w 1605470"/>
              <a:gd name="connsiteY58" fmla="*/ 5034192 h 6858000"/>
              <a:gd name="connsiteX59" fmla="*/ 719796 w 1605470"/>
              <a:gd name="connsiteY59" fmla="*/ 4993030 h 6858000"/>
              <a:gd name="connsiteX60" fmla="*/ 726705 w 1605470"/>
              <a:gd name="connsiteY60" fmla="*/ 4946844 h 6858000"/>
              <a:gd name="connsiteX61" fmla="*/ 722561 w 1605470"/>
              <a:gd name="connsiteY61" fmla="*/ 4932692 h 6858000"/>
              <a:gd name="connsiteX62" fmla="*/ 724935 w 1605470"/>
              <a:gd name="connsiteY62" fmla="*/ 4821504 h 6858000"/>
              <a:gd name="connsiteX63" fmla="*/ 732118 w 1605470"/>
              <a:gd name="connsiteY63" fmla="*/ 4801535 h 6858000"/>
              <a:gd name="connsiteX64" fmla="*/ 739787 w 1605470"/>
              <a:gd name="connsiteY64" fmla="*/ 4797794 h 6858000"/>
              <a:gd name="connsiteX65" fmla="*/ 741081 w 1605470"/>
              <a:gd name="connsiteY65" fmla="*/ 4784526 h 6858000"/>
              <a:gd name="connsiteX66" fmla="*/ 742865 w 1605470"/>
              <a:gd name="connsiteY66" fmla="*/ 4781211 h 6858000"/>
              <a:gd name="connsiteX67" fmla="*/ 751652 w 1605470"/>
              <a:gd name="connsiteY67" fmla="*/ 4761984 h 6858000"/>
              <a:gd name="connsiteX68" fmla="*/ 747700 w 1605470"/>
              <a:gd name="connsiteY68" fmla="*/ 4690749 h 6858000"/>
              <a:gd name="connsiteX69" fmla="*/ 743180 w 1605470"/>
              <a:gd name="connsiteY69" fmla="*/ 4584173 h 6858000"/>
              <a:gd name="connsiteX70" fmla="*/ 738263 w 1605470"/>
              <a:gd name="connsiteY70" fmla="*/ 4444346 h 6858000"/>
              <a:gd name="connsiteX71" fmla="*/ 756542 w 1605470"/>
              <a:gd name="connsiteY71" fmla="*/ 4350346 h 6858000"/>
              <a:gd name="connsiteX72" fmla="*/ 715481 w 1605470"/>
              <a:gd name="connsiteY72" fmla="*/ 4214165 h 6858000"/>
              <a:gd name="connsiteX73" fmla="*/ 719554 w 1605470"/>
              <a:gd name="connsiteY73" fmla="*/ 4090296 h 6858000"/>
              <a:gd name="connsiteX74" fmla="*/ 704810 w 1605470"/>
              <a:gd name="connsiteY74" fmla="*/ 4033999 h 6858000"/>
              <a:gd name="connsiteX75" fmla="*/ 705959 w 1605470"/>
              <a:gd name="connsiteY75" fmla="*/ 4031933 h 6858000"/>
              <a:gd name="connsiteX76" fmla="*/ 704535 w 1605470"/>
              <a:gd name="connsiteY76" fmla="*/ 4013953 h 6858000"/>
              <a:gd name="connsiteX77" fmla="*/ 700443 w 1605470"/>
              <a:gd name="connsiteY77" fmla="*/ 4010511 h 6858000"/>
              <a:gd name="connsiteX78" fmla="*/ 698282 w 1605470"/>
              <a:gd name="connsiteY78" fmla="*/ 3998331 h 6858000"/>
              <a:gd name="connsiteX79" fmla="*/ 690830 w 1605470"/>
              <a:gd name="connsiteY79" fmla="*/ 3974753 h 6858000"/>
              <a:gd name="connsiteX80" fmla="*/ 692428 w 1605470"/>
              <a:gd name="connsiteY80" fmla="*/ 3969950 h 6858000"/>
              <a:gd name="connsiteX81" fmla="*/ 685850 w 1605470"/>
              <a:gd name="connsiteY81" fmla="*/ 3933779 h 6858000"/>
              <a:gd name="connsiteX82" fmla="*/ 687181 w 1605470"/>
              <a:gd name="connsiteY82" fmla="*/ 3933093 h 6858000"/>
              <a:gd name="connsiteX83" fmla="*/ 691535 w 1605470"/>
              <a:gd name="connsiteY83" fmla="*/ 3922082 h 6858000"/>
              <a:gd name="connsiteX84" fmla="*/ 696613 w 1605470"/>
              <a:gd name="connsiteY84" fmla="*/ 3901461 h 6858000"/>
              <a:gd name="connsiteX85" fmla="*/ 719207 w 1605470"/>
              <a:gd name="connsiteY85" fmla="*/ 3813873 h 6858000"/>
              <a:gd name="connsiteX86" fmla="*/ 718632 w 1605470"/>
              <a:gd name="connsiteY86" fmla="*/ 3806161 h 6858000"/>
              <a:gd name="connsiteX87" fmla="*/ 718939 w 1605470"/>
              <a:gd name="connsiteY87" fmla="*/ 3805957 h 6858000"/>
              <a:gd name="connsiteX88" fmla="*/ 718966 w 1605470"/>
              <a:gd name="connsiteY88" fmla="*/ 3797724 h 6858000"/>
              <a:gd name="connsiteX89" fmla="*/ 717581 w 1605470"/>
              <a:gd name="connsiteY89" fmla="*/ 3792098 h 6858000"/>
              <a:gd name="connsiteX90" fmla="*/ 716465 w 1605470"/>
              <a:gd name="connsiteY90" fmla="*/ 3777135 h 6858000"/>
              <a:gd name="connsiteX91" fmla="*/ 718198 w 1605470"/>
              <a:gd name="connsiteY91" fmla="*/ 3771656 h 6858000"/>
              <a:gd name="connsiteX92" fmla="*/ 721941 w 1605470"/>
              <a:gd name="connsiteY92" fmla="*/ 3769007 h 6858000"/>
              <a:gd name="connsiteX93" fmla="*/ 721407 w 1605470"/>
              <a:gd name="connsiteY93" fmla="*/ 3767709 h 6858000"/>
              <a:gd name="connsiteX94" fmla="*/ 730103 w 1605470"/>
              <a:gd name="connsiteY94" fmla="*/ 3738082 h 6858000"/>
              <a:gd name="connsiteX95" fmla="*/ 737449 w 1605470"/>
              <a:gd name="connsiteY95" fmla="*/ 3673397 h 6858000"/>
              <a:gd name="connsiteX96" fmla="*/ 736745 w 1605470"/>
              <a:gd name="connsiteY96" fmla="*/ 3637109 h 6858000"/>
              <a:gd name="connsiteX97" fmla="*/ 740188 w 1605470"/>
              <a:gd name="connsiteY97" fmla="*/ 3536883 h 6858000"/>
              <a:gd name="connsiteX98" fmla="*/ 747726 w 1605470"/>
              <a:gd name="connsiteY98" fmla="*/ 3435652 h 6858000"/>
              <a:gd name="connsiteX99" fmla="*/ 774383 w 1605470"/>
              <a:gd name="connsiteY99" fmla="*/ 3381564 h 6858000"/>
              <a:gd name="connsiteX100" fmla="*/ 774870 w 1605470"/>
              <a:gd name="connsiteY100" fmla="*/ 3375761 h 6858000"/>
              <a:gd name="connsiteX101" fmla="*/ 770510 w 1605470"/>
              <a:gd name="connsiteY101" fmla="*/ 3361844 h 6858000"/>
              <a:gd name="connsiteX102" fmla="*/ 767933 w 1605470"/>
              <a:gd name="connsiteY102" fmla="*/ 3356929 h 6858000"/>
              <a:gd name="connsiteX103" fmla="*/ 766158 w 1605470"/>
              <a:gd name="connsiteY103" fmla="*/ 3349058 h 6858000"/>
              <a:gd name="connsiteX104" fmla="*/ 766414 w 1605470"/>
              <a:gd name="connsiteY104" fmla="*/ 3348763 h 6858000"/>
              <a:gd name="connsiteX105" fmla="*/ 764166 w 1605470"/>
              <a:gd name="connsiteY105" fmla="*/ 3341588 h 6858000"/>
              <a:gd name="connsiteX106" fmla="*/ 749397 w 1605470"/>
              <a:gd name="connsiteY106" fmla="*/ 3307769 h 6858000"/>
              <a:gd name="connsiteX107" fmla="*/ 766960 w 1605470"/>
              <a:gd name="connsiteY107" fmla="*/ 3250522 h 6858000"/>
              <a:gd name="connsiteX108" fmla="*/ 767385 w 1605470"/>
              <a:gd name="connsiteY108" fmla="*/ 3229163 h 6858000"/>
              <a:gd name="connsiteX109" fmla="*/ 769208 w 1605470"/>
              <a:gd name="connsiteY109" fmla="*/ 3217217 h 6858000"/>
              <a:gd name="connsiteX110" fmla="*/ 770350 w 1605470"/>
              <a:gd name="connsiteY110" fmla="*/ 3216125 h 6858000"/>
              <a:gd name="connsiteX111" fmla="*/ 756043 w 1605470"/>
              <a:gd name="connsiteY111" fmla="*/ 3183755 h 6858000"/>
              <a:gd name="connsiteX112" fmla="*/ 756544 w 1605470"/>
              <a:gd name="connsiteY112" fmla="*/ 3178642 h 6858000"/>
              <a:gd name="connsiteX113" fmla="*/ 744144 w 1605470"/>
              <a:gd name="connsiteY113" fmla="*/ 3158586 h 6858000"/>
              <a:gd name="connsiteX114" fmla="*/ 739378 w 1605470"/>
              <a:gd name="connsiteY114" fmla="*/ 3147669 h 6858000"/>
              <a:gd name="connsiteX115" fmla="*/ 734648 w 1605470"/>
              <a:gd name="connsiteY115" fmla="*/ 3145733 h 6858000"/>
              <a:gd name="connsiteX116" fmla="*/ 729329 w 1605470"/>
              <a:gd name="connsiteY116" fmla="*/ 3129034 h 6858000"/>
              <a:gd name="connsiteX117" fmla="*/ 729994 w 1605470"/>
              <a:gd name="connsiteY117" fmla="*/ 3126682 h 6858000"/>
              <a:gd name="connsiteX118" fmla="*/ 720862 w 1605470"/>
              <a:gd name="connsiteY118" fmla="*/ 3114519 h 6858000"/>
              <a:gd name="connsiteX119" fmla="*/ 707471 w 1605470"/>
              <a:gd name="connsiteY119" fmla="*/ 3106272 h 6858000"/>
              <a:gd name="connsiteX120" fmla="*/ 680201 w 1605470"/>
              <a:gd name="connsiteY120" fmla="*/ 2958185 h 6858000"/>
              <a:gd name="connsiteX121" fmla="*/ 622815 w 1605470"/>
              <a:gd name="connsiteY121" fmla="*/ 2762989 h 6858000"/>
              <a:gd name="connsiteX122" fmla="*/ 571733 w 1605470"/>
              <a:gd name="connsiteY122" fmla="*/ 2554718 h 6858000"/>
              <a:gd name="connsiteX123" fmla="*/ 551827 w 1605470"/>
              <a:gd name="connsiteY123" fmla="*/ 2485734 h 6858000"/>
              <a:gd name="connsiteX124" fmla="*/ 542550 w 1605470"/>
              <a:gd name="connsiteY124" fmla="*/ 2447068 h 6858000"/>
              <a:gd name="connsiteX125" fmla="*/ 529511 w 1605470"/>
              <a:gd name="connsiteY125" fmla="*/ 2425819 h 6858000"/>
              <a:gd name="connsiteX126" fmla="*/ 528878 w 1605470"/>
              <a:gd name="connsiteY126" fmla="*/ 2408971 h 6858000"/>
              <a:gd name="connsiteX127" fmla="*/ 535510 w 1605470"/>
              <a:gd name="connsiteY127" fmla="*/ 2402874 h 6858000"/>
              <a:gd name="connsiteX128" fmla="*/ 538122 w 1605470"/>
              <a:gd name="connsiteY128" fmla="*/ 2381443 h 6858000"/>
              <a:gd name="connsiteX129" fmla="*/ 514451 w 1605470"/>
              <a:gd name="connsiteY129" fmla="*/ 2261920 h 6858000"/>
              <a:gd name="connsiteX130" fmla="*/ 486968 w 1605470"/>
              <a:gd name="connsiteY130" fmla="*/ 2182937 h 6858000"/>
              <a:gd name="connsiteX131" fmla="*/ 488555 w 1605470"/>
              <a:gd name="connsiteY131" fmla="*/ 2155135 h 6858000"/>
              <a:gd name="connsiteX132" fmla="*/ 486013 w 1605470"/>
              <a:gd name="connsiteY132" fmla="*/ 2118008 h 6858000"/>
              <a:gd name="connsiteX133" fmla="*/ 487006 w 1605470"/>
              <a:gd name="connsiteY133" fmla="*/ 2050531 h 6858000"/>
              <a:gd name="connsiteX134" fmla="*/ 478812 w 1605470"/>
              <a:gd name="connsiteY134" fmla="*/ 1963269 h 6858000"/>
              <a:gd name="connsiteX135" fmla="*/ 442619 w 1605470"/>
              <a:gd name="connsiteY135" fmla="*/ 1910499 h 6858000"/>
              <a:gd name="connsiteX136" fmla="*/ 446785 w 1605470"/>
              <a:gd name="connsiteY136" fmla="*/ 1903212 h 6858000"/>
              <a:gd name="connsiteX137" fmla="*/ 436547 w 1605470"/>
              <a:gd name="connsiteY137" fmla="*/ 1861531 h 6858000"/>
              <a:gd name="connsiteX138" fmla="*/ 390346 w 1605470"/>
              <a:gd name="connsiteY138" fmla="*/ 1732919 h 6858000"/>
              <a:gd name="connsiteX139" fmla="*/ 362657 w 1605470"/>
              <a:gd name="connsiteY139" fmla="*/ 1663540 h 6858000"/>
              <a:gd name="connsiteX140" fmla="*/ 361783 w 1605470"/>
              <a:gd name="connsiteY140" fmla="*/ 1615777 h 6858000"/>
              <a:gd name="connsiteX141" fmla="*/ 342578 w 1605470"/>
              <a:gd name="connsiteY141" fmla="*/ 1563678 h 6858000"/>
              <a:gd name="connsiteX142" fmla="*/ 355658 w 1605470"/>
              <a:gd name="connsiteY142" fmla="*/ 1519474 h 6858000"/>
              <a:gd name="connsiteX143" fmla="*/ 348400 w 1605470"/>
              <a:gd name="connsiteY143" fmla="*/ 1477995 h 6858000"/>
              <a:gd name="connsiteX144" fmla="*/ 334485 w 1605470"/>
              <a:gd name="connsiteY144" fmla="*/ 1373769 h 6858000"/>
              <a:gd name="connsiteX145" fmla="*/ 342792 w 1605470"/>
              <a:gd name="connsiteY145" fmla="*/ 1307086 h 6858000"/>
              <a:gd name="connsiteX146" fmla="*/ 343980 w 1605470"/>
              <a:gd name="connsiteY146" fmla="*/ 1189033 h 6858000"/>
              <a:gd name="connsiteX147" fmla="*/ 348665 w 1605470"/>
              <a:gd name="connsiteY147" fmla="*/ 1168288 h 6858000"/>
              <a:gd name="connsiteX148" fmla="*/ 340947 w 1605470"/>
              <a:gd name="connsiteY148" fmla="*/ 1142577 h 6858000"/>
              <a:gd name="connsiteX149" fmla="*/ 330253 w 1605470"/>
              <a:gd name="connsiteY149" fmla="*/ 1088484 h 6858000"/>
              <a:gd name="connsiteX150" fmla="*/ 318989 w 1605470"/>
              <a:gd name="connsiteY150" fmla="*/ 1016103 h 6858000"/>
              <a:gd name="connsiteX151" fmla="*/ 320445 w 1605470"/>
              <a:gd name="connsiteY151" fmla="*/ 932283 h 6858000"/>
              <a:gd name="connsiteX152" fmla="*/ 322681 w 1605470"/>
              <a:gd name="connsiteY152" fmla="*/ 915925 h 6858000"/>
              <a:gd name="connsiteX153" fmla="*/ 315310 w 1605470"/>
              <a:gd name="connsiteY153" fmla="*/ 896999 h 6858000"/>
              <a:gd name="connsiteX154" fmla="*/ 284718 w 1605470"/>
              <a:gd name="connsiteY154" fmla="*/ 821517 h 6858000"/>
              <a:gd name="connsiteX155" fmla="*/ 263668 w 1605470"/>
              <a:gd name="connsiteY155" fmla="*/ 751353 h 6858000"/>
              <a:gd name="connsiteX156" fmla="*/ 263226 w 1605470"/>
              <a:gd name="connsiteY156" fmla="*/ 721230 h 6858000"/>
              <a:gd name="connsiteX157" fmla="*/ 248897 w 1605470"/>
              <a:gd name="connsiteY157" fmla="*/ 681659 h 6858000"/>
              <a:gd name="connsiteX158" fmla="*/ 234316 w 1605470"/>
              <a:gd name="connsiteY158" fmla="*/ 635218 h 6858000"/>
              <a:gd name="connsiteX159" fmla="*/ 239327 w 1605470"/>
              <a:gd name="connsiteY159" fmla="*/ 613763 h 6858000"/>
              <a:gd name="connsiteX160" fmla="*/ 225269 w 1605470"/>
              <a:gd name="connsiteY160" fmla="*/ 598582 h 6858000"/>
              <a:gd name="connsiteX161" fmla="*/ 224950 w 1605470"/>
              <a:gd name="connsiteY161" fmla="*/ 576846 h 6858000"/>
              <a:gd name="connsiteX162" fmla="*/ 204576 w 1605470"/>
              <a:gd name="connsiteY162" fmla="*/ 530055 h 6858000"/>
              <a:gd name="connsiteX163" fmla="*/ 219064 w 1605470"/>
              <a:gd name="connsiteY163" fmla="*/ 469651 h 6858000"/>
              <a:gd name="connsiteX164" fmla="*/ 195012 w 1605470"/>
              <a:gd name="connsiteY164" fmla="*/ 448559 h 6858000"/>
              <a:gd name="connsiteX165" fmla="*/ 201434 w 1605470"/>
              <a:gd name="connsiteY165" fmla="*/ 441529 h 6858000"/>
              <a:gd name="connsiteX166" fmla="*/ 200655 w 1605470"/>
              <a:gd name="connsiteY166" fmla="*/ 428927 h 6858000"/>
              <a:gd name="connsiteX167" fmla="*/ 190059 w 1605470"/>
              <a:gd name="connsiteY167" fmla="*/ 430161 h 6858000"/>
              <a:gd name="connsiteX168" fmla="*/ 167079 w 1605470"/>
              <a:gd name="connsiteY168" fmla="*/ 367211 h 6858000"/>
              <a:gd name="connsiteX169" fmla="*/ 124571 w 1605470"/>
              <a:gd name="connsiteY169" fmla="*/ 302178 h 6858000"/>
              <a:gd name="connsiteX170" fmla="*/ 103243 w 1605470"/>
              <a:gd name="connsiteY170" fmla="*/ 211375 h 6858000"/>
              <a:gd name="connsiteX171" fmla="*/ 94571 w 1605470"/>
              <a:gd name="connsiteY171" fmla="*/ 184179 h 6858000"/>
              <a:gd name="connsiteX172" fmla="*/ 13437 w 1605470"/>
              <a:gd name="connsiteY172" fmla="*/ 19287 h 6858000"/>
              <a:gd name="connsiteX173" fmla="*/ 0 w 1605470"/>
              <a:gd name="connsiteY17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63084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56542 w 1605470"/>
              <a:gd name="connsiteY70" fmla="*/ 4350346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46785 w 1605470"/>
              <a:gd name="connsiteY135" fmla="*/ 1903212 h 6858000"/>
              <a:gd name="connsiteX136" fmla="*/ 436547 w 1605470"/>
              <a:gd name="connsiteY136" fmla="*/ 1861531 h 6858000"/>
              <a:gd name="connsiteX137" fmla="*/ 390346 w 1605470"/>
              <a:gd name="connsiteY137" fmla="*/ 1732919 h 6858000"/>
              <a:gd name="connsiteX138" fmla="*/ 362657 w 1605470"/>
              <a:gd name="connsiteY138" fmla="*/ 1663540 h 6858000"/>
              <a:gd name="connsiteX139" fmla="*/ 361783 w 1605470"/>
              <a:gd name="connsiteY139" fmla="*/ 1615777 h 6858000"/>
              <a:gd name="connsiteX140" fmla="*/ 342578 w 1605470"/>
              <a:gd name="connsiteY140" fmla="*/ 1563678 h 6858000"/>
              <a:gd name="connsiteX141" fmla="*/ 355658 w 1605470"/>
              <a:gd name="connsiteY141" fmla="*/ 1519474 h 6858000"/>
              <a:gd name="connsiteX142" fmla="*/ 348400 w 1605470"/>
              <a:gd name="connsiteY142" fmla="*/ 1477995 h 6858000"/>
              <a:gd name="connsiteX143" fmla="*/ 334485 w 1605470"/>
              <a:gd name="connsiteY143" fmla="*/ 1373769 h 6858000"/>
              <a:gd name="connsiteX144" fmla="*/ 342792 w 1605470"/>
              <a:gd name="connsiteY144" fmla="*/ 1307086 h 6858000"/>
              <a:gd name="connsiteX145" fmla="*/ 343980 w 1605470"/>
              <a:gd name="connsiteY145" fmla="*/ 1189033 h 6858000"/>
              <a:gd name="connsiteX146" fmla="*/ 348665 w 1605470"/>
              <a:gd name="connsiteY146" fmla="*/ 1168288 h 6858000"/>
              <a:gd name="connsiteX147" fmla="*/ 340947 w 1605470"/>
              <a:gd name="connsiteY147" fmla="*/ 1142577 h 6858000"/>
              <a:gd name="connsiteX148" fmla="*/ 330253 w 1605470"/>
              <a:gd name="connsiteY148" fmla="*/ 1088484 h 6858000"/>
              <a:gd name="connsiteX149" fmla="*/ 318989 w 1605470"/>
              <a:gd name="connsiteY149" fmla="*/ 1016103 h 6858000"/>
              <a:gd name="connsiteX150" fmla="*/ 320445 w 1605470"/>
              <a:gd name="connsiteY150" fmla="*/ 932283 h 6858000"/>
              <a:gd name="connsiteX151" fmla="*/ 322681 w 1605470"/>
              <a:gd name="connsiteY151" fmla="*/ 915925 h 6858000"/>
              <a:gd name="connsiteX152" fmla="*/ 315310 w 1605470"/>
              <a:gd name="connsiteY152" fmla="*/ 896999 h 6858000"/>
              <a:gd name="connsiteX153" fmla="*/ 284718 w 1605470"/>
              <a:gd name="connsiteY153" fmla="*/ 821517 h 6858000"/>
              <a:gd name="connsiteX154" fmla="*/ 263668 w 1605470"/>
              <a:gd name="connsiteY154" fmla="*/ 751353 h 6858000"/>
              <a:gd name="connsiteX155" fmla="*/ 263226 w 1605470"/>
              <a:gd name="connsiteY155" fmla="*/ 721230 h 6858000"/>
              <a:gd name="connsiteX156" fmla="*/ 248897 w 1605470"/>
              <a:gd name="connsiteY156" fmla="*/ 681659 h 6858000"/>
              <a:gd name="connsiteX157" fmla="*/ 234316 w 1605470"/>
              <a:gd name="connsiteY157" fmla="*/ 635218 h 6858000"/>
              <a:gd name="connsiteX158" fmla="*/ 239327 w 1605470"/>
              <a:gd name="connsiteY158" fmla="*/ 613763 h 6858000"/>
              <a:gd name="connsiteX159" fmla="*/ 225269 w 1605470"/>
              <a:gd name="connsiteY159" fmla="*/ 598582 h 6858000"/>
              <a:gd name="connsiteX160" fmla="*/ 224950 w 1605470"/>
              <a:gd name="connsiteY160" fmla="*/ 576846 h 6858000"/>
              <a:gd name="connsiteX161" fmla="*/ 204576 w 1605470"/>
              <a:gd name="connsiteY161" fmla="*/ 530055 h 6858000"/>
              <a:gd name="connsiteX162" fmla="*/ 219064 w 1605470"/>
              <a:gd name="connsiteY162" fmla="*/ 469651 h 6858000"/>
              <a:gd name="connsiteX163" fmla="*/ 195012 w 1605470"/>
              <a:gd name="connsiteY163" fmla="*/ 448559 h 6858000"/>
              <a:gd name="connsiteX164" fmla="*/ 201434 w 1605470"/>
              <a:gd name="connsiteY164" fmla="*/ 441529 h 6858000"/>
              <a:gd name="connsiteX165" fmla="*/ 200655 w 1605470"/>
              <a:gd name="connsiteY165" fmla="*/ 428927 h 6858000"/>
              <a:gd name="connsiteX166" fmla="*/ 190059 w 1605470"/>
              <a:gd name="connsiteY166" fmla="*/ 430161 h 6858000"/>
              <a:gd name="connsiteX167" fmla="*/ 167079 w 1605470"/>
              <a:gd name="connsiteY167" fmla="*/ 367211 h 6858000"/>
              <a:gd name="connsiteX168" fmla="*/ 124571 w 1605470"/>
              <a:gd name="connsiteY168" fmla="*/ 302178 h 6858000"/>
              <a:gd name="connsiteX169" fmla="*/ 103243 w 1605470"/>
              <a:gd name="connsiteY169" fmla="*/ 211375 h 6858000"/>
              <a:gd name="connsiteX170" fmla="*/ 94571 w 1605470"/>
              <a:gd name="connsiteY170" fmla="*/ 184179 h 6858000"/>
              <a:gd name="connsiteX171" fmla="*/ 13437 w 1605470"/>
              <a:gd name="connsiteY171" fmla="*/ 19287 h 6858000"/>
              <a:gd name="connsiteX172" fmla="*/ 0 w 1605470"/>
              <a:gd name="connsiteY17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42619 w 1605470"/>
              <a:gd name="connsiteY134" fmla="*/ 1910499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486968 w 1605470"/>
              <a:gd name="connsiteY129" fmla="*/ 2182937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24935 w 1605470"/>
              <a:gd name="connsiteY61" fmla="*/ 4821504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39863 w 1605470"/>
              <a:gd name="connsiteY39" fmla="*/ 5604298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52319 w 1605470"/>
              <a:gd name="connsiteY40" fmla="*/ 5587997 h 6858000"/>
              <a:gd name="connsiteX41" fmla="*/ 591557 w 1605470"/>
              <a:gd name="connsiteY41" fmla="*/ 5476393 h 6858000"/>
              <a:gd name="connsiteX42" fmla="*/ 622750 w 1605470"/>
              <a:gd name="connsiteY42" fmla="*/ 5396260 h 6858000"/>
              <a:gd name="connsiteX43" fmla="*/ 638731 w 1605470"/>
              <a:gd name="connsiteY43" fmla="*/ 5330009 h 6858000"/>
              <a:gd name="connsiteX44" fmla="*/ 672224 w 1605470"/>
              <a:gd name="connsiteY44" fmla="*/ 5273739 h 6858000"/>
              <a:gd name="connsiteX45" fmla="*/ 681823 w 1605470"/>
              <a:gd name="connsiteY45" fmla="*/ 5241779 h 6858000"/>
              <a:gd name="connsiteX46" fmla="*/ 693049 w 1605470"/>
              <a:gd name="connsiteY46" fmla="*/ 5225268 h 6858000"/>
              <a:gd name="connsiteX47" fmla="*/ 694069 w 1605470"/>
              <a:gd name="connsiteY47" fmla="*/ 5217684 h 6858000"/>
              <a:gd name="connsiteX48" fmla="*/ 701410 w 1605470"/>
              <a:gd name="connsiteY48" fmla="*/ 5193377 h 6858000"/>
              <a:gd name="connsiteX49" fmla="*/ 704713 w 1605470"/>
              <a:gd name="connsiteY49" fmla="*/ 5179288 h 6858000"/>
              <a:gd name="connsiteX50" fmla="*/ 705697 w 1605470"/>
              <a:gd name="connsiteY50" fmla="*/ 5173621 h 6858000"/>
              <a:gd name="connsiteX51" fmla="*/ 701331 w 1605470"/>
              <a:gd name="connsiteY51" fmla="*/ 5159961 h 6858000"/>
              <a:gd name="connsiteX52" fmla="*/ 708008 w 1605470"/>
              <a:gd name="connsiteY52" fmla="*/ 5144295 h 6858000"/>
              <a:gd name="connsiteX53" fmla="*/ 704941 w 1605470"/>
              <a:gd name="connsiteY53" fmla="*/ 5125185 h 6858000"/>
              <a:gd name="connsiteX54" fmla="*/ 711771 w 1605470"/>
              <a:gd name="connsiteY54" fmla="*/ 5121884 h 6858000"/>
              <a:gd name="connsiteX55" fmla="*/ 718807 w 1605470"/>
              <a:gd name="connsiteY55" fmla="*/ 5067850 h 6858000"/>
              <a:gd name="connsiteX56" fmla="*/ 721538 w 1605470"/>
              <a:gd name="connsiteY56" fmla="*/ 5060861 h 6858000"/>
              <a:gd name="connsiteX57" fmla="*/ 718242 w 1605470"/>
              <a:gd name="connsiteY57" fmla="*/ 5034192 h 6858000"/>
              <a:gd name="connsiteX58" fmla="*/ 719796 w 1605470"/>
              <a:gd name="connsiteY58" fmla="*/ 4993030 h 6858000"/>
              <a:gd name="connsiteX59" fmla="*/ 726705 w 1605470"/>
              <a:gd name="connsiteY59" fmla="*/ 4946844 h 6858000"/>
              <a:gd name="connsiteX60" fmla="*/ 722561 w 1605470"/>
              <a:gd name="connsiteY60" fmla="*/ 4932692 h 6858000"/>
              <a:gd name="connsiteX61" fmla="*/ 737964 w 1605470"/>
              <a:gd name="connsiteY61" fmla="*/ 4858827 h 6858000"/>
              <a:gd name="connsiteX62" fmla="*/ 732118 w 1605470"/>
              <a:gd name="connsiteY62" fmla="*/ 4801535 h 6858000"/>
              <a:gd name="connsiteX63" fmla="*/ 739787 w 1605470"/>
              <a:gd name="connsiteY63" fmla="*/ 4797794 h 6858000"/>
              <a:gd name="connsiteX64" fmla="*/ 741081 w 1605470"/>
              <a:gd name="connsiteY64" fmla="*/ 4784526 h 6858000"/>
              <a:gd name="connsiteX65" fmla="*/ 742865 w 1605470"/>
              <a:gd name="connsiteY65" fmla="*/ 4781211 h 6858000"/>
              <a:gd name="connsiteX66" fmla="*/ 751652 w 1605470"/>
              <a:gd name="connsiteY66" fmla="*/ 4761984 h 6858000"/>
              <a:gd name="connsiteX67" fmla="*/ 747700 w 1605470"/>
              <a:gd name="connsiteY67" fmla="*/ 4690749 h 6858000"/>
              <a:gd name="connsiteX68" fmla="*/ 743180 w 1605470"/>
              <a:gd name="connsiteY68" fmla="*/ 4584173 h 6858000"/>
              <a:gd name="connsiteX69" fmla="*/ 738263 w 1605470"/>
              <a:gd name="connsiteY69" fmla="*/ 4444346 h 6858000"/>
              <a:gd name="connsiteX70" fmla="*/ 734828 w 1605470"/>
              <a:gd name="connsiteY70" fmla="*/ 4375228 h 6858000"/>
              <a:gd name="connsiteX71" fmla="*/ 715481 w 1605470"/>
              <a:gd name="connsiteY71" fmla="*/ 4214165 h 6858000"/>
              <a:gd name="connsiteX72" fmla="*/ 719554 w 1605470"/>
              <a:gd name="connsiteY72" fmla="*/ 4090296 h 6858000"/>
              <a:gd name="connsiteX73" fmla="*/ 704810 w 1605470"/>
              <a:gd name="connsiteY73" fmla="*/ 4033999 h 6858000"/>
              <a:gd name="connsiteX74" fmla="*/ 705959 w 1605470"/>
              <a:gd name="connsiteY74" fmla="*/ 4031933 h 6858000"/>
              <a:gd name="connsiteX75" fmla="*/ 704535 w 1605470"/>
              <a:gd name="connsiteY75" fmla="*/ 4013953 h 6858000"/>
              <a:gd name="connsiteX76" fmla="*/ 700443 w 1605470"/>
              <a:gd name="connsiteY76" fmla="*/ 4010511 h 6858000"/>
              <a:gd name="connsiteX77" fmla="*/ 698282 w 1605470"/>
              <a:gd name="connsiteY77" fmla="*/ 3998331 h 6858000"/>
              <a:gd name="connsiteX78" fmla="*/ 690830 w 1605470"/>
              <a:gd name="connsiteY78" fmla="*/ 3974753 h 6858000"/>
              <a:gd name="connsiteX79" fmla="*/ 692428 w 1605470"/>
              <a:gd name="connsiteY79" fmla="*/ 3969950 h 6858000"/>
              <a:gd name="connsiteX80" fmla="*/ 685850 w 1605470"/>
              <a:gd name="connsiteY80" fmla="*/ 3933779 h 6858000"/>
              <a:gd name="connsiteX81" fmla="*/ 687181 w 1605470"/>
              <a:gd name="connsiteY81" fmla="*/ 3933093 h 6858000"/>
              <a:gd name="connsiteX82" fmla="*/ 691535 w 1605470"/>
              <a:gd name="connsiteY82" fmla="*/ 3922082 h 6858000"/>
              <a:gd name="connsiteX83" fmla="*/ 696613 w 1605470"/>
              <a:gd name="connsiteY83" fmla="*/ 3901461 h 6858000"/>
              <a:gd name="connsiteX84" fmla="*/ 719207 w 1605470"/>
              <a:gd name="connsiteY84" fmla="*/ 3813873 h 6858000"/>
              <a:gd name="connsiteX85" fmla="*/ 718632 w 1605470"/>
              <a:gd name="connsiteY85" fmla="*/ 3806161 h 6858000"/>
              <a:gd name="connsiteX86" fmla="*/ 718939 w 1605470"/>
              <a:gd name="connsiteY86" fmla="*/ 3805957 h 6858000"/>
              <a:gd name="connsiteX87" fmla="*/ 718966 w 1605470"/>
              <a:gd name="connsiteY87" fmla="*/ 3797724 h 6858000"/>
              <a:gd name="connsiteX88" fmla="*/ 717581 w 1605470"/>
              <a:gd name="connsiteY88" fmla="*/ 3792098 h 6858000"/>
              <a:gd name="connsiteX89" fmla="*/ 716465 w 1605470"/>
              <a:gd name="connsiteY89" fmla="*/ 3777135 h 6858000"/>
              <a:gd name="connsiteX90" fmla="*/ 718198 w 1605470"/>
              <a:gd name="connsiteY90" fmla="*/ 3771656 h 6858000"/>
              <a:gd name="connsiteX91" fmla="*/ 721941 w 1605470"/>
              <a:gd name="connsiteY91" fmla="*/ 3769007 h 6858000"/>
              <a:gd name="connsiteX92" fmla="*/ 721407 w 1605470"/>
              <a:gd name="connsiteY92" fmla="*/ 3767709 h 6858000"/>
              <a:gd name="connsiteX93" fmla="*/ 730103 w 1605470"/>
              <a:gd name="connsiteY93" fmla="*/ 3738082 h 6858000"/>
              <a:gd name="connsiteX94" fmla="*/ 737449 w 1605470"/>
              <a:gd name="connsiteY94" fmla="*/ 3673397 h 6858000"/>
              <a:gd name="connsiteX95" fmla="*/ 736745 w 1605470"/>
              <a:gd name="connsiteY95" fmla="*/ 3637109 h 6858000"/>
              <a:gd name="connsiteX96" fmla="*/ 740188 w 1605470"/>
              <a:gd name="connsiteY96" fmla="*/ 3536883 h 6858000"/>
              <a:gd name="connsiteX97" fmla="*/ 747726 w 1605470"/>
              <a:gd name="connsiteY97" fmla="*/ 3435652 h 6858000"/>
              <a:gd name="connsiteX98" fmla="*/ 774383 w 1605470"/>
              <a:gd name="connsiteY98" fmla="*/ 3381564 h 6858000"/>
              <a:gd name="connsiteX99" fmla="*/ 774870 w 1605470"/>
              <a:gd name="connsiteY99" fmla="*/ 3375761 h 6858000"/>
              <a:gd name="connsiteX100" fmla="*/ 770510 w 1605470"/>
              <a:gd name="connsiteY100" fmla="*/ 3361844 h 6858000"/>
              <a:gd name="connsiteX101" fmla="*/ 767933 w 1605470"/>
              <a:gd name="connsiteY101" fmla="*/ 3356929 h 6858000"/>
              <a:gd name="connsiteX102" fmla="*/ 766158 w 1605470"/>
              <a:gd name="connsiteY102" fmla="*/ 3349058 h 6858000"/>
              <a:gd name="connsiteX103" fmla="*/ 766414 w 1605470"/>
              <a:gd name="connsiteY103" fmla="*/ 3348763 h 6858000"/>
              <a:gd name="connsiteX104" fmla="*/ 764166 w 1605470"/>
              <a:gd name="connsiteY104" fmla="*/ 3341588 h 6858000"/>
              <a:gd name="connsiteX105" fmla="*/ 749397 w 1605470"/>
              <a:gd name="connsiteY105" fmla="*/ 3307769 h 6858000"/>
              <a:gd name="connsiteX106" fmla="*/ 766960 w 1605470"/>
              <a:gd name="connsiteY106" fmla="*/ 3250522 h 6858000"/>
              <a:gd name="connsiteX107" fmla="*/ 767385 w 1605470"/>
              <a:gd name="connsiteY107" fmla="*/ 3229163 h 6858000"/>
              <a:gd name="connsiteX108" fmla="*/ 769208 w 1605470"/>
              <a:gd name="connsiteY108" fmla="*/ 3217217 h 6858000"/>
              <a:gd name="connsiteX109" fmla="*/ 770350 w 1605470"/>
              <a:gd name="connsiteY109" fmla="*/ 3216125 h 6858000"/>
              <a:gd name="connsiteX110" fmla="*/ 756043 w 1605470"/>
              <a:gd name="connsiteY110" fmla="*/ 3183755 h 6858000"/>
              <a:gd name="connsiteX111" fmla="*/ 756544 w 1605470"/>
              <a:gd name="connsiteY111" fmla="*/ 3178642 h 6858000"/>
              <a:gd name="connsiteX112" fmla="*/ 744144 w 1605470"/>
              <a:gd name="connsiteY112" fmla="*/ 3158586 h 6858000"/>
              <a:gd name="connsiteX113" fmla="*/ 739378 w 1605470"/>
              <a:gd name="connsiteY113" fmla="*/ 3147669 h 6858000"/>
              <a:gd name="connsiteX114" fmla="*/ 734648 w 1605470"/>
              <a:gd name="connsiteY114" fmla="*/ 3145733 h 6858000"/>
              <a:gd name="connsiteX115" fmla="*/ 729329 w 1605470"/>
              <a:gd name="connsiteY115" fmla="*/ 3129034 h 6858000"/>
              <a:gd name="connsiteX116" fmla="*/ 729994 w 1605470"/>
              <a:gd name="connsiteY116" fmla="*/ 3126682 h 6858000"/>
              <a:gd name="connsiteX117" fmla="*/ 720862 w 1605470"/>
              <a:gd name="connsiteY117" fmla="*/ 3114519 h 6858000"/>
              <a:gd name="connsiteX118" fmla="*/ 707471 w 1605470"/>
              <a:gd name="connsiteY118" fmla="*/ 3106272 h 6858000"/>
              <a:gd name="connsiteX119" fmla="*/ 680201 w 1605470"/>
              <a:gd name="connsiteY119" fmla="*/ 2958185 h 6858000"/>
              <a:gd name="connsiteX120" fmla="*/ 622815 w 1605470"/>
              <a:gd name="connsiteY120" fmla="*/ 2762989 h 6858000"/>
              <a:gd name="connsiteX121" fmla="*/ 571733 w 1605470"/>
              <a:gd name="connsiteY121" fmla="*/ 2554718 h 6858000"/>
              <a:gd name="connsiteX122" fmla="*/ 551827 w 1605470"/>
              <a:gd name="connsiteY122" fmla="*/ 2485734 h 6858000"/>
              <a:gd name="connsiteX123" fmla="*/ 542550 w 1605470"/>
              <a:gd name="connsiteY123" fmla="*/ 2447068 h 6858000"/>
              <a:gd name="connsiteX124" fmla="*/ 529511 w 1605470"/>
              <a:gd name="connsiteY124" fmla="*/ 2425819 h 6858000"/>
              <a:gd name="connsiteX125" fmla="*/ 528878 w 1605470"/>
              <a:gd name="connsiteY125" fmla="*/ 2408971 h 6858000"/>
              <a:gd name="connsiteX126" fmla="*/ 535510 w 1605470"/>
              <a:gd name="connsiteY126" fmla="*/ 2402874 h 6858000"/>
              <a:gd name="connsiteX127" fmla="*/ 538122 w 1605470"/>
              <a:gd name="connsiteY127" fmla="*/ 2381443 h 6858000"/>
              <a:gd name="connsiteX128" fmla="*/ 514451 w 1605470"/>
              <a:gd name="connsiteY128" fmla="*/ 2261920 h 6858000"/>
              <a:gd name="connsiteX129" fmla="*/ 504338 w 1605470"/>
              <a:gd name="connsiteY129" fmla="*/ 2195378 h 6858000"/>
              <a:gd name="connsiteX130" fmla="*/ 488555 w 1605470"/>
              <a:gd name="connsiteY130" fmla="*/ 2155135 h 6858000"/>
              <a:gd name="connsiteX131" fmla="*/ 486013 w 1605470"/>
              <a:gd name="connsiteY131" fmla="*/ 2118008 h 6858000"/>
              <a:gd name="connsiteX132" fmla="*/ 487006 w 1605470"/>
              <a:gd name="connsiteY132" fmla="*/ 2050531 h 6858000"/>
              <a:gd name="connsiteX133" fmla="*/ 478812 w 1605470"/>
              <a:gd name="connsiteY133" fmla="*/ 1963269 h 6858000"/>
              <a:gd name="connsiteX134" fmla="*/ 459990 w 1605470"/>
              <a:gd name="connsiteY134" fmla="*/ 1906352 h 6858000"/>
              <a:gd name="connsiteX135" fmla="*/ 436547 w 1605470"/>
              <a:gd name="connsiteY135" fmla="*/ 1861531 h 6858000"/>
              <a:gd name="connsiteX136" fmla="*/ 390346 w 1605470"/>
              <a:gd name="connsiteY136" fmla="*/ 1732919 h 6858000"/>
              <a:gd name="connsiteX137" fmla="*/ 362657 w 1605470"/>
              <a:gd name="connsiteY137" fmla="*/ 1663540 h 6858000"/>
              <a:gd name="connsiteX138" fmla="*/ 361783 w 1605470"/>
              <a:gd name="connsiteY138" fmla="*/ 1615777 h 6858000"/>
              <a:gd name="connsiteX139" fmla="*/ 342578 w 1605470"/>
              <a:gd name="connsiteY139" fmla="*/ 1563678 h 6858000"/>
              <a:gd name="connsiteX140" fmla="*/ 355658 w 1605470"/>
              <a:gd name="connsiteY140" fmla="*/ 1519474 h 6858000"/>
              <a:gd name="connsiteX141" fmla="*/ 348400 w 1605470"/>
              <a:gd name="connsiteY141" fmla="*/ 1477995 h 6858000"/>
              <a:gd name="connsiteX142" fmla="*/ 334485 w 1605470"/>
              <a:gd name="connsiteY142" fmla="*/ 1373769 h 6858000"/>
              <a:gd name="connsiteX143" fmla="*/ 342792 w 1605470"/>
              <a:gd name="connsiteY143" fmla="*/ 1307086 h 6858000"/>
              <a:gd name="connsiteX144" fmla="*/ 343980 w 1605470"/>
              <a:gd name="connsiteY144" fmla="*/ 1189033 h 6858000"/>
              <a:gd name="connsiteX145" fmla="*/ 348665 w 1605470"/>
              <a:gd name="connsiteY145" fmla="*/ 1168288 h 6858000"/>
              <a:gd name="connsiteX146" fmla="*/ 340947 w 1605470"/>
              <a:gd name="connsiteY146" fmla="*/ 1142577 h 6858000"/>
              <a:gd name="connsiteX147" fmla="*/ 330253 w 1605470"/>
              <a:gd name="connsiteY147" fmla="*/ 1088484 h 6858000"/>
              <a:gd name="connsiteX148" fmla="*/ 318989 w 1605470"/>
              <a:gd name="connsiteY148" fmla="*/ 1016103 h 6858000"/>
              <a:gd name="connsiteX149" fmla="*/ 320445 w 1605470"/>
              <a:gd name="connsiteY149" fmla="*/ 932283 h 6858000"/>
              <a:gd name="connsiteX150" fmla="*/ 322681 w 1605470"/>
              <a:gd name="connsiteY150" fmla="*/ 915925 h 6858000"/>
              <a:gd name="connsiteX151" fmla="*/ 315310 w 1605470"/>
              <a:gd name="connsiteY151" fmla="*/ 896999 h 6858000"/>
              <a:gd name="connsiteX152" fmla="*/ 284718 w 1605470"/>
              <a:gd name="connsiteY152" fmla="*/ 821517 h 6858000"/>
              <a:gd name="connsiteX153" fmla="*/ 263668 w 1605470"/>
              <a:gd name="connsiteY153" fmla="*/ 751353 h 6858000"/>
              <a:gd name="connsiteX154" fmla="*/ 263226 w 1605470"/>
              <a:gd name="connsiteY154" fmla="*/ 721230 h 6858000"/>
              <a:gd name="connsiteX155" fmla="*/ 248897 w 1605470"/>
              <a:gd name="connsiteY155" fmla="*/ 681659 h 6858000"/>
              <a:gd name="connsiteX156" fmla="*/ 234316 w 1605470"/>
              <a:gd name="connsiteY156" fmla="*/ 635218 h 6858000"/>
              <a:gd name="connsiteX157" fmla="*/ 239327 w 1605470"/>
              <a:gd name="connsiteY157" fmla="*/ 613763 h 6858000"/>
              <a:gd name="connsiteX158" fmla="*/ 225269 w 1605470"/>
              <a:gd name="connsiteY158" fmla="*/ 598582 h 6858000"/>
              <a:gd name="connsiteX159" fmla="*/ 224950 w 1605470"/>
              <a:gd name="connsiteY159" fmla="*/ 576846 h 6858000"/>
              <a:gd name="connsiteX160" fmla="*/ 204576 w 1605470"/>
              <a:gd name="connsiteY160" fmla="*/ 530055 h 6858000"/>
              <a:gd name="connsiteX161" fmla="*/ 219064 w 1605470"/>
              <a:gd name="connsiteY161" fmla="*/ 469651 h 6858000"/>
              <a:gd name="connsiteX162" fmla="*/ 195012 w 1605470"/>
              <a:gd name="connsiteY162" fmla="*/ 448559 h 6858000"/>
              <a:gd name="connsiteX163" fmla="*/ 201434 w 1605470"/>
              <a:gd name="connsiteY163" fmla="*/ 441529 h 6858000"/>
              <a:gd name="connsiteX164" fmla="*/ 200655 w 1605470"/>
              <a:gd name="connsiteY164" fmla="*/ 428927 h 6858000"/>
              <a:gd name="connsiteX165" fmla="*/ 190059 w 1605470"/>
              <a:gd name="connsiteY165" fmla="*/ 430161 h 6858000"/>
              <a:gd name="connsiteX166" fmla="*/ 167079 w 1605470"/>
              <a:gd name="connsiteY166" fmla="*/ 367211 h 6858000"/>
              <a:gd name="connsiteX167" fmla="*/ 124571 w 1605470"/>
              <a:gd name="connsiteY167" fmla="*/ 302178 h 6858000"/>
              <a:gd name="connsiteX168" fmla="*/ 103243 w 1605470"/>
              <a:gd name="connsiteY168" fmla="*/ 211375 h 6858000"/>
              <a:gd name="connsiteX169" fmla="*/ 94571 w 1605470"/>
              <a:gd name="connsiteY169" fmla="*/ 184179 h 6858000"/>
              <a:gd name="connsiteX170" fmla="*/ 13437 w 1605470"/>
              <a:gd name="connsiteY170" fmla="*/ 19287 h 6858000"/>
              <a:gd name="connsiteX171" fmla="*/ 0 w 1605470"/>
              <a:gd name="connsiteY17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44206 w 1605470"/>
              <a:gd name="connsiteY39" fmla="*/ 5641620 h 6858000"/>
              <a:gd name="connsiteX40" fmla="*/ 591557 w 1605470"/>
              <a:gd name="connsiteY40" fmla="*/ 5476393 h 6858000"/>
              <a:gd name="connsiteX41" fmla="*/ 622750 w 1605470"/>
              <a:gd name="connsiteY41" fmla="*/ 5396260 h 6858000"/>
              <a:gd name="connsiteX42" fmla="*/ 638731 w 1605470"/>
              <a:gd name="connsiteY42" fmla="*/ 5330009 h 6858000"/>
              <a:gd name="connsiteX43" fmla="*/ 672224 w 1605470"/>
              <a:gd name="connsiteY43" fmla="*/ 5273739 h 6858000"/>
              <a:gd name="connsiteX44" fmla="*/ 681823 w 1605470"/>
              <a:gd name="connsiteY44" fmla="*/ 5241779 h 6858000"/>
              <a:gd name="connsiteX45" fmla="*/ 693049 w 1605470"/>
              <a:gd name="connsiteY45" fmla="*/ 5225268 h 6858000"/>
              <a:gd name="connsiteX46" fmla="*/ 694069 w 1605470"/>
              <a:gd name="connsiteY46" fmla="*/ 5217684 h 6858000"/>
              <a:gd name="connsiteX47" fmla="*/ 701410 w 1605470"/>
              <a:gd name="connsiteY47" fmla="*/ 5193377 h 6858000"/>
              <a:gd name="connsiteX48" fmla="*/ 704713 w 1605470"/>
              <a:gd name="connsiteY48" fmla="*/ 5179288 h 6858000"/>
              <a:gd name="connsiteX49" fmla="*/ 705697 w 1605470"/>
              <a:gd name="connsiteY49" fmla="*/ 5173621 h 6858000"/>
              <a:gd name="connsiteX50" fmla="*/ 701331 w 1605470"/>
              <a:gd name="connsiteY50" fmla="*/ 5159961 h 6858000"/>
              <a:gd name="connsiteX51" fmla="*/ 708008 w 1605470"/>
              <a:gd name="connsiteY51" fmla="*/ 5144295 h 6858000"/>
              <a:gd name="connsiteX52" fmla="*/ 704941 w 1605470"/>
              <a:gd name="connsiteY52" fmla="*/ 5125185 h 6858000"/>
              <a:gd name="connsiteX53" fmla="*/ 711771 w 1605470"/>
              <a:gd name="connsiteY53" fmla="*/ 5121884 h 6858000"/>
              <a:gd name="connsiteX54" fmla="*/ 718807 w 1605470"/>
              <a:gd name="connsiteY54" fmla="*/ 5067850 h 6858000"/>
              <a:gd name="connsiteX55" fmla="*/ 721538 w 1605470"/>
              <a:gd name="connsiteY55" fmla="*/ 5060861 h 6858000"/>
              <a:gd name="connsiteX56" fmla="*/ 718242 w 1605470"/>
              <a:gd name="connsiteY56" fmla="*/ 5034192 h 6858000"/>
              <a:gd name="connsiteX57" fmla="*/ 719796 w 1605470"/>
              <a:gd name="connsiteY57" fmla="*/ 4993030 h 6858000"/>
              <a:gd name="connsiteX58" fmla="*/ 726705 w 1605470"/>
              <a:gd name="connsiteY58" fmla="*/ 4946844 h 6858000"/>
              <a:gd name="connsiteX59" fmla="*/ 722561 w 1605470"/>
              <a:gd name="connsiteY59" fmla="*/ 4932692 h 6858000"/>
              <a:gd name="connsiteX60" fmla="*/ 737964 w 1605470"/>
              <a:gd name="connsiteY60" fmla="*/ 4858827 h 6858000"/>
              <a:gd name="connsiteX61" fmla="*/ 732118 w 1605470"/>
              <a:gd name="connsiteY61" fmla="*/ 4801535 h 6858000"/>
              <a:gd name="connsiteX62" fmla="*/ 739787 w 1605470"/>
              <a:gd name="connsiteY62" fmla="*/ 4797794 h 6858000"/>
              <a:gd name="connsiteX63" fmla="*/ 741081 w 1605470"/>
              <a:gd name="connsiteY63" fmla="*/ 4784526 h 6858000"/>
              <a:gd name="connsiteX64" fmla="*/ 742865 w 1605470"/>
              <a:gd name="connsiteY64" fmla="*/ 4781211 h 6858000"/>
              <a:gd name="connsiteX65" fmla="*/ 751652 w 1605470"/>
              <a:gd name="connsiteY65" fmla="*/ 4761984 h 6858000"/>
              <a:gd name="connsiteX66" fmla="*/ 747700 w 1605470"/>
              <a:gd name="connsiteY66" fmla="*/ 4690749 h 6858000"/>
              <a:gd name="connsiteX67" fmla="*/ 743180 w 1605470"/>
              <a:gd name="connsiteY67" fmla="*/ 4584173 h 6858000"/>
              <a:gd name="connsiteX68" fmla="*/ 738263 w 1605470"/>
              <a:gd name="connsiteY68" fmla="*/ 4444346 h 6858000"/>
              <a:gd name="connsiteX69" fmla="*/ 734828 w 1605470"/>
              <a:gd name="connsiteY69" fmla="*/ 4375228 h 6858000"/>
              <a:gd name="connsiteX70" fmla="*/ 715481 w 1605470"/>
              <a:gd name="connsiteY70" fmla="*/ 4214165 h 6858000"/>
              <a:gd name="connsiteX71" fmla="*/ 719554 w 1605470"/>
              <a:gd name="connsiteY71" fmla="*/ 4090296 h 6858000"/>
              <a:gd name="connsiteX72" fmla="*/ 704810 w 1605470"/>
              <a:gd name="connsiteY72" fmla="*/ 4033999 h 6858000"/>
              <a:gd name="connsiteX73" fmla="*/ 705959 w 1605470"/>
              <a:gd name="connsiteY73" fmla="*/ 4031933 h 6858000"/>
              <a:gd name="connsiteX74" fmla="*/ 704535 w 1605470"/>
              <a:gd name="connsiteY74" fmla="*/ 4013953 h 6858000"/>
              <a:gd name="connsiteX75" fmla="*/ 700443 w 1605470"/>
              <a:gd name="connsiteY75" fmla="*/ 4010511 h 6858000"/>
              <a:gd name="connsiteX76" fmla="*/ 698282 w 1605470"/>
              <a:gd name="connsiteY76" fmla="*/ 3998331 h 6858000"/>
              <a:gd name="connsiteX77" fmla="*/ 690830 w 1605470"/>
              <a:gd name="connsiteY77" fmla="*/ 3974753 h 6858000"/>
              <a:gd name="connsiteX78" fmla="*/ 692428 w 1605470"/>
              <a:gd name="connsiteY78" fmla="*/ 3969950 h 6858000"/>
              <a:gd name="connsiteX79" fmla="*/ 685850 w 1605470"/>
              <a:gd name="connsiteY79" fmla="*/ 3933779 h 6858000"/>
              <a:gd name="connsiteX80" fmla="*/ 687181 w 1605470"/>
              <a:gd name="connsiteY80" fmla="*/ 3933093 h 6858000"/>
              <a:gd name="connsiteX81" fmla="*/ 691535 w 1605470"/>
              <a:gd name="connsiteY81" fmla="*/ 3922082 h 6858000"/>
              <a:gd name="connsiteX82" fmla="*/ 696613 w 1605470"/>
              <a:gd name="connsiteY82" fmla="*/ 3901461 h 6858000"/>
              <a:gd name="connsiteX83" fmla="*/ 719207 w 1605470"/>
              <a:gd name="connsiteY83" fmla="*/ 3813873 h 6858000"/>
              <a:gd name="connsiteX84" fmla="*/ 718632 w 1605470"/>
              <a:gd name="connsiteY84" fmla="*/ 3806161 h 6858000"/>
              <a:gd name="connsiteX85" fmla="*/ 718939 w 1605470"/>
              <a:gd name="connsiteY85" fmla="*/ 3805957 h 6858000"/>
              <a:gd name="connsiteX86" fmla="*/ 718966 w 1605470"/>
              <a:gd name="connsiteY86" fmla="*/ 3797724 h 6858000"/>
              <a:gd name="connsiteX87" fmla="*/ 717581 w 1605470"/>
              <a:gd name="connsiteY87" fmla="*/ 3792098 h 6858000"/>
              <a:gd name="connsiteX88" fmla="*/ 716465 w 1605470"/>
              <a:gd name="connsiteY88" fmla="*/ 3777135 h 6858000"/>
              <a:gd name="connsiteX89" fmla="*/ 718198 w 1605470"/>
              <a:gd name="connsiteY89" fmla="*/ 3771656 h 6858000"/>
              <a:gd name="connsiteX90" fmla="*/ 721941 w 1605470"/>
              <a:gd name="connsiteY90" fmla="*/ 3769007 h 6858000"/>
              <a:gd name="connsiteX91" fmla="*/ 721407 w 1605470"/>
              <a:gd name="connsiteY91" fmla="*/ 3767709 h 6858000"/>
              <a:gd name="connsiteX92" fmla="*/ 730103 w 1605470"/>
              <a:gd name="connsiteY92" fmla="*/ 3738082 h 6858000"/>
              <a:gd name="connsiteX93" fmla="*/ 737449 w 1605470"/>
              <a:gd name="connsiteY93" fmla="*/ 3673397 h 6858000"/>
              <a:gd name="connsiteX94" fmla="*/ 736745 w 1605470"/>
              <a:gd name="connsiteY94" fmla="*/ 3637109 h 6858000"/>
              <a:gd name="connsiteX95" fmla="*/ 740188 w 1605470"/>
              <a:gd name="connsiteY95" fmla="*/ 3536883 h 6858000"/>
              <a:gd name="connsiteX96" fmla="*/ 747726 w 1605470"/>
              <a:gd name="connsiteY96" fmla="*/ 3435652 h 6858000"/>
              <a:gd name="connsiteX97" fmla="*/ 774383 w 1605470"/>
              <a:gd name="connsiteY97" fmla="*/ 3381564 h 6858000"/>
              <a:gd name="connsiteX98" fmla="*/ 774870 w 1605470"/>
              <a:gd name="connsiteY98" fmla="*/ 3375761 h 6858000"/>
              <a:gd name="connsiteX99" fmla="*/ 770510 w 1605470"/>
              <a:gd name="connsiteY99" fmla="*/ 3361844 h 6858000"/>
              <a:gd name="connsiteX100" fmla="*/ 767933 w 1605470"/>
              <a:gd name="connsiteY100" fmla="*/ 3356929 h 6858000"/>
              <a:gd name="connsiteX101" fmla="*/ 766158 w 1605470"/>
              <a:gd name="connsiteY101" fmla="*/ 3349058 h 6858000"/>
              <a:gd name="connsiteX102" fmla="*/ 766414 w 1605470"/>
              <a:gd name="connsiteY102" fmla="*/ 3348763 h 6858000"/>
              <a:gd name="connsiteX103" fmla="*/ 764166 w 1605470"/>
              <a:gd name="connsiteY103" fmla="*/ 3341588 h 6858000"/>
              <a:gd name="connsiteX104" fmla="*/ 749397 w 1605470"/>
              <a:gd name="connsiteY104" fmla="*/ 3307769 h 6858000"/>
              <a:gd name="connsiteX105" fmla="*/ 766960 w 1605470"/>
              <a:gd name="connsiteY105" fmla="*/ 3250522 h 6858000"/>
              <a:gd name="connsiteX106" fmla="*/ 767385 w 1605470"/>
              <a:gd name="connsiteY106" fmla="*/ 3229163 h 6858000"/>
              <a:gd name="connsiteX107" fmla="*/ 769208 w 1605470"/>
              <a:gd name="connsiteY107" fmla="*/ 3217217 h 6858000"/>
              <a:gd name="connsiteX108" fmla="*/ 770350 w 1605470"/>
              <a:gd name="connsiteY108" fmla="*/ 3216125 h 6858000"/>
              <a:gd name="connsiteX109" fmla="*/ 756043 w 1605470"/>
              <a:gd name="connsiteY109" fmla="*/ 3183755 h 6858000"/>
              <a:gd name="connsiteX110" fmla="*/ 756544 w 1605470"/>
              <a:gd name="connsiteY110" fmla="*/ 3178642 h 6858000"/>
              <a:gd name="connsiteX111" fmla="*/ 744144 w 1605470"/>
              <a:gd name="connsiteY111" fmla="*/ 3158586 h 6858000"/>
              <a:gd name="connsiteX112" fmla="*/ 739378 w 1605470"/>
              <a:gd name="connsiteY112" fmla="*/ 3147669 h 6858000"/>
              <a:gd name="connsiteX113" fmla="*/ 734648 w 1605470"/>
              <a:gd name="connsiteY113" fmla="*/ 3145733 h 6858000"/>
              <a:gd name="connsiteX114" fmla="*/ 729329 w 1605470"/>
              <a:gd name="connsiteY114" fmla="*/ 3129034 h 6858000"/>
              <a:gd name="connsiteX115" fmla="*/ 729994 w 1605470"/>
              <a:gd name="connsiteY115" fmla="*/ 3126682 h 6858000"/>
              <a:gd name="connsiteX116" fmla="*/ 720862 w 1605470"/>
              <a:gd name="connsiteY116" fmla="*/ 3114519 h 6858000"/>
              <a:gd name="connsiteX117" fmla="*/ 707471 w 1605470"/>
              <a:gd name="connsiteY117" fmla="*/ 3106272 h 6858000"/>
              <a:gd name="connsiteX118" fmla="*/ 680201 w 1605470"/>
              <a:gd name="connsiteY118" fmla="*/ 2958185 h 6858000"/>
              <a:gd name="connsiteX119" fmla="*/ 622815 w 1605470"/>
              <a:gd name="connsiteY119" fmla="*/ 2762989 h 6858000"/>
              <a:gd name="connsiteX120" fmla="*/ 571733 w 1605470"/>
              <a:gd name="connsiteY120" fmla="*/ 2554718 h 6858000"/>
              <a:gd name="connsiteX121" fmla="*/ 551827 w 1605470"/>
              <a:gd name="connsiteY121" fmla="*/ 2485734 h 6858000"/>
              <a:gd name="connsiteX122" fmla="*/ 542550 w 1605470"/>
              <a:gd name="connsiteY122" fmla="*/ 2447068 h 6858000"/>
              <a:gd name="connsiteX123" fmla="*/ 529511 w 1605470"/>
              <a:gd name="connsiteY123" fmla="*/ 2425819 h 6858000"/>
              <a:gd name="connsiteX124" fmla="*/ 528878 w 1605470"/>
              <a:gd name="connsiteY124" fmla="*/ 2408971 h 6858000"/>
              <a:gd name="connsiteX125" fmla="*/ 535510 w 1605470"/>
              <a:gd name="connsiteY125" fmla="*/ 2402874 h 6858000"/>
              <a:gd name="connsiteX126" fmla="*/ 538122 w 1605470"/>
              <a:gd name="connsiteY126" fmla="*/ 2381443 h 6858000"/>
              <a:gd name="connsiteX127" fmla="*/ 514451 w 1605470"/>
              <a:gd name="connsiteY127" fmla="*/ 2261920 h 6858000"/>
              <a:gd name="connsiteX128" fmla="*/ 504338 w 1605470"/>
              <a:gd name="connsiteY128" fmla="*/ 2195378 h 6858000"/>
              <a:gd name="connsiteX129" fmla="*/ 488555 w 1605470"/>
              <a:gd name="connsiteY129" fmla="*/ 2155135 h 6858000"/>
              <a:gd name="connsiteX130" fmla="*/ 486013 w 1605470"/>
              <a:gd name="connsiteY130" fmla="*/ 2118008 h 6858000"/>
              <a:gd name="connsiteX131" fmla="*/ 487006 w 1605470"/>
              <a:gd name="connsiteY131" fmla="*/ 2050531 h 6858000"/>
              <a:gd name="connsiteX132" fmla="*/ 478812 w 1605470"/>
              <a:gd name="connsiteY132" fmla="*/ 1963269 h 6858000"/>
              <a:gd name="connsiteX133" fmla="*/ 459990 w 1605470"/>
              <a:gd name="connsiteY133" fmla="*/ 1906352 h 6858000"/>
              <a:gd name="connsiteX134" fmla="*/ 436547 w 1605470"/>
              <a:gd name="connsiteY134" fmla="*/ 1861531 h 6858000"/>
              <a:gd name="connsiteX135" fmla="*/ 390346 w 1605470"/>
              <a:gd name="connsiteY135" fmla="*/ 1732919 h 6858000"/>
              <a:gd name="connsiteX136" fmla="*/ 362657 w 1605470"/>
              <a:gd name="connsiteY136" fmla="*/ 1663540 h 6858000"/>
              <a:gd name="connsiteX137" fmla="*/ 361783 w 1605470"/>
              <a:gd name="connsiteY137" fmla="*/ 1615777 h 6858000"/>
              <a:gd name="connsiteX138" fmla="*/ 342578 w 1605470"/>
              <a:gd name="connsiteY138" fmla="*/ 1563678 h 6858000"/>
              <a:gd name="connsiteX139" fmla="*/ 355658 w 1605470"/>
              <a:gd name="connsiteY139" fmla="*/ 1519474 h 6858000"/>
              <a:gd name="connsiteX140" fmla="*/ 348400 w 1605470"/>
              <a:gd name="connsiteY140" fmla="*/ 1477995 h 6858000"/>
              <a:gd name="connsiteX141" fmla="*/ 334485 w 1605470"/>
              <a:gd name="connsiteY141" fmla="*/ 1373769 h 6858000"/>
              <a:gd name="connsiteX142" fmla="*/ 342792 w 1605470"/>
              <a:gd name="connsiteY142" fmla="*/ 1307086 h 6858000"/>
              <a:gd name="connsiteX143" fmla="*/ 343980 w 1605470"/>
              <a:gd name="connsiteY143" fmla="*/ 1189033 h 6858000"/>
              <a:gd name="connsiteX144" fmla="*/ 348665 w 1605470"/>
              <a:gd name="connsiteY144" fmla="*/ 1168288 h 6858000"/>
              <a:gd name="connsiteX145" fmla="*/ 340947 w 1605470"/>
              <a:gd name="connsiteY145" fmla="*/ 1142577 h 6858000"/>
              <a:gd name="connsiteX146" fmla="*/ 330253 w 1605470"/>
              <a:gd name="connsiteY146" fmla="*/ 1088484 h 6858000"/>
              <a:gd name="connsiteX147" fmla="*/ 318989 w 1605470"/>
              <a:gd name="connsiteY147" fmla="*/ 1016103 h 6858000"/>
              <a:gd name="connsiteX148" fmla="*/ 320445 w 1605470"/>
              <a:gd name="connsiteY148" fmla="*/ 932283 h 6858000"/>
              <a:gd name="connsiteX149" fmla="*/ 322681 w 1605470"/>
              <a:gd name="connsiteY149" fmla="*/ 915925 h 6858000"/>
              <a:gd name="connsiteX150" fmla="*/ 315310 w 1605470"/>
              <a:gd name="connsiteY150" fmla="*/ 896999 h 6858000"/>
              <a:gd name="connsiteX151" fmla="*/ 284718 w 1605470"/>
              <a:gd name="connsiteY151" fmla="*/ 821517 h 6858000"/>
              <a:gd name="connsiteX152" fmla="*/ 263668 w 1605470"/>
              <a:gd name="connsiteY152" fmla="*/ 751353 h 6858000"/>
              <a:gd name="connsiteX153" fmla="*/ 263226 w 1605470"/>
              <a:gd name="connsiteY153" fmla="*/ 721230 h 6858000"/>
              <a:gd name="connsiteX154" fmla="*/ 248897 w 1605470"/>
              <a:gd name="connsiteY154" fmla="*/ 681659 h 6858000"/>
              <a:gd name="connsiteX155" fmla="*/ 234316 w 1605470"/>
              <a:gd name="connsiteY155" fmla="*/ 635218 h 6858000"/>
              <a:gd name="connsiteX156" fmla="*/ 239327 w 1605470"/>
              <a:gd name="connsiteY156" fmla="*/ 613763 h 6858000"/>
              <a:gd name="connsiteX157" fmla="*/ 225269 w 1605470"/>
              <a:gd name="connsiteY157" fmla="*/ 598582 h 6858000"/>
              <a:gd name="connsiteX158" fmla="*/ 224950 w 1605470"/>
              <a:gd name="connsiteY158" fmla="*/ 576846 h 6858000"/>
              <a:gd name="connsiteX159" fmla="*/ 204576 w 1605470"/>
              <a:gd name="connsiteY159" fmla="*/ 530055 h 6858000"/>
              <a:gd name="connsiteX160" fmla="*/ 219064 w 1605470"/>
              <a:gd name="connsiteY160" fmla="*/ 469651 h 6858000"/>
              <a:gd name="connsiteX161" fmla="*/ 195012 w 1605470"/>
              <a:gd name="connsiteY161" fmla="*/ 448559 h 6858000"/>
              <a:gd name="connsiteX162" fmla="*/ 201434 w 1605470"/>
              <a:gd name="connsiteY162" fmla="*/ 441529 h 6858000"/>
              <a:gd name="connsiteX163" fmla="*/ 200655 w 1605470"/>
              <a:gd name="connsiteY163" fmla="*/ 428927 h 6858000"/>
              <a:gd name="connsiteX164" fmla="*/ 190059 w 1605470"/>
              <a:gd name="connsiteY164" fmla="*/ 430161 h 6858000"/>
              <a:gd name="connsiteX165" fmla="*/ 167079 w 1605470"/>
              <a:gd name="connsiteY165" fmla="*/ 367211 h 6858000"/>
              <a:gd name="connsiteX166" fmla="*/ 124571 w 1605470"/>
              <a:gd name="connsiteY166" fmla="*/ 302178 h 6858000"/>
              <a:gd name="connsiteX167" fmla="*/ 103243 w 1605470"/>
              <a:gd name="connsiteY167" fmla="*/ 211375 h 6858000"/>
              <a:gd name="connsiteX168" fmla="*/ 94571 w 1605470"/>
              <a:gd name="connsiteY168" fmla="*/ 184179 h 6858000"/>
              <a:gd name="connsiteX169" fmla="*/ 13437 w 1605470"/>
              <a:gd name="connsiteY169" fmla="*/ 19287 h 6858000"/>
              <a:gd name="connsiteX170" fmla="*/ 0 w 1605470"/>
              <a:gd name="connsiteY17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31653 w 1605470"/>
              <a:gd name="connsiteY38" fmla="*/ 5604904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3992 w 1605470"/>
              <a:gd name="connsiteY37" fmla="*/ 5619557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4870 w 1605470"/>
              <a:gd name="connsiteY97" fmla="*/ 3375761 h 6858000"/>
              <a:gd name="connsiteX98" fmla="*/ 770510 w 1605470"/>
              <a:gd name="connsiteY98" fmla="*/ 3361844 h 6858000"/>
              <a:gd name="connsiteX99" fmla="*/ 767933 w 1605470"/>
              <a:gd name="connsiteY99" fmla="*/ 3356929 h 6858000"/>
              <a:gd name="connsiteX100" fmla="*/ 766158 w 1605470"/>
              <a:gd name="connsiteY100" fmla="*/ 3349058 h 6858000"/>
              <a:gd name="connsiteX101" fmla="*/ 766414 w 1605470"/>
              <a:gd name="connsiteY101" fmla="*/ 3348763 h 6858000"/>
              <a:gd name="connsiteX102" fmla="*/ 764166 w 1605470"/>
              <a:gd name="connsiteY102" fmla="*/ 3341588 h 6858000"/>
              <a:gd name="connsiteX103" fmla="*/ 749397 w 1605470"/>
              <a:gd name="connsiteY103" fmla="*/ 3307769 h 6858000"/>
              <a:gd name="connsiteX104" fmla="*/ 766960 w 1605470"/>
              <a:gd name="connsiteY104" fmla="*/ 3250522 h 6858000"/>
              <a:gd name="connsiteX105" fmla="*/ 767385 w 1605470"/>
              <a:gd name="connsiteY105" fmla="*/ 3229163 h 6858000"/>
              <a:gd name="connsiteX106" fmla="*/ 769208 w 1605470"/>
              <a:gd name="connsiteY106" fmla="*/ 3217217 h 6858000"/>
              <a:gd name="connsiteX107" fmla="*/ 770350 w 1605470"/>
              <a:gd name="connsiteY107" fmla="*/ 3216125 h 6858000"/>
              <a:gd name="connsiteX108" fmla="*/ 756043 w 1605470"/>
              <a:gd name="connsiteY108" fmla="*/ 3183755 h 6858000"/>
              <a:gd name="connsiteX109" fmla="*/ 756544 w 1605470"/>
              <a:gd name="connsiteY109" fmla="*/ 3178642 h 6858000"/>
              <a:gd name="connsiteX110" fmla="*/ 744144 w 1605470"/>
              <a:gd name="connsiteY110" fmla="*/ 3158586 h 6858000"/>
              <a:gd name="connsiteX111" fmla="*/ 739378 w 1605470"/>
              <a:gd name="connsiteY111" fmla="*/ 3147669 h 6858000"/>
              <a:gd name="connsiteX112" fmla="*/ 734648 w 1605470"/>
              <a:gd name="connsiteY112" fmla="*/ 3145733 h 6858000"/>
              <a:gd name="connsiteX113" fmla="*/ 729329 w 1605470"/>
              <a:gd name="connsiteY113" fmla="*/ 3129034 h 6858000"/>
              <a:gd name="connsiteX114" fmla="*/ 729994 w 1605470"/>
              <a:gd name="connsiteY114" fmla="*/ 3126682 h 6858000"/>
              <a:gd name="connsiteX115" fmla="*/ 720862 w 1605470"/>
              <a:gd name="connsiteY115" fmla="*/ 3114519 h 6858000"/>
              <a:gd name="connsiteX116" fmla="*/ 707471 w 1605470"/>
              <a:gd name="connsiteY116" fmla="*/ 3106272 h 6858000"/>
              <a:gd name="connsiteX117" fmla="*/ 680201 w 1605470"/>
              <a:gd name="connsiteY117" fmla="*/ 2958185 h 6858000"/>
              <a:gd name="connsiteX118" fmla="*/ 622815 w 1605470"/>
              <a:gd name="connsiteY118" fmla="*/ 2762989 h 6858000"/>
              <a:gd name="connsiteX119" fmla="*/ 571733 w 1605470"/>
              <a:gd name="connsiteY119" fmla="*/ 2554718 h 6858000"/>
              <a:gd name="connsiteX120" fmla="*/ 551827 w 1605470"/>
              <a:gd name="connsiteY120" fmla="*/ 2485734 h 6858000"/>
              <a:gd name="connsiteX121" fmla="*/ 542550 w 1605470"/>
              <a:gd name="connsiteY121" fmla="*/ 2447068 h 6858000"/>
              <a:gd name="connsiteX122" fmla="*/ 529511 w 1605470"/>
              <a:gd name="connsiteY122" fmla="*/ 2425819 h 6858000"/>
              <a:gd name="connsiteX123" fmla="*/ 528878 w 1605470"/>
              <a:gd name="connsiteY123" fmla="*/ 2408971 h 6858000"/>
              <a:gd name="connsiteX124" fmla="*/ 535510 w 1605470"/>
              <a:gd name="connsiteY124" fmla="*/ 2402874 h 6858000"/>
              <a:gd name="connsiteX125" fmla="*/ 538122 w 1605470"/>
              <a:gd name="connsiteY125" fmla="*/ 2381443 h 6858000"/>
              <a:gd name="connsiteX126" fmla="*/ 514451 w 1605470"/>
              <a:gd name="connsiteY126" fmla="*/ 2261920 h 6858000"/>
              <a:gd name="connsiteX127" fmla="*/ 504338 w 1605470"/>
              <a:gd name="connsiteY127" fmla="*/ 2195378 h 6858000"/>
              <a:gd name="connsiteX128" fmla="*/ 488555 w 1605470"/>
              <a:gd name="connsiteY128" fmla="*/ 2155135 h 6858000"/>
              <a:gd name="connsiteX129" fmla="*/ 486013 w 1605470"/>
              <a:gd name="connsiteY129" fmla="*/ 2118008 h 6858000"/>
              <a:gd name="connsiteX130" fmla="*/ 487006 w 1605470"/>
              <a:gd name="connsiteY130" fmla="*/ 2050531 h 6858000"/>
              <a:gd name="connsiteX131" fmla="*/ 478812 w 1605470"/>
              <a:gd name="connsiteY131" fmla="*/ 1963269 h 6858000"/>
              <a:gd name="connsiteX132" fmla="*/ 459990 w 1605470"/>
              <a:gd name="connsiteY132" fmla="*/ 1906352 h 6858000"/>
              <a:gd name="connsiteX133" fmla="*/ 436547 w 1605470"/>
              <a:gd name="connsiteY133" fmla="*/ 1861531 h 6858000"/>
              <a:gd name="connsiteX134" fmla="*/ 390346 w 1605470"/>
              <a:gd name="connsiteY134" fmla="*/ 1732919 h 6858000"/>
              <a:gd name="connsiteX135" fmla="*/ 362657 w 1605470"/>
              <a:gd name="connsiteY135" fmla="*/ 1663540 h 6858000"/>
              <a:gd name="connsiteX136" fmla="*/ 361783 w 1605470"/>
              <a:gd name="connsiteY136" fmla="*/ 1615777 h 6858000"/>
              <a:gd name="connsiteX137" fmla="*/ 342578 w 1605470"/>
              <a:gd name="connsiteY137" fmla="*/ 1563678 h 6858000"/>
              <a:gd name="connsiteX138" fmla="*/ 355658 w 1605470"/>
              <a:gd name="connsiteY138" fmla="*/ 1519474 h 6858000"/>
              <a:gd name="connsiteX139" fmla="*/ 348400 w 1605470"/>
              <a:gd name="connsiteY139" fmla="*/ 1477995 h 6858000"/>
              <a:gd name="connsiteX140" fmla="*/ 334485 w 1605470"/>
              <a:gd name="connsiteY140" fmla="*/ 1373769 h 6858000"/>
              <a:gd name="connsiteX141" fmla="*/ 342792 w 1605470"/>
              <a:gd name="connsiteY141" fmla="*/ 1307086 h 6858000"/>
              <a:gd name="connsiteX142" fmla="*/ 343980 w 1605470"/>
              <a:gd name="connsiteY142" fmla="*/ 1189033 h 6858000"/>
              <a:gd name="connsiteX143" fmla="*/ 348665 w 1605470"/>
              <a:gd name="connsiteY143" fmla="*/ 1168288 h 6858000"/>
              <a:gd name="connsiteX144" fmla="*/ 340947 w 1605470"/>
              <a:gd name="connsiteY144" fmla="*/ 1142577 h 6858000"/>
              <a:gd name="connsiteX145" fmla="*/ 330253 w 1605470"/>
              <a:gd name="connsiteY145" fmla="*/ 1088484 h 6858000"/>
              <a:gd name="connsiteX146" fmla="*/ 318989 w 1605470"/>
              <a:gd name="connsiteY146" fmla="*/ 1016103 h 6858000"/>
              <a:gd name="connsiteX147" fmla="*/ 320445 w 1605470"/>
              <a:gd name="connsiteY147" fmla="*/ 932283 h 6858000"/>
              <a:gd name="connsiteX148" fmla="*/ 322681 w 1605470"/>
              <a:gd name="connsiteY148" fmla="*/ 915925 h 6858000"/>
              <a:gd name="connsiteX149" fmla="*/ 315310 w 1605470"/>
              <a:gd name="connsiteY149" fmla="*/ 896999 h 6858000"/>
              <a:gd name="connsiteX150" fmla="*/ 284718 w 1605470"/>
              <a:gd name="connsiteY150" fmla="*/ 821517 h 6858000"/>
              <a:gd name="connsiteX151" fmla="*/ 263668 w 1605470"/>
              <a:gd name="connsiteY151" fmla="*/ 751353 h 6858000"/>
              <a:gd name="connsiteX152" fmla="*/ 263226 w 1605470"/>
              <a:gd name="connsiteY152" fmla="*/ 721230 h 6858000"/>
              <a:gd name="connsiteX153" fmla="*/ 248897 w 1605470"/>
              <a:gd name="connsiteY153" fmla="*/ 681659 h 6858000"/>
              <a:gd name="connsiteX154" fmla="*/ 234316 w 1605470"/>
              <a:gd name="connsiteY154" fmla="*/ 635218 h 6858000"/>
              <a:gd name="connsiteX155" fmla="*/ 239327 w 1605470"/>
              <a:gd name="connsiteY155" fmla="*/ 613763 h 6858000"/>
              <a:gd name="connsiteX156" fmla="*/ 225269 w 1605470"/>
              <a:gd name="connsiteY156" fmla="*/ 598582 h 6858000"/>
              <a:gd name="connsiteX157" fmla="*/ 224950 w 1605470"/>
              <a:gd name="connsiteY157" fmla="*/ 576846 h 6858000"/>
              <a:gd name="connsiteX158" fmla="*/ 204576 w 1605470"/>
              <a:gd name="connsiteY158" fmla="*/ 530055 h 6858000"/>
              <a:gd name="connsiteX159" fmla="*/ 219064 w 1605470"/>
              <a:gd name="connsiteY159" fmla="*/ 469651 h 6858000"/>
              <a:gd name="connsiteX160" fmla="*/ 195012 w 1605470"/>
              <a:gd name="connsiteY160" fmla="*/ 448559 h 6858000"/>
              <a:gd name="connsiteX161" fmla="*/ 201434 w 1605470"/>
              <a:gd name="connsiteY161" fmla="*/ 441529 h 6858000"/>
              <a:gd name="connsiteX162" fmla="*/ 200655 w 1605470"/>
              <a:gd name="connsiteY162" fmla="*/ 428927 h 6858000"/>
              <a:gd name="connsiteX163" fmla="*/ 190059 w 1605470"/>
              <a:gd name="connsiteY163" fmla="*/ 430161 h 6858000"/>
              <a:gd name="connsiteX164" fmla="*/ 167079 w 1605470"/>
              <a:gd name="connsiteY164" fmla="*/ 367211 h 6858000"/>
              <a:gd name="connsiteX165" fmla="*/ 124571 w 1605470"/>
              <a:gd name="connsiteY165" fmla="*/ 302178 h 6858000"/>
              <a:gd name="connsiteX166" fmla="*/ 103243 w 1605470"/>
              <a:gd name="connsiteY166" fmla="*/ 211375 h 6858000"/>
              <a:gd name="connsiteX167" fmla="*/ 94571 w 1605470"/>
              <a:gd name="connsiteY167" fmla="*/ 184179 h 6858000"/>
              <a:gd name="connsiteX168" fmla="*/ 13437 w 1605470"/>
              <a:gd name="connsiteY168" fmla="*/ 19287 h 6858000"/>
              <a:gd name="connsiteX169" fmla="*/ 0 w 1605470"/>
              <a:gd name="connsiteY16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7933 w 1605470"/>
              <a:gd name="connsiteY98" fmla="*/ 3356929 h 6858000"/>
              <a:gd name="connsiteX99" fmla="*/ 766158 w 1605470"/>
              <a:gd name="connsiteY99" fmla="*/ 3349058 h 6858000"/>
              <a:gd name="connsiteX100" fmla="*/ 766414 w 1605470"/>
              <a:gd name="connsiteY100" fmla="*/ 3348763 h 6858000"/>
              <a:gd name="connsiteX101" fmla="*/ 764166 w 1605470"/>
              <a:gd name="connsiteY101" fmla="*/ 3341588 h 6858000"/>
              <a:gd name="connsiteX102" fmla="*/ 749397 w 1605470"/>
              <a:gd name="connsiteY102" fmla="*/ 3307769 h 6858000"/>
              <a:gd name="connsiteX103" fmla="*/ 766960 w 1605470"/>
              <a:gd name="connsiteY103" fmla="*/ 3250522 h 6858000"/>
              <a:gd name="connsiteX104" fmla="*/ 767385 w 1605470"/>
              <a:gd name="connsiteY104" fmla="*/ 3229163 h 6858000"/>
              <a:gd name="connsiteX105" fmla="*/ 769208 w 1605470"/>
              <a:gd name="connsiteY105" fmla="*/ 3217217 h 6858000"/>
              <a:gd name="connsiteX106" fmla="*/ 770350 w 1605470"/>
              <a:gd name="connsiteY106" fmla="*/ 3216125 h 6858000"/>
              <a:gd name="connsiteX107" fmla="*/ 756043 w 1605470"/>
              <a:gd name="connsiteY107" fmla="*/ 3183755 h 6858000"/>
              <a:gd name="connsiteX108" fmla="*/ 756544 w 1605470"/>
              <a:gd name="connsiteY108" fmla="*/ 3178642 h 6858000"/>
              <a:gd name="connsiteX109" fmla="*/ 744144 w 1605470"/>
              <a:gd name="connsiteY109" fmla="*/ 3158586 h 6858000"/>
              <a:gd name="connsiteX110" fmla="*/ 739378 w 1605470"/>
              <a:gd name="connsiteY110" fmla="*/ 3147669 h 6858000"/>
              <a:gd name="connsiteX111" fmla="*/ 734648 w 1605470"/>
              <a:gd name="connsiteY111" fmla="*/ 3145733 h 6858000"/>
              <a:gd name="connsiteX112" fmla="*/ 729329 w 1605470"/>
              <a:gd name="connsiteY112" fmla="*/ 3129034 h 6858000"/>
              <a:gd name="connsiteX113" fmla="*/ 729994 w 1605470"/>
              <a:gd name="connsiteY113" fmla="*/ 3126682 h 6858000"/>
              <a:gd name="connsiteX114" fmla="*/ 720862 w 1605470"/>
              <a:gd name="connsiteY114" fmla="*/ 3114519 h 6858000"/>
              <a:gd name="connsiteX115" fmla="*/ 707471 w 1605470"/>
              <a:gd name="connsiteY115" fmla="*/ 3106272 h 6858000"/>
              <a:gd name="connsiteX116" fmla="*/ 680201 w 1605470"/>
              <a:gd name="connsiteY116" fmla="*/ 2958185 h 6858000"/>
              <a:gd name="connsiteX117" fmla="*/ 622815 w 1605470"/>
              <a:gd name="connsiteY117" fmla="*/ 2762989 h 6858000"/>
              <a:gd name="connsiteX118" fmla="*/ 571733 w 1605470"/>
              <a:gd name="connsiteY118" fmla="*/ 2554718 h 6858000"/>
              <a:gd name="connsiteX119" fmla="*/ 551827 w 1605470"/>
              <a:gd name="connsiteY119" fmla="*/ 2485734 h 6858000"/>
              <a:gd name="connsiteX120" fmla="*/ 542550 w 1605470"/>
              <a:gd name="connsiteY120" fmla="*/ 2447068 h 6858000"/>
              <a:gd name="connsiteX121" fmla="*/ 529511 w 1605470"/>
              <a:gd name="connsiteY121" fmla="*/ 2425819 h 6858000"/>
              <a:gd name="connsiteX122" fmla="*/ 528878 w 1605470"/>
              <a:gd name="connsiteY122" fmla="*/ 2408971 h 6858000"/>
              <a:gd name="connsiteX123" fmla="*/ 535510 w 1605470"/>
              <a:gd name="connsiteY123" fmla="*/ 2402874 h 6858000"/>
              <a:gd name="connsiteX124" fmla="*/ 538122 w 1605470"/>
              <a:gd name="connsiteY124" fmla="*/ 2381443 h 6858000"/>
              <a:gd name="connsiteX125" fmla="*/ 514451 w 1605470"/>
              <a:gd name="connsiteY125" fmla="*/ 2261920 h 6858000"/>
              <a:gd name="connsiteX126" fmla="*/ 504338 w 1605470"/>
              <a:gd name="connsiteY126" fmla="*/ 2195378 h 6858000"/>
              <a:gd name="connsiteX127" fmla="*/ 488555 w 1605470"/>
              <a:gd name="connsiteY127" fmla="*/ 2155135 h 6858000"/>
              <a:gd name="connsiteX128" fmla="*/ 486013 w 1605470"/>
              <a:gd name="connsiteY128" fmla="*/ 2118008 h 6858000"/>
              <a:gd name="connsiteX129" fmla="*/ 487006 w 1605470"/>
              <a:gd name="connsiteY129" fmla="*/ 2050531 h 6858000"/>
              <a:gd name="connsiteX130" fmla="*/ 478812 w 1605470"/>
              <a:gd name="connsiteY130" fmla="*/ 1963269 h 6858000"/>
              <a:gd name="connsiteX131" fmla="*/ 459990 w 1605470"/>
              <a:gd name="connsiteY131" fmla="*/ 1906352 h 6858000"/>
              <a:gd name="connsiteX132" fmla="*/ 436547 w 1605470"/>
              <a:gd name="connsiteY132" fmla="*/ 1861531 h 6858000"/>
              <a:gd name="connsiteX133" fmla="*/ 390346 w 1605470"/>
              <a:gd name="connsiteY133" fmla="*/ 1732919 h 6858000"/>
              <a:gd name="connsiteX134" fmla="*/ 362657 w 1605470"/>
              <a:gd name="connsiteY134" fmla="*/ 1663540 h 6858000"/>
              <a:gd name="connsiteX135" fmla="*/ 361783 w 1605470"/>
              <a:gd name="connsiteY135" fmla="*/ 1615777 h 6858000"/>
              <a:gd name="connsiteX136" fmla="*/ 342578 w 1605470"/>
              <a:gd name="connsiteY136" fmla="*/ 1563678 h 6858000"/>
              <a:gd name="connsiteX137" fmla="*/ 355658 w 1605470"/>
              <a:gd name="connsiteY137" fmla="*/ 1519474 h 6858000"/>
              <a:gd name="connsiteX138" fmla="*/ 348400 w 1605470"/>
              <a:gd name="connsiteY138" fmla="*/ 1477995 h 6858000"/>
              <a:gd name="connsiteX139" fmla="*/ 334485 w 1605470"/>
              <a:gd name="connsiteY139" fmla="*/ 1373769 h 6858000"/>
              <a:gd name="connsiteX140" fmla="*/ 342792 w 1605470"/>
              <a:gd name="connsiteY140" fmla="*/ 1307086 h 6858000"/>
              <a:gd name="connsiteX141" fmla="*/ 343980 w 1605470"/>
              <a:gd name="connsiteY141" fmla="*/ 1189033 h 6858000"/>
              <a:gd name="connsiteX142" fmla="*/ 348665 w 1605470"/>
              <a:gd name="connsiteY142" fmla="*/ 1168288 h 6858000"/>
              <a:gd name="connsiteX143" fmla="*/ 340947 w 1605470"/>
              <a:gd name="connsiteY143" fmla="*/ 1142577 h 6858000"/>
              <a:gd name="connsiteX144" fmla="*/ 330253 w 1605470"/>
              <a:gd name="connsiteY144" fmla="*/ 1088484 h 6858000"/>
              <a:gd name="connsiteX145" fmla="*/ 318989 w 1605470"/>
              <a:gd name="connsiteY145" fmla="*/ 1016103 h 6858000"/>
              <a:gd name="connsiteX146" fmla="*/ 320445 w 1605470"/>
              <a:gd name="connsiteY146" fmla="*/ 932283 h 6858000"/>
              <a:gd name="connsiteX147" fmla="*/ 322681 w 1605470"/>
              <a:gd name="connsiteY147" fmla="*/ 915925 h 6858000"/>
              <a:gd name="connsiteX148" fmla="*/ 315310 w 1605470"/>
              <a:gd name="connsiteY148" fmla="*/ 896999 h 6858000"/>
              <a:gd name="connsiteX149" fmla="*/ 284718 w 1605470"/>
              <a:gd name="connsiteY149" fmla="*/ 821517 h 6858000"/>
              <a:gd name="connsiteX150" fmla="*/ 263668 w 1605470"/>
              <a:gd name="connsiteY150" fmla="*/ 751353 h 6858000"/>
              <a:gd name="connsiteX151" fmla="*/ 263226 w 1605470"/>
              <a:gd name="connsiteY151" fmla="*/ 721230 h 6858000"/>
              <a:gd name="connsiteX152" fmla="*/ 248897 w 1605470"/>
              <a:gd name="connsiteY152" fmla="*/ 681659 h 6858000"/>
              <a:gd name="connsiteX153" fmla="*/ 234316 w 1605470"/>
              <a:gd name="connsiteY153" fmla="*/ 635218 h 6858000"/>
              <a:gd name="connsiteX154" fmla="*/ 239327 w 1605470"/>
              <a:gd name="connsiteY154" fmla="*/ 613763 h 6858000"/>
              <a:gd name="connsiteX155" fmla="*/ 225269 w 1605470"/>
              <a:gd name="connsiteY155" fmla="*/ 598582 h 6858000"/>
              <a:gd name="connsiteX156" fmla="*/ 224950 w 1605470"/>
              <a:gd name="connsiteY156" fmla="*/ 576846 h 6858000"/>
              <a:gd name="connsiteX157" fmla="*/ 204576 w 1605470"/>
              <a:gd name="connsiteY157" fmla="*/ 530055 h 6858000"/>
              <a:gd name="connsiteX158" fmla="*/ 219064 w 1605470"/>
              <a:gd name="connsiteY158" fmla="*/ 469651 h 6858000"/>
              <a:gd name="connsiteX159" fmla="*/ 195012 w 1605470"/>
              <a:gd name="connsiteY159" fmla="*/ 448559 h 6858000"/>
              <a:gd name="connsiteX160" fmla="*/ 201434 w 1605470"/>
              <a:gd name="connsiteY160" fmla="*/ 441529 h 6858000"/>
              <a:gd name="connsiteX161" fmla="*/ 200655 w 1605470"/>
              <a:gd name="connsiteY161" fmla="*/ 428927 h 6858000"/>
              <a:gd name="connsiteX162" fmla="*/ 190059 w 1605470"/>
              <a:gd name="connsiteY162" fmla="*/ 430161 h 6858000"/>
              <a:gd name="connsiteX163" fmla="*/ 167079 w 1605470"/>
              <a:gd name="connsiteY163" fmla="*/ 367211 h 6858000"/>
              <a:gd name="connsiteX164" fmla="*/ 124571 w 1605470"/>
              <a:gd name="connsiteY164" fmla="*/ 302178 h 6858000"/>
              <a:gd name="connsiteX165" fmla="*/ 103243 w 1605470"/>
              <a:gd name="connsiteY165" fmla="*/ 211375 h 6858000"/>
              <a:gd name="connsiteX166" fmla="*/ 94571 w 1605470"/>
              <a:gd name="connsiteY166" fmla="*/ 184179 h 6858000"/>
              <a:gd name="connsiteX167" fmla="*/ 13437 w 1605470"/>
              <a:gd name="connsiteY167" fmla="*/ 19287 h 6858000"/>
              <a:gd name="connsiteX168" fmla="*/ 0 w 1605470"/>
              <a:gd name="connsiteY16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4383 w 1605470"/>
              <a:gd name="connsiteY96" fmla="*/ 3381564 h 6858000"/>
              <a:gd name="connsiteX97" fmla="*/ 770510 w 1605470"/>
              <a:gd name="connsiteY97" fmla="*/ 3361844 h 6858000"/>
              <a:gd name="connsiteX98" fmla="*/ 766158 w 1605470"/>
              <a:gd name="connsiteY98" fmla="*/ 3349058 h 6858000"/>
              <a:gd name="connsiteX99" fmla="*/ 766414 w 1605470"/>
              <a:gd name="connsiteY99" fmla="*/ 3348763 h 6858000"/>
              <a:gd name="connsiteX100" fmla="*/ 764166 w 1605470"/>
              <a:gd name="connsiteY100" fmla="*/ 3341588 h 6858000"/>
              <a:gd name="connsiteX101" fmla="*/ 749397 w 1605470"/>
              <a:gd name="connsiteY101" fmla="*/ 3307769 h 6858000"/>
              <a:gd name="connsiteX102" fmla="*/ 766960 w 1605470"/>
              <a:gd name="connsiteY102" fmla="*/ 3250522 h 6858000"/>
              <a:gd name="connsiteX103" fmla="*/ 767385 w 1605470"/>
              <a:gd name="connsiteY103" fmla="*/ 3229163 h 6858000"/>
              <a:gd name="connsiteX104" fmla="*/ 769208 w 1605470"/>
              <a:gd name="connsiteY104" fmla="*/ 3217217 h 6858000"/>
              <a:gd name="connsiteX105" fmla="*/ 770350 w 1605470"/>
              <a:gd name="connsiteY105" fmla="*/ 3216125 h 6858000"/>
              <a:gd name="connsiteX106" fmla="*/ 756043 w 1605470"/>
              <a:gd name="connsiteY106" fmla="*/ 3183755 h 6858000"/>
              <a:gd name="connsiteX107" fmla="*/ 756544 w 1605470"/>
              <a:gd name="connsiteY107" fmla="*/ 3178642 h 6858000"/>
              <a:gd name="connsiteX108" fmla="*/ 744144 w 1605470"/>
              <a:gd name="connsiteY108" fmla="*/ 3158586 h 6858000"/>
              <a:gd name="connsiteX109" fmla="*/ 739378 w 1605470"/>
              <a:gd name="connsiteY109" fmla="*/ 3147669 h 6858000"/>
              <a:gd name="connsiteX110" fmla="*/ 734648 w 1605470"/>
              <a:gd name="connsiteY110" fmla="*/ 3145733 h 6858000"/>
              <a:gd name="connsiteX111" fmla="*/ 729329 w 1605470"/>
              <a:gd name="connsiteY111" fmla="*/ 3129034 h 6858000"/>
              <a:gd name="connsiteX112" fmla="*/ 729994 w 1605470"/>
              <a:gd name="connsiteY112" fmla="*/ 3126682 h 6858000"/>
              <a:gd name="connsiteX113" fmla="*/ 720862 w 1605470"/>
              <a:gd name="connsiteY113" fmla="*/ 3114519 h 6858000"/>
              <a:gd name="connsiteX114" fmla="*/ 707471 w 1605470"/>
              <a:gd name="connsiteY114" fmla="*/ 3106272 h 6858000"/>
              <a:gd name="connsiteX115" fmla="*/ 680201 w 1605470"/>
              <a:gd name="connsiteY115" fmla="*/ 2958185 h 6858000"/>
              <a:gd name="connsiteX116" fmla="*/ 622815 w 1605470"/>
              <a:gd name="connsiteY116" fmla="*/ 2762989 h 6858000"/>
              <a:gd name="connsiteX117" fmla="*/ 571733 w 1605470"/>
              <a:gd name="connsiteY117" fmla="*/ 2554718 h 6858000"/>
              <a:gd name="connsiteX118" fmla="*/ 551827 w 1605470"/>
              <a:gd name="connsiteY118" fmla="*/ 2485734 h 6858000"/>
              <a:gd name="connsiteX119" fmla="*/ 542550 w 1605470"/>
              <a:gd name="connsiteY119" fmla="*/ 2447068 h 6858000"/>
              <a:gd name="connsiteX120" fmla="*/ 529511 w 1605470"/>
              <a:gd name="connsiteY120" fmla="*/ 2425819 h 6858000"/>
              <a:gd name="connsiteX121" fmla="*/ 528878 w 1605470"/>
              <a:gd name="connsiteY121" fmla="*/ 2408971 h 6858000"/>
              <a:gd name="connsiteX122" fmla="*/ 535510 w 1605470"/>
              <a:gd name="connsiteY122" fmla="*/ 2402874 h 6858000"/>
              <a:gd name="connsiteX123" fmla="*/ 538122 w 1605470"/>
              <a:gd name="connsiteY123" fmla="*/ 2381443 h 6858000"/>
              <a:gd name="connsiteX124" fmla="*/ 514451 w 1605470"/>
              <a:gd name="connsiteY124" fmla="*/ 2261920 h 6858000"/>
              <a:gd name="connsiteX125" fmla="*/ 504338 w 1605470"/>
              <a:gd name="connsiteY125" fmla="*/ 2195378 h 6858000"/>
              <a:gd name="connsiteX126" fmla="*/ 488555 w 1605470"/>
              <a:gd name="connsiteY126" fmla="*/ 2155135 h 6858000"/>
              <a:gd name="connsiteX127" fmla="*/ 486013 w 1605470"/>
              <a:gd name="connsiteY127" fmla="*/ 2118008 h 6858000"/>
              <a:gd name="connsiteX128" fmla="*/ 487006 w 1605470"/>
              <a:gd name="connsiteY128" fmla="*/ 2050531 h 6858000"/>
              <a:gd name="connsiteX129" fmla="*/ 478812 w 1605470"/>
              <a:gd name="connsiteY129" fmla="*/ 1963269 h 6858000"/>
              <a:gd name="connsiteX130" fmla="*/ 459990 w 1605470"/>
              <a:gd name="connsiteY130" fmla="*/ 1906352 h 6858000"/>
              <a:gd name="connsiteX131" fmla="*/ 436547 w 1605470"/>
              <a:gd name="connsiteY131" fmla="*/ 1861531 h 6858000"/>
              <a:gd name="connsiteX132" fmla="*/ 390346 w 1605470"/>
              <a:gd name="connsiteY132" fmla="*/ 1732919 h 6858000"/>
              <a:gd name="connsiteX133" fmla="*/ 362657 w 1605470"/>
              <a:gd name="connsiteY133" fmla="*/ 1663540 h 6858000"/>
              <a:gd name="connsiteX134" fmla="*/ 361783 w 1605470"/>
              <a:gd name="connsiteY134" fmla="*/ 1615777 h 6858000"/>
              <a:gd name="connsiteX135" fmla="*/ 342578 w 1605470"/>
              <a:gd name="connsiteY135" fmla="*/ 1563678 h 6858000"/>
              <a:gd name="connsiteX136" fmla="*/ 355658 w 1605470"/>
              <a:gd name="connsiteY136" fmla="*/ 1519474 h 6858000"/>
              <a:gd name="connsiteX137" fmla="*/ 348400 w 1605470"/>
              <a:gd name="connsiteY137" fmla="*/ 1477995 h 6858000"/>
              <a:gd name="connsiteX138" fmla="*/ 334485 w 1605470"/>
              <a:gd name="connsiteY138" fmla="*/ 1373769 h 6858000"/>
              <a:gd name="connsiteX139" fmla="*/ 342792 w 1605470"/>
              <a:gd name="connsiteY139" fmla="*/ 1307086 h 6858000"/>
              <a:gd name="connsiteX140" fmla="*/ 343980 w 1605470"/>
              <a:gd name="connsiteY140" fmla="*/ 1189033 h 6858000"/>
              <a:gd name="connsiteX141" fmla="*/ 348665 w 1605470"/>
              <a:gd name="connsiteY141" fmla="*/ 1168288 h 6858000"/>
              <a:gd name="connsiteX142" fmla="*/ 340947 w 1605470"/>
              <a:gd name="connsiteY142" fmla="*/ 1142577 h 6858000"/>
              <a:gd name="connsiteX143" fmla="*/ 330253 w 1605470"/>
              <a:gd name="connsiteY143" fmla="*/ 1088484 h 6858000"/>
              <a:gd name="connsiteX144" fmla="*/ 318989 w 1605470"/>
              <a:gd name="connsiteY144" fmla="*/ 1016103 h 6858000"/>
              <a:gd name="connsiteX145" fmla="*/ 320445 w 1605470"/>
              <a:gd name="connsiteY145" fmla="*/ 932283 h 6858000"/>
              <a:gd name="connsiteX146" fmla="*/ 322681 w 1605470"/>
              <a:gd name="connsiteY146" fmla="*/ 915925 h 6858000"/>
              <a:gd name="connsiteX147" fmla="*/ 315310 w 1605470"/>
              <a:gd name="connsiteY147" fmla="*/ 896999 h 6858000"/>
              <a:gd name="connsiteX148" fmla="*/ 284718 w 1605470"/>
              <a:gd name="connsiteY148" fmla="*/ 821517 h 6858000"/>
              <a:gd name="connsiteX149" fmla="*/ 263668 w 1605470"/>
              <a:gd name="connsiteY149" fmla="*/ 751353 h 6858000"/>
              <a:gd name="connsiteX150" fmla="*/ 263226 w 1605470"/>
              <a:gd name="connsiteY150" fmla="*/ 721230 h 6858000"/>
              <a:gd name="connsiteX151" fmla="*/ 248897 w 1605470"/>
              <a:gd name="connsiteY151" fmla="*/ 681659 h 6858000"/>
              <a:gd name="connsiteX152" fmla="*/ 234316 w 1605470"/>
              <a:gd name="connsiteY152" fmla="*/ 635218 h 6858000"/>
              <a:gd name="connsiteX153" fmla="*/ 239327 w 1605470"/>
              <a:gd name="connsiteY153" fmla="*/ 613763 h 6858000"/>
              <a:gd name="connsiteX154" fmla="*/ 225269 w 1605470"/>
              <a:gd name="connsiteY154" fmla="*/ 598582 h 6858000"/>
              <a:gd name="connsiteX155" fmla="*/ 224950 w 1605470"/>
              <a:gd name="connsiteY155" fmla="*/ 576846 h 6858000"/>
              <a:gd name="connsiteX156" fmla="*/ 204576 w 1605470"/>
              <a:gd name="connsiteY156" fmla="*/ 530055 h 6858000"/>
              <a:gd name="connsiteX157" fmla="*/ 219064 w 1605470"/>
              <a:gd name="connsiteY157" fmla="*/ 469651 h 6858000"/>
              <a:gd name="connsiteX158" fmla="*/ 195012 w 1605470"/>
              <a:gd name="connsiteY158" fmla="*/ 448559 h 6858000"/>
              <a:gd name="connsiteX159" fmla="*/ 201434 w 1605470"/>
              <a:gd name="connsiteY159" fmla="*/ 441529 h 6858000"/>
              <a:gd name="connsiteX160" fmla="*/ 200655 w 1605470"/>
              <a:gd name="connsiteY160" fmla="*/ 428927 h 6858000"/>
              <a:gd name="connsiteX161" fmla="*/ 190059 w 1605470"/>
              <a:gd name="connsiteY161" fmla="*/ 430161 h 6858000"/>
              <a:gd name="connsiteX162" fmla="*/ 167079 w 1605470"/>
              <a:gd name="connsiteY162" fmla="*/ 367211 h 6858000"/>
              <a:gd name="connsiteX163" fmla="*/ 124571 w 1605470"/>
              <a:gd name="connsiteY163" fmla="*/ 302178 h 6858000"/>
              <a:gd name="connsiteX164" fmla="*/ 103243 w 1605470"/>
              <a:gd name="connsiteY164" fmla="*/ 211375 h 6858000"/>
              <a:gd name="connsiteX165" fmla="*/ 94571 w 1605470"/>
              <a:gd name="connsiteY165" fmla="*/ 184179 h 6858000"/>
              <a:gd name="connsiteX166" fmla="*/ 13437 w 1605470"/>
              <a:gd name="connsiteY166" fmla="*/ 19287 h 6858000"/>
              <a:gd name="connsiteX167" fmla="*/ 0 w 1605470"/>
              <a:gd name="connsiteY16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6414 w 1605470"/>
              <a:gd name="connsiteY98" fmla="*/ 3348763 h 6858000"/>
              <a:gd name="connsiteX99" fmla="*/ 764166 w 1605470"/>
              <a:gd name="connsiteY99" fmla="*/ 3341588 h 6858000"/>
              <a:gd name="connsiteX100" fmla="*/ 749397 w 1605470"/>
              <a:gd name="connsiteY100" fmla="*/ 3307769 h 6858000"/>
              <a:gd name="connsiteX101" fmla="*/ 766960 w 1605470"/>
              <a:gd name="connsiteY101" fmla="*/ 3250522 h 6858000"/>
              <a:gd name="connsiteX102" fmla="*/ 767385 w 1605470"/>
              <a:gd name="connsiteY102" fmla="*/ 3229163 h 6858000"/>
              <a:gd name="connsiteX103" fmla="*/ 769208 w 1605470"/>
              <a:gd name="connsiteY103" fmla="*/ 3217217 h 6858000"/>
              <a:gd name="connsiteX104" fmla="*/ 770350 w 1605470"/>
              <a:gd name="connsiteY104" fmla="*/ 3216125 h 6858000"/>
              <a:gd name="connsiteX105" fmla="*/ 756043 w 1605470"/>
              <a:gd name="connsiteY105" fmla="*/ 3183755 h 6858000"/>
              <a:gd name="connsiteX106" fmla="*/ 756544 w 1605470"/>
              <a:gd name="connsiteY106" fmla="*/ 3178642 h 6858000"/>
              <a:gd name="connsiteX107" fmla="*/ 744144 w 1605470"/>
              <a:gd name="connsiteY107" fmla="*/ 3158586 h 6858000"/>
              <a:gd name="connsiteX108" fmla="*/ 739378 w 1605470"/>
              <a:gd name="connsiteY108" fmla="*/ 3147669 h 6858000"/>
              <a:gd name="connsiteX109" fmla="*/ 734648 w 1605470"/>
              <a:gd name="connsiteY109" fmla="*/ 3145733 h 6858000"/>
              <a:gd name="connsiteX110" fmla="*/ 729329 w 1605470"/>
              <a:gd name="connsiteY110" fmla="*/ 3129034 h 6858000"/>
              <a:gd name="connsiteX111" fmla="*/ 729994 w 1605470"/>
              <a:gd name="connsiteY111" fmla="*/ 3126682 h 6858000"/>
              <a:gd name="connsiteX112" fmla="*/ 720862 w 1605470"/>
              <a:gd name="connsiteY112" fmla="*/ 3114519 h 6858000"/>
              <a:gd name="connsiteX113" fmla="*/ 707471 w 1605470"/>
              <a:gd name="connsiteY113" fmla="*/ 3106272 h 6858000"/>
              <a:gd name="connsiteX114" fmla="*/ 680201 w 1605470"/>
              <a:gd name="connsiteY114" fmla="*/ 2958185 h 6858000"/>
              <a:gd name="connsiteX115" fmla="*/ 622815 w 1605470"/>
              <a:gd name="connsiteY115" fmla="*/ 2762989 h 6858000"/>
              <a:gd name="connsiteX116" fmla="*/ 571733 w 1605470"/>
              <a:gd name="connsiteY116" fmla="*/ 2554718 h 6858000"/>
              <a:gd name="connsiteX117" fmla="*/ 551827 w 1605470"/>
              <a:gd name="connsiteY117" fmla="*/ 2485734 h 6858000"/>
              <a:gd name="connsiteX118" fmla="*/ 542550 w 1605470"/>
              <a:gd name="connsiteY118" fmla="*/ 2447068 h 6858000"/>
              <a:gd name="connsiteX119" fmla="*/ 529511 w 1605470"/>
              <a:gd name="connsiteY119" fmla="*/ 2425819 h 6858000"/>
              <a:gd name="connsiteX120" fmla="*/ 528878 w 1605470"/>
              <a:gd name="connsiteY120" fmla="*/ 2408971 h 6858000"/>
              <a:gd name="connsiteX121" fmla="*/ 535510 w 1605470"/>
              <a:gd name="connsiteY121" fmla="*/ 2402874 h 6858000"/>
              <a:gd name="connsiteX122" fmla="*/ 538122 w 1605470"/>
              <a:gd name="connsiteY122" fmla="*/ 2381443 h 6858000"/>
              <a:gd name="connsiteX123" fmla="*/ 514451 w 1605470"/>
              <a:gd name="connsiteY123" fmla="*/ 2261920 h 6858000"/>
              <a:gd name="connsiteX124" fmla="*/ 504338 w 1605470"/>
              <a:gd name="connsiteY124" fmla="*/ 2195378 h 6858000"/>
              <a:gd name="connsiteX125" fmla="*/ 488555 w 1605470"/>
              <a:gd name="connsiteY125" fmla="*/ 2155135 h 6858000"/>
              <a:gd name="connsiteX126" fmla="*/ 486013 w 1605470"/>
              <a:gd name="connsiteY126" fmla="*/ 2118008 h 6858000"/>
              <a:gd name="connsiteX127" fmla="*/ 487006 w 1605470"/>
              <a:gd name="connsiteY127" fmla="*/ 2050531 h 6858000"/>
              <a:gd name="connsiteX128" fmla="*/ 478812 w 1605470"/>
              <a:gd name="connsiteY128" fmla="*/ 1963269 h 6858000"/>
              <a:gd name="connsiteX129" fmla="*/ 459990 w 1605470"/>
              <a:gd name="connsiteY129" fmla="*/ 1906352 h 6858000"/>
              <a:gd name="connsiteX130" fmla="*/ 436547 w 1605470"/>
              <a:gd name="connsiteY130" fmla="*/ 1861531 h 6858000"/>
              <a:gd name="connsiteX131" fmla="*/ 390346 w 1605470"/>
              <a:gd name="connsiteY131" fmla="*/ 1732919 h 6858000"/>
              <a:gd name="connsiteX132" fmla="*/ 362657 w 1605470"/>
              <a:gd name="connsiteY132" fmla="*/ 1663540 h 6858000"/>
              <a:gd name="connsiteX133" fmla="*/ 361783 w 1605470"/>
              <a:gd name="connsiteY133" fmla="*/ 1615777 h 6858000"/>
              <a:gd name="connsiteX134" fmla="*/ 342578 w 1605470"/>
              <a:gd name="connsiteY134" fmla="*/ 1563678 h 6858000"/>
              <a:gd name="connsiteX135" fmla="*/ 355658 w 1605470"/>
              <a:gd name="connsiteY135" fmla="*/ 1519474 h 6858000"/>
              <a:gd name="connsiteX136" fmla="*/ 348400 w 1605470"/>
              <a:gd name="connsiteY136" fmla="*/ 1477995 h 6858000"/>
              <a:gd name="connsiteX137" fmla="*/ 334485 w 1605470"/>
              <a:gd name="connsiteY137" fmla="*/ 1373769 h 6858000"/>
              <a:gd name="connsiteX138" fmla="*/ 342792 w 1605470"/>
              <a:gd name="connsiteY138" fmla="*/ 1307086 h 6858000"/>
              <a:gd name="connsiteX139" fmla="*/ 343980 w 1605470"/>
              <a:gd name="connsiteY139" fmla="*/ 1189033 h 6858000"/>
              <a:gd name="connsiteX140" fmla="*/ 348665 w 1605470"/>
              <a:gd name="connsiteY140" fmla="*/ 1168288 h 6858000"/>
              <a:gd name="connsiteX141" fmla="*/ 340947 w 1605470"/>
              <a:gd name="connsiteY141" fmla="*/ 1142577 h 6858000"/>
              <a:gd name="connsiteX142" fmla="*/ 330253 w 1605470"/>
              <a:gd name="connsiteY142" fmla="*/ 1088484 h 6858000"/>
              <a:gd name="connsiteX143" fmla="*/ 318989 w 1605470"/>
              <a:gd name="connsiteY143" fmla="*/ 1016103 h 6858000"/>
              <a:gd name="connsiteX144" fmla="*/ 320445 w 1605470"/>
              <a:gd name="connsiteY144" fmla="*/ 932283 h 6858000"/>
              <a:gd name="connsiteX145" fmla="*/ 322681 w 1605470"/>
              <a:gd name="connsiteY145" fmla="*/ 915925 h 6858000"/>
              <a:gd name="connsiteX146" fmla="*/ 315310 w 1605470"/>
              <a:gd name="connsiteY146" fmla="*/ 896999 h 6858000"/>
              <a:gd name="connsiteX147" fmla="*/ 284718 w 1605470"/>
              <a:gd name="connsiteY147" fmla="*/ 821517 h 6858000"/>
              <a:gd name="connsiteX148" fmla="*/ 263668 w 1605470"/>
              <a:gd name="connsiteY148" fmla="*/ 751353 h 6858000"/>
              <a:gd name="connsiteX149" fmla="*/ 263226 w 1605470"/>
              <a:gd name="connsiteY149" fmla="*/ 721230 h 6858000"/>
              <a:gd name="connsiteX150" fmla="*/ 248897 w 1605470"/>
              <a:gd name="connsiteY150" fmla="*/ 681659 h 6858000"/>
              <a:gd name="connsiteX151" fmla="*/ 234316 w 1605470"/>
              <a:gd name="connsiteY151" fmla="*/ 635218 h 6858000"/>
              <a:gd name="connsiteX152" fmla="*/ 239327 w 1605470"/>
              <a:gd name="connsiteY152" fmla="*/ 613763 h 6858000"/>
              <a:gd name="connsiteX153" fmla="*/ 225269 w 1605470"/>
              <a:gd name="connsiteY153" fmla="*/ 598582 h 6858000"/>
              <a:gd name="connsiteX154" fmla="*/ 224950 w 1605470"/>
              <a:gd name="connsiteY154" fmla="*/ 576846 h 6858000"/>
              <a:gd name="connsiteX155" fmla="*/ 204576 w 1605470"/>
              <a:gd name="connsiteY155" fmla="*/ 530055 h 6858000"/>
              <a:gd name="connsiteX156" fmla="*/ 219064 w 1605470"/>
              <a:gd name="connsiteY156" fmla="*/ 469651 h 6858000"/>
              <a:gd name="connsiteX157" fmla="*/ 195012 w 1605470"/>
              <a:gd name="connsiteY157" fmla="*/ 448559 h 6858000"/>
              <a:gd name="connsiteX158" fmla="*/ 201434 w 1605470"/>
              <a:gd name="connsiteY158" fmla="*/ 441529 h 6858000"/>
              <a:gd name="connsiteX159" fmla="*/ 200655 w 1605470"/>
              <a:gd name="connsiteY159" fmla="*/ 428927 h 6858000"/>
              <a:gd name="connsiteX160" fmla="*/ 190059 w 1605470"/>
              <a:gd name="connsiteY160" fmla="*/ 430161 h 6858000"/>
              <a:gd name="connsiteX161" fmla="*/ 167079 w 1605470"/>
              <a:gd name="connsiteY161" fmla="*/ 367211 h 6858000"/>
              <a:gd name="connsiteX162" fmla="*/ 124571 w 1605470"/>
              <a:gd name="connsiteY162" fmla="*/ 302178 h 6858000"/>
              <a:gd name="connsiteX163" fmla="*/ 103243 w 1605470"/>
              <a:gd name="connsiteY163" fmla="*/ 211375 h 6858000"/>
              <a:gd name="connsiteX164" fmla="*/ 94571 w 1605470"/>
              <a:gd name="connsiteY164" fmla="*/ 184179 h 6858000"/>
              <a:gd name="connsiteX165" fmla="*/ 13437 w 1605470"/>
              <a:gd name="connsiteY165" fmla="*/ 19287 h 6858000"/>
              <a:gd name="connsiteX166" fmla="*/ 0 w 1605470"/>
              <a:gd name="connsiteY16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64166 w 1605470"/>
              <a:gd name="connsiteY98" fmla="*/ 3341588 h 6858000"/>
              <a:gd name="connsiteX99" fmla="*/ 749397 w 1605470"/>
              <a:gd name="connsiteY99" fmla="*/ 3307769 h 6858000"/>
              <a:gd name="connsiteX100" fmla="*/ 766960 w 1605470"/>
              <a:gd name="connsiteY100" fmla="*/ 3250522 h 6858000"/>
              <a:gd name="connsiteX101" fmla="*/ 767385 w 1605470"/>
              <a:gd name="connsiteY101" fmla="*/ 3229163 h 6858000"/>
              <a:gd name="connsiteX102" fmla="*/ 769208 w 1605470"/>
              <a:gd name="connsiteY102" fmla="*/ 3217217 h 6858000"/>
              <a:gd name="connsiteX103" fmla="*/ 770350 w 1605470"/>
              <a:gd name="connsiteY103" fmla="*/ 3216125 h 6858000"/>
              <a:gd name="connsiteX104" fmla="*/ 756043 w 1605470"/>
              <a:gd name="connsiteY104" fmla="*/ 3183755 h 6858000"/>
              <a:gd name="connsiteX105" fmla="*/ 756544 w 1605470"/>
              <a:gd name="connsiteY105" fmla="*/ 3178642 h 6858000"/>
              <a:gd name="connsiteX106" fmla="*/ 744144 w 1605470"/>
              <a:gd name="connsiteY106" fmla="*/ 3158586 h 6858000"/>
              <a:gd name="connsiteX107" fmla="*/ 739378 w 1605470"/>
              <a:gd name="connsiteY107" fmla="*/ 3147669 h 6858000"/>
              <a:gd name="connsiteX108" fmla="*/ 734648 w 1605470"/>
              <a:gd name="connsiteY108" fmla="*/ 3145733 h 6858000"/>
              <a:gd name="connsiteX109" fmla="*/ 729329 w 1605470"/>
              <a:gd name="connsiteY109" fmla="*/ 3129034 h 6858000"/>
              <a:gd name="connsiteX110" fmla="*/ 729994 w 1605470"/>
              <a:gd name="connsiteY110" fmla="*/ 3126682 h 6858000"/>
              <a:gd name="connsiteX111" fmla="*/ 720862 w 1605470"/>
              <a:gd name="connsiteY111" fmla="*/ 3114519 h 6858000"/>
              <a:gd name="connsiteX112" fmla="*/ 707471 w 1605470"/>
              <a:gd name="connsiteY112" fmla="*/ 3106272 h 6858000"/>
              <a:gd name="connsiteX113" fmla="*/ 680201 w 1605470"/>
              <a:gd name="connsiteY113" fmla="*/ 2958185 h 6858000"/>
              <a:gd name="connsiteX114" fmla="*/ 622815 w 1605470"/>
              <a:gd name="connsiteY114" fmla="*/ 2762989 h 6858000"/>
              <a:gd name="connsiteX115" fmla="*/ 571733 w 1605470"/>
              <a:gd name="connsiteY115" fmla="*/ 2554718 h 6858000"/>
              <a:gd name="connsiteX116" fmla="*/ 551827 w 1605470"/>
              <a:gd name="connsiteY116" fmla="*/ 2485734 h 6858000"/>
              <a:gd name="connsiteX117" fmla="*/ 542550 w 1605470"/>
              <a:gd name="connsiteY117" fmla="*/ 2447068 h 6858000"/>
              <a:gd name="connsiteX118" fmla="*/ 529511 w 1605470"/>
              <a:gd name="connsiteY118" fmla="*/ 2425819 h 6858000"/>
              <a:gd name="connsiteX119" fmla="*/ 528878 w 1605470"/>
              <a:gd name="connsiteY119" fmla="*/ 2408971 h 6858000"/>
              <a:gd name="connsiteX120" fmla="*/ 535510 w 1605470"/>
              <a:gd name="connsiteY120" fmla="*/ 2402874 h 6858000"/>
              <a:gd name="connsiteX121" fmla="*/ 538122 w 1605470"/>
              <a:gd name="connsiteY121" fmla="*/ 2381443 h 6858000"/>
              <a:gd name="connsiteX122" fmla="*/ 514451 w 1605470"/>
              <a:gd name="connsiteY122" fmla="*/ 2261920 h 6858000"/>
              <a:gd name="connsiteX123" fmla="*/ 504338 w 1605470"/>
              <a:gd name="connsiteY123" fmla="*/ 2195378 h 6858000"/>
              <a:gd name="connsiteX124" fmla="*/ 488555 w 1605470"/>
              <a:gd name="connsiteY124" fmla="*/ 2155135 h 6858000"/>
              <a:gd name="connsiteX125" fmla="*/ 486013 w 1605470"/>
              <a:gd name="connsiteY125" fmla="*/ 2118008 h 6858000"/>
              <a:gd name="connsiteX126" fmla="*/ 487006 w 1605470"/>
              <a:gd name="connsiteY126" fmla="*/ 2050531 h 6858000"/>
              <a:gd name="connsiteX127" fmla="*/ 478812 w 1605470"/>
              <a:gd name="connsiteY127" fmla="*/ 1963269 h 6858000"/>
              <a:gd name="connsiteX128" fmla="*/ 459990 w 1605470"/>
              <a:gd name="connsiteY128" fmla="*/ 1906352 h 6858000"/>
              <a:gd name="connsiteX129" fmla="*/ 436547 w 1605470"/>
              <a:gd name="connsiteY129" fmla="*/ 1861531 h 6858000"/>
              <a:gd name="connsiteX130" fmla="*/ 390346 w 1605470"/>
              <a:gd name="connsiteY130" fmla="*/ 1732919 h 6858000"/>
              <a:gd name="connsiteX131" fmla="*/ 362657 w 1605470"/>
              <a:gd name="connsiteY131" fmla="*/ 1663540 h 6858000"/>
              <a:gd name="connsiteX132" fmla="*/ 361783 w 1605470"/>
              <a:gd name="connsiteY132" fmla="*/ 1615777 h 6858000"/>
              <a:gd name="connsiteX133" fmla="*/ 342578 w 1605470"/>
              <a:gd name="connsiteY133" fmla="*/ 1563678 h 6858000"/>
              <a:gd name="connsiteX134" fmla="*/ 355658 w 1605470"/>
              <a:gd name="connsiteY134" fmla="*/ 1519474 h 6858000"/>
              <a:gd name="connsiteX135" fmla="*/ 348400 w 1605470"/>
              <a:gd name="connsiteY135" fmla="*/ 1477995 h 6858000"/>
              <a:gd name="connsiteX136" fmla="*/ 334485 w 1605470"/>
              <a:gd name="connsiteY136" fmla="*/ 1373769 h 6858000"/>
              <a:gd name="connsiteX137" fmla="*/ 342792 w 1605470"/>
              <a:gd name="connsiteY137" fmla="*/ 1307086 h 6858000"/>
              <a:gd name="connsiteX138" fmla="*/ 343980 w 1605470"/>
              <a:gd name="connsiteY138" fmla="*/ 1189033 h 6858000"/>
              <a:gd name="connsiteX139" fmla="*/ 348665 w 1605470"/>
              <a:gd name="connsiteY139" fmla="*/ 1168288 h 6858000"/>
              <a:gd name="connsiteX140" fmla="*/ 340947 w 1605470"/>
              <a:gd name="connsiteY140" fmla="*/ 1142577 h 6858000"/>
              <a:gd name="connsiteX141" fmla="*/ 330253 w 1605470"/>
              <a:gd name="connsiteY141" fmla="*/ 1088484 h 6858000"/>
              <a:gd name="connsiteX142" fmla="*/ 318989 w 1605470"/>
              <a:gd name="connsiteY142" fmla="*/ 1016103 h 6858000"/>
              <a:gd name="connsiteX143" fmla="*/ 320445 w 1605470"/>
              <a:gd name="connsiteY143" fmla="*/ 932283 h 6858000"/>
              <a:gd name="connsiteX144" fmla="*/ 322681 w 1605470"/>
              <a:gd name="connsiteY144" fmla="*/ 915925 h 6858000"/>
              <a:gd name="connsiteX145" fmla="*/ 315310 w 1605470"/>
              <a:gd name="connsiteY145" fmla="*/ 896999 h 6858000"/>
              <a:gd name="connsiteX146" fmla="*/ 284718 w 1605470"/>
              <a:gd name="connsiteY146" fmla="*/ 821517 h 6858000"/>
              <a:gd name="connsiteX147" fmla="*/ 263668 w 1605470"/>
              <a:gd name="connsiteY147" fmla="*/ 751353 h 6858000"/>
              <a:gd name="connsiteX148" fmla="*/ 263226 w 1605470"/>
              <a:gd name="connsiteY148" fmla="*/ 721230 h 6858000"/>
              <a:gd name="connsiteX149" fmla="*/ 248897 w 1605470"/>
              <a:gd name="connsiteY149" fmla="*/ 681659 h 6858000"/>
              <a:gd name="connsiteX150" fmla="*/ 234316 w 1605470"/>
              <a:gd name="connsiteY150" fmla="*/ 635218 h 6858000"/>
              <a:gd name="connsiteX151" fmla="*/ 239327 w 1605470"/>
              <a:gd name="connsiteY151" fmla="*/ 613763 h 6858000"/>
              <a:gd name="connsiteX152" fmla="*/ 225269 w 1605470"/>
              <a:gd name="connsiteY152" fmla="*/ 598582 h 6858000"/>
              <a:gd name="connsiteX153" fmla="*/ 224950 w 1605470"/>
              <a:gd name="connsiteY153" fmla="*/ 576846 h 6858000"/>
              <a:gd name="connsiteX154" fmla="*/ 204576 w 1605470"/>
              <a:gd name="connsiteY154" fmla="*/ 530055 h 6858000"/>
              <a:gd name="connsiteX155" fmla="*/ 219064 w 1605470"/>
              <a:gd name="connsiteY155" fmla="*/ 469651 h 6858000"/>
              <a:gd name="connsiteX156" fmla="*/ 195012 w 1605470"/>
              <a:gd name="connsiteY156" fmla="*/ 448559 h 6858000"/>
              <a:gd name="connsiteX157" fmla="*/ 201434 w 1605470"/>
              <a:gd name="connsiteY157" fmla="*/ 441529 h 6858000"/>
              <a:gd name="connsiteX158" fmla="*/ 200655 w 1605470"/>
              <a:gd name="connsiteY158" fmla="*/ 428927 h 6858000"/>
              <a:gd name="connsiteX159" fmla="*/ 190059 w 1605470"/>
              <a:gd name="connsiteY159" fmla="*/ 430161 h 6858000"/>
              <a:gd name="connsiteX160" fmla="*/ 167079 w 1605470"/>
              <a:gd name="connsiteY160" fmla="*/ 367211 h 6858000"/>
              <a:gd name="connsiteX161" fmla="*/ 124571 w 1605470"/>
              <a:gd name="connsiteY161" fmla="*/ 302178 h 6858000"/>
              <a:gd name="connsiteX162" fmla="*/ 103243 w 1605470"/>
              <a:gd name="connsiteY162" fmla="*/ 211375 h 6858000"/>
              <a:gd name="connsiteX163" fmla="*/ 94571 w 1605470"/>
              <a:gd name="connsiteY163" fmla="*/ 184179 h 6858000"/>
              <a:gd name="connsiteX164" fmla="*/ 13437 w 1605470"/>
              <a:gd name="connsiteY164" fmla="*/ 19287 h 6858000"/>
              <a:gd name="connsiteX165" fmla="*/ 0 w 1605470"/>
              <a:gd name="connsiteY16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66158 w 1605470"/>
              <a:gd name="connsiteY97" fmla="*/ 3349058 h 6858000"/>
              <a:gd name="connsiteX98" fmla="*/ 749397 w 1605470"/>
              <a:gd name="connsiteY98" fmla="*/ 3307769 h 6858000"/>
              <a:gd name="connsiteX99" fmla="*/ 766960 w 1605470"/>
              <a:gd name="connsiteY99" fmla="*/ 3250522 h 6858000"/>
              <a:gd name="connsiteX100" fmla="*/ 767385 w 1605470"/>
              <a:gd name="connsiteY100" fmla="*/ 3229163 h 6858000"/>
              <a:gd name="connsiteX101" fmla="*/ 769208 w 1605470"/>
              <a:gd name="connsiteY101" fmla="*/ 3217217 h 6858000"/>
              <a:gd name="connsiteX102" fmla="*/ 770350 w 1605470"/>
              <a:gd name="connsiteY102" fmla="*/ 3216125 h 6858000"/>
              <a:gd name="connsiteX103" fmla="*/ 756043 w 1605470"/>
              <a:gd name="connsiteY103" fmla="*/ 3183755 h 6858000"/>
              <a:gd name="connsiteX104" fmla="*/ 756544 w 1605470"/>
              <a:gd name="connsiteY104" fmla="*/ 3178642 h 6858000"/>
              <a:gd name="connsiteX105" fmla="*/ 744144 w 1605470"/>
              <a:gd name="connsiteY105" fmla="*/ 3158586 h 6858000"/>
              <a:gd name="connsiteX106" fmla="*/ 739378 w 1605470"/>
              <a:gd name="connsiteY106" fmla="*/ 3147669 h 6858000"/>
              <a:gd name="connsiteX107" fmla="*/ 734648 w 1605470"/>
              <a:gd name="connsiteY107" fmla="*/ 3145733 h 6858000"/>
              <a:gd name="connsiteX108" fmla="*/ 729329 w 1605470"/>
              <a:gd name="connsiteY108" fmla="*/ 3129034 h 6858000"/>
              <a:gd name="connsiteX109" fmla="*/ 729994 w 1605470"/>
              <a:gd name="connsiteY109" fmla="*/ 3126682 h 6858000"/>
              <a:gd name="connsiteX110" fmla="*/ 720862 w 1605470"/>
              <a:gd name="connsiteY110" fmla="*/ 3114519 h 6858000"/>
              <a:gd name="connsiteX111" fmla="*/ 707471 w 1605470"/>
              <a:gd name="connsiteY111" fmla="*/ 3106272 h 6858000"/>
              <a:gd name="connsiteX112" fmla="*/ 680201 w 1605470"/>
              <a:gd name="connsiteY112" fmla="*/ 2958185 h 6858000"/>
              <a:gd name="connsiteX113" fmla="*/ 622815 w 1605470"/>
              <a:gd name="connsiteY113" fmla="*/ 2762989 h 6858000"/>
              <a:gd name="connsiteX114" fmla="*/ 571733 w 1605470"/>
              <a:gd name="connsiteY114" fmla="*/ 2554718 h 6858000"/>
              <a:gd name="connsiteX115" fmla="*/ 551827 w 1605470"/>
              <a:gd name="connsiteY115" fmla="*/ 2485734 h 6858000"/>
              <a:gd name="connsiteX116" fmla="*/ 542550 w 1605470"/>
              <a:gd name="connsiteY116" fmla="*/ 2447068 h 6858000"/>
              <a:gd name="connsiteX117" fmla="*/ 529511 w 1605470"/>
              <a:gd name="connsiteY117" fmla="*/ 2425819 h 6858000"/>
              <a:gd name="connsiteX118" fmla="*/ 528878 w 1605470"/>
              <a:gd name="connsiteY118" fmla="*/ 2408971 h 6858000"/>
              <a:gd name="connsiteX119" fmla="*/ 535510 w 1605470"/>
              <a:gd name="connsiteY119" fmla="*/ 2402874 h 6858000"/>
              <a:gd name="connsiteX120" fmla="*/ 538122 w 1605470"/>
              <a:gd name="connsiteY120" fmla="*/ 2381443 h 6858000"/>
              <a:gd name="connsiteX121" fmla="*/ 514451 w 1605470"/>
              <a:gd name="connsiteY121" fmla="*/ 2261920 h 6858000"/>
              <a:gd name="connsiteX122" fmla="*/ 504338 w 1605470"/>
              <a:gd name="connsiteY122" fmla="*/ 2195378 h 6858000"/>
              <a:gd name="connsiteX123" fmla="*/ 488555 w 1605470"/>
              <a:gd name="connsiteY123" fmla="*/ 2155135 h 6858000"/>
              <a:gd name="connsiteX124" fmla="*/ 486013 w 1605470"/>
              <a:gd name="connsiteY124" fmla="*/ 2118008 h 6858000"/>
              <a:gd name="connsiteX125" fmla="*/ 487006 w 1605470"/>
              <a:gd name="connsiteY125" fmla="*/ 2050531 h 6858000"/>
              <a:gd name="connsiteX126" fmla="*/ 478812 w 1605470"/>
              <a:gd name="connsiteY126" fmla="*/ 1963269 h 6858000"/>
              <a:gd name="connsiteX127" fmla="*/ 459990 w 1605470"/>
              <a:gd name="connsiteY127" fmla="*/ 1906352 h 6858000"/>
              <a:gd name="connsiteX128" fmla="*/ 436547 w 1605470"/>
              <a:gd name="connsiteY128" fmla="*/ 1861531 h 6858000"/>
              <a:gd name="connsiteX129" fmla="*/ 390346 w 1605470"/>
              <a:gd name="connsiteY129" fmla="*/ 1732919 h 6858000"/>
              <a:gd name="connsiteX130" fmla="*/ 362657 w 1605470"/>
              <a:gd name="connsiteY130" fmla="*/ 1663540 h 6858000"/>
              <a:gd name="connsiteX131" fmla="*/ 361783 w 1605470"/>
              <a:gd name="connsiteY131" fmla="*/ 1615777 h 6858000"/>
              <a:gd name="connsiteX132" fmla="*/ 342578 w 1605470"/>
              <a:gd name="connsiteY132" fmla="*/ 1563678 h 6858000"/>
              <a:gd name="connsiteX133" fmla="*/ 355658 w 1605470"/>
              <a:gd name="connsiteY133" fmla="*/ 1519474 h 6858000"/>
              <a:gd name="connsiteX134" fmla="*/ 348400 w 1605470"/>
              <a:gd name="connsiteY134" fmla="*/ 1477995 h 6858000"/>
              <a:gd name="connsiteX135" fmla="*/ 334485 w 1605470"/>
              <a:gd name="connsiteY135" fmla="*/ 1373769 h 6858000"/>
              <a:gd name="connsiteX136" fmla="*/ 342792 w 1605470"/>
              <a:gd name="connsiteY136" fmla="*/ 1307086 h 6858000"/>
              <a:gd name="connsiteX137" fmla="*/ 343980 w 1605470"/>
              <a:gd name="connsiteY137" fmla="*/ 1189033 h 6858000"/>
              <a:gd name="connsiteX138" fmla="*/ 348665 w 1605470"/>
              <a:gd name="connsiteY138" fmla="*/ 1168288 h 6858000"/>
              <a:gd name="connsiteX139" fmla="*/ 340947 w 1605470"/>
              <a:gd name="connsiteY139" fmla="*/ 1142577 h 6858000"/>
              <a:gd name="connsiteX140" fmla="*/ 330253 w 1605470"/>
              <a:gd name="connsiteY140" fmla="*/ 1088484 h 6858000"/>
              <a:gd name="connsiteX141" fmla="*/ 318989 w 1605470"/>
              <a:gd name="connsiteY141" fmla="*/ 1016103 h 6858000"/>
              <a:gd name="connsiteX142" fmla="*/ 320445 w 1605470"/>
              <a:gd name="connsiteY142" fmla="*/ 932283 h 6858000"/>
              <a:gd name="connsiteX143" fmla="*/ 322681 w 1605470"/>
              <a:gd name="connsiteY143" fmla="*/ 915925 h 6858000"/>
              <a:gd name="connsiteX144" fmla="*/ 315310 w 1605470"/>
              <a:gd name="connsiteY144" fmla="*/ 896999 h 6858000"/>
              <a:gd name="connsiteX145" fmla="*/ 284718 w 1605470"/>
              <a:gd name="connsiteY145" fmla="*/ 821517 h 6858000"/>
              <a:gd name="connsiteX146" fmla="*/ 263668 w 1605470"/>
              <a:gd name="connsiteY146" fmla="*/ 751353 h 6858000"/>
              <a:gd name="connsiteX147" fmla="*/ 263226 w 1605470"/>
              <a:gd name="connsiteY147" fmla="*/ 721230 h 6858000"/>
              <a:gd name="connsiteX148" fmla="*/ 248897 w 1605470"/>
              <a:gd name="connsiteY148" fmla="*/ 681659 h 6858000"/>
              <a:gd name="connsiteX149" fmla="*/ 234316 w 1605470"/>
              <a:gd name="connsiteY149" fmla="*/ 635218 h 6858000"/>
              <a:gd name="connsiteX150" fmla="*/ 239327 w 1605470"/>
              <a:gd name="connsiteY150" fmla="*/ 613763 h 6858000"/>
              <a:gd name="connsiteX151" fmla="*/ 225269 w 1605470"/>
              <a:gd name="connsiteY151" fmla="*/ 598582 h 6858000"/>
              <a:gd name="connsiteX152" fmla="*/ 224950 w 1605470"/>
              <a:gd name="connsiteY152" fmla="*/ 576846 h 6858000"/>
              <a:gd name="connsiteX153" fmla="*/ 204576 w 1605470"/>
              <a:gd name="connsiteY153" fmla="*/ 530055 h 6858000"/>
              <a:gd name="connsiteX154" fmla="*/ 219064 w 1605470"/>
              <a:gd name="connsiteY154" fmla="*/ 469651 h 6858000"/>
              <a:gd name="connsiteX155" fmla="*/ 195012 w 1605470"/>
              <a:gd name="connsiteY155" fmla="*/ 448559 h 6858000"/>
              <a:gd name="connsiteX156" fmla="*/ 201434 w 1605470"/>
              <a:gd name="connsiteY156" fmla="*/ 441529 h 6858000"/>
              <a:gd name="connsiteX157" fmla="*/ 200655 w 1605470"/>
              <a:gd name="connsiteY157" fmla="*/ 428927 h 6858000"/>
              <a:gd name="connsiteX158" fmla="*/ 190059 w 1605470"/>
              <a:gd name="connsiteY158" fmla="*/ 430161 h 6858000"/>
              <a:gd name="connsiteX159" fmla="*/ 167079 w 1605470"/>
              <a:gd name="connsiteY159" fmla="*/ 367211 h 6858000"/>
              <a:gd name="connsiteX160" fmla="*/ 124571 w 1605470"/>
              <a:gd name="connsiteY160" fmla="*/ 302178 h 6858000"/>
              <a:gd name="connsiteX161" fmla="*/ 103243 w 1605470"/>
              <a:gd name="connsiteY161" fmla="*/ 211375 h 6858000"/>
              <a:gd name="connsiteX162" fmla="*/ 94571 w 1605470"/>
              <a:gd name="connsiteY162" fmla="*/ 184179 h 6858000"/>
              <a:gd name="connsiteX163" fmla="*/ 13437 w 1605470"/>
              <a:gd name="connsiteY163" fmla="*/ 19287 h 6858000"/>
              <a:gd name="connsiteX164" fmla="*/ 0 w 1605470"/>
              <a:gd name="connsiteY164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70510 w 1605470"/>
              <a:gd name="connsiteY96" fmla="*/ 3361844 h 6858000"/>
              <a:gd name="connsiteX97" fmla="*/ 749397 w 1605470"/>
              <a:gd name="connsiteY97" fmla="*/ 3307769 h 6858000"/>
              <a:gd name="connsiteX98" fmla="*/ 766960 w 1605470"/>
              <a:gd name="connsiteY98" fmla="*/ 3250522 h 6858000"/>
              <a:gd name="connsiteX99" fmla="*/ 767385 w 1605470"/>
              <a:gd name="connsiteY99" fmla="*/ 3229163 h 6858000"/>
              <a:gd name="connsiteX100" fmla="*/ 769208 w 1605470"/>
              <a:gd name="connsiteY100" fmla="*/ 3217217 h 6858000"/>
              <a:gd name="connsiteX101" fmla="*/ 770350 w 1605470"/>
              <a:gd name="connsiteY101" fmla="*/ 3216125 h 6858000"/>
              <a:gd name="connsiteX102" fmla="*/ 756043 w 1605470"/>
              <a:gd name="connsiteY102" fmla="*/ 3183755 h 6858000"/>
              <a:gd name="connsiteX103" fmla="*/ 756544 w 1605470"/>
              <a:gd name="connsiteY103" fmla="*/ 3178642 h 6858000"/>
              <a:gd name="connsiteX104" fmla="*/ 744144 w 1605470"/>
              <a:gd name="connsiteY104" fmla="*/ 3158586 h 6858000"/>
              <a:gd name="connsiteX105" fmla="*/ 739378 w 1605470"/>
              <a:gd name="connsiteY105" fmla="*/ 3147669 h 6858000"/>
              <a:gd name="connsiteX106" fmla="*/ 734648 w 1605470"/>
              <a:gd name="connsiteY106" fmla="*/ 3145733 h 6858000"/>
              <a:gd name="connsiteX107" fmla="*/ 729329 w 1605470"/>
              <a:gd name="connsiteY107" fmla="*/ 3129034 h 6858000"/>
              <a:gd name="connsiteX108" fmla="*/ 729994 w 1605470"/>
              <a:gd name="connsiteY108" fmla="*/ 3126682 h 6858000"/>
              <a:gd name="connsiteX109" fmla="*/ 720862 w 1605470"/>
              <a:gd name="connsiteY109" fmla="*/ 3114519 h 6858000"/>
              <a:gd name="connsiteX110" fmla="*/ 707471 w 1605470"/>
              <a:gd name="connsiteY110" fmla="*/ 3106272 h 6858000"/>
              <a:gd name="connsiteX111" fmla="*/ 680201 w 1605470"/>
              <a:gd name="connsiteY111" fmla="*/ 2958185 h 6858000"/>
              <a:gd name="connsiteX112" fmla="*/ 622815 w 1605470"/>
              <a:gd name="connsiteY112" fmla="*/ 2762989 h 6858000"/>
              <a:gd name="connsiteX113" fmla="*/ 571733 w 1605470"/>
              <a:gd name="connsiteY113" fmla="*/ 2554718 h 6858000"/>
              <a:gd name="connsiteX114" fmla="*/ 551827 w 1605470"/>
              <a:gd name="connsiteY114" fmla="*/ 2485734 h 6858000"/>
              <a:gd name="connsiteX115" fmla="*/ 542550 w 1605470"/>
              <a:gd name="connsiteY115" fmla="*/ 2447068 h 6858000"/>
              <a:gd name="connsiteX116" fmla="*/ 529511 w 1605470"/>
              <a:gd name="connsiteY116" fmla="*/ 2425819 h 6858000"/>
              <a:gd name="connsiteX117" fmla="*/ 528878 w 1605470"/>
              <a:gd name="connsiteY117" fmla="*/ 2408971 h 6858000"/>
              <a:gd name="connsiteX118" fmla="*/ 535510 w 1605470"/>
              <a:gd name="connsiteY118" fmla="*/ 2402874 h 6858000"/>
              <a:gd name="connsiteX119" fmla="*/ 538122 w 1605470"/>
              <a:gd name="connsiteY119" fmla="*/ 2381443 h 6858000"/>
              <a:gd name="connsiteX120" fmla="*/ 514451 w 1605470"/>
              <a:gd name="connsiteY120" fmla="*/ 2261920 h 6858000"/>
              <a:gd name="connsiteX121" fmla="*/ 504338 w 1605470"/>
              <a:gd name="connsiteY121" fmla="*/ 2195378 h 6858000"/>
              <a:gd name="connsiteX122" fmla="*/ 488555 w 1605470"/>
              <a:gd name="connsiteY122" fmla="*/ 2155135 h 6858000"/>
              <a:gd name="connsiteX123" fmla="*/ 486013 w 1605470"/>
              <a:gd name="connsiteY123" fmla="*/ 2118008 h 6858000"/>
              <a:gd name="connsiteX124" fmla="*/ 487006 w 1605470"/>
              <a:gd name="connsiteY124" fmla="*/ 2050531 h 6858000"/>
              <a:gd name="connsiteX125" fmla="*/ 478812 w 1605470"/>
              <a:gd name="connsiteY125" fmla="*/ 1963269 h 6858000"/>
              <a:gd name="connsiteX126" fmla="*/ 459990 w 1605470"/>
              <a:gd name="connsiteY126" fmla="*/ 1906352 h 6858000"/>
              <a:gd name="connsiteX127" fmla="*/ 436547 w 1605470"/>
              <a:gd name="connsiteY127" fmla="*/ 1861531 h 6858000"/>
              <a:gd name="connsiteX128" fmla="*/ 390346 w 1605470"/>
              <a:gd name="connsiteY128" fmla="*/ 1732919 h 6858000"/>
              <a:gd name="connsiteX129" fmla="*/ 362657 w 1605470"/>
              <a:gd name="connsiteY129" fmla="*/ 1663540 h 6858000"/>
              <a:gd name="connsiteX130" fmla="*/ 361783 w 1605470"/>
              <a:gd name="connsiteY130" fmla="*/ 1615777 h 6858000"/>
              <a:gd name="connsiteX131" fmla="*/ 342578 w 1605470"/>
              <a:gd name="connsiteY131" fmla="*/ 1563678 h 6858000"/>
              <a:gd name="connsiteX132" fmla="*/ 355658 w 1605470"/>
              <a:gd name="connsiteY132" fmla="*/ 1519474 h 6858000"/>
              <a:gd name="connsiteX133" fmla="*/ 348400 w 1605470"/>
              <a:gd name="connsiteY133" fmla="*/ 1477995 h 6858000"/>
              <a:gd name="connsiteX134" fmla="*/ 334485 w 1605470"/>
              <a:gd name="connsiteY134" fmla="*/ 1373769 h 6858000"/>
              <a:gd name="connsiteX135" fmla="*/ 342792 w 1605470"/>
              <a:gd name="connsiteY135" fmla="*/ 1307086 h 6858000"/>
              <a:gd name="connsiteX136" fmla="*/ 343980 w 1605470"/>
              <a:gd name="connsiteY136" fmla="*/ 1189033 h 6858000"/>
              <a:gd name="connsiteX137" fmla="*/ 348665 w 1605470"/>
              <a:gd name="connsiteY137" fmla="*/ 1168288 h 6858000"/>
              <a:gd name="connsiteX138" fmla="*/ 340947 w 1605470"/>
              <a:gd name="connsiteY138" fmla="*/ 1142577 h 6858000"/>
              <a:gd name="connsiteX139" fmla="*/ 330253 w 1605470"/>
              <a:gd name="connsiteY139" fmla="*/ 1088484 h 6858000"/>
              <a:gd name="connsiteX140" fmla="*/ 318989 w 1605470"/>
              <a:gd name="connsiteY140" fmla="*/ 1016103 h 6858000"/>
              <a:gd name="connsiteX141" fmla="*/ 320445 w 1605470"/>
              <a:gd name="connsiteY141" fmla="*/ 932283 h 6858000"/>
              <a:gd name="connsiteX142" fmla="*/ 322681 w 1605470"/>
              <a:gd name="connsiteY142" fmla="*/ 915925 h 6858000"/>
              <a:gd name="connsiteX143" fmla="*/ 315310 w 1605470"/>
              <a:gd name="connsiteY143" fmla="*/ 896999 h 6858000"/>
              <a:gd name="connsiteX144" fmla="*/ 284718 w 1605470"/>
              <a:gd name="connsiteY144" fmla="*/ 821517 h 6858000"/>
              <a:gd name="connsiteX145" fmla="*/ 263668 w 1605470"/>
              <a:gd name="connsiteY145" fmla="*/ 751353 h 6858000"/>
              <a:gd name="connsiteX146" fmla="*/ 263226 w 1605470"/>
              <a:gd name="connsiteY146" fmla="*/ 721230 h 6858000"/>
              <a:gd name="connsiteX147" fmla="*/ 248897 w 1605470"/>
              <a:gd name="connsiteY147" fmla="*/ 681659 h 6858000"/>
              <a:gd name="connsiteX148" fmla="*/ 234316 w 1605470"/>
              <a:gd name="connsiteY148" fmla="*/ 635218 h 6858000"/>
              <a:gd name="connsiteX149" fmla="*/ 239327 w 1605470"/>
              <a:gd name="connsiteY149" fmla="*/ 613763 h 6858000"/>
              <a:gd name="connsiteX150" fmla="*/ 225269 w 1605470"/>
              <a:gd name="connsiteY150" fmla="*/ 598582 h 6858000"/>
              <a:gd name="connsiteX151" fmla="*/ 224950 w 1605470"/>
              <a:gd name="connsiteY151" fmla="*/ 576846 h 6858000"/>
              <a:gd name="connsiteX152" fmla="*/ 204576 w 1605470"/>
              <a:gd name="connsiteY152" fmla="*/ 530055 h 6858000"/>
              <a:gd name="connsiteX153" fmla="*/ 219064 w 1605470"/>
              <a:gd name="connsiteY153" fmla="*/ 469651 h 6858000"/>
              <a:gd name="connsiteX154" fmla="*/ 195012 w 1605470"/>
              <a:gd name="connsiteY154" fmla="*/ 448559 h 6858000"/>
              <a:gd name="connsiteX155" fmla="*/ 201434 w 1605470"/>
              <a:gd name="connsiteY155" fmla="*/ 441529 h 6858000"/>
              <a:gd name="connsiteX156" fmla="*/ 200655 w 1605470"/>
              <a:gd name="connsiteY156" fmla="*/ 428927 h 6858000"/>
              <a:gd name="connsiteX157" fmla="*/ 190059 w 1605470"/>
              <a:gd name="connsiteY157" fmla="*/ 430161 h 6858000"/>
              <a:gd name="connsiteX158" fmla="*/ 167079 w 1605470"/>
              <a:gd name="connsiteY158" fmla="*/ 367211 h 6858000"/>
              <a:gd name="connsiteX159" fmla="*/ 124571 w 1605470"/>
              <a:gd name="connsiteY159" fmla="*/ 302178 h 6858000"/>
              <a:gd name="connsiteX160" fmla="*/ 103243 w 1605470"/>
              <a:gd name="connsiteY160" fmla="*/ 211375 h 6858000"/>
              <a:gd name="connsiteX161" fmla="*/ 94571 w 1605470"/>
              <a:gd name="connsiteY161" fmla="*/ 184179 h 6858000"/>
              <a:gd name="connsiteX162" fmla="*/ 13437 w 1605470"/>
              <a:gd name="connsiteY162" fmla="*/ 19287 h 6858000"/>
              <a:gd name="connsiteX163" fmla="*/ 0 w 1605470"/>
              <a:gd name="connsiteY163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28878 w 1605470"/>
              <a:gd name="connsiteY116" fmla="*/ 2408971 h 6858000"/>
              <a:gd name="connsiteX117" fmla="*/ 535510 w 1605470"/>
              <a:gd name="connsiteY117" fmla="*/ 2402874 h 6858000"/>
              <a:gd name="connsiteX118" fmla="*/ 538122 w 1605470"/>
              <a:gd name="connsiteY118" fmla="*/ 2381443 h 6858000"/>
              <a:gd name="connsiteX119" fmla="*/ 514451 w 1605470"/>
              <a:gd name="connsiteY119" fmla="*/ 2261920 h 6858000"/>
              <a:gd name="connsiteX120" fmla="*/ 504338 w 1605470"/>
              <a:gd name="connsiteY120" fmla="*/ 2195378 h 6858000"/>
              <a:gd name="connsiteX121" fmla="*/ 488555 w 1605470"/>
              <a:gd name="connsiteY121" fmla="*/ 2155135 h 6858000"/>
              <a:gd name="connsiteX122" fmla="*/ 486013 w 1605470"/>
              <a:gd name="connsiteY122" fmla="*/ 2118008 h 6858000"/>
              <a:gd name="connsiteX123" fmla="*/ 487006 w 1605470"/>
              <a:gd name="connsiteY123" fmla="*/ 2050531 h 6858000"/>
              <a:gd name="connsiteX124" fmla="*/ 478812 w 1605470"/>
              <a:gd name="connsiteY124" fmla="*/ 1963269 h 6858000"/>
              <a:gd name="connsiteX125" fmla="*/ 459990 w 1605470"/>
              <a:gd name="connsiteY125" fmla="*/ 1906352 h 6858000"/>
              <a:gd name="connsiteX126" fmla="*/ 436547 w 1605470"/>
              <a:gd name="connsiteY126" fmla="*/ 1861531 h 6858000"/>
              <a:gd name="connsiteX127" fmla="*/ 390346 w 1605470"/>
              <a:gd name="connsiteY127" fmla="*/ 1732919 h 6858000"/>
              <a:gd name="connsiteX128" fmla="*/ 362657 w 1605470"/>
              <a:gd name="connsiteY128" fmla="*/ 1663540 h 6858000"/>
              <a:gd name="connsiteX129" fmla="*/ 361783 w 1605470"/>
              <a:gd name="connsiteY129" fmla="*/ 1615777 h 6858000"/>
              <a:gd name="connsiteX130" fmla="*/ 342578 w 1605470"/>
              <a:gd name="connsiteY130" fmla="*/ 1563678 h 6858000"/>
              <a:gd name="connsiteX131" fmla="*/ 355658 w 1605470"/>
              <a:gd name="connsiteY131" fmla="*/ 1519474 h 6858000"/>
              <a:gd name="connsiteX132" fmla="*/ 348400 w 1605470"/>
              <a:gd name="connsiteY132" fmla="*/ 1477995 h 6858000"/>
              <a:gd name="connsiteX133" fmla="*/ 334485 w 1605470"/>
              <a:gd name="connsiteY133" fmla="*/ 1373769 h 6858000"/>
              <a:gd name="connsiteX134" fmla="*/ 342792 w 1605470"/>
              <a:gd name="connsiteY134" fmla="*/ 1307086 h 6858000"/>
              <a:gd name="connsiteX135" fmla="*/ 343980 w 1605470"/>
              <a:gd name="connsiteY135" fmla="*/ 1189033 h 6858000"/>
              <a:gd name="connsiteX136" fmla="*/ 348665 w 1605470"/>
              <a:gd name="connsiteY136" fmla="*/ 1168288 h 6858000"/>
              <a:gd name="connsiteX137" fmla="*/ 340947 w 1605470"/>
              <a:gd name="connsiteY137" fmla="*/ 1142577 h 6858000"/>
              <a:gd name="connsiteX138" fmla="*/ 330253 w 1605470"/>
              <a:gd name="connsiteY138" fmla="*/ 1088484 h 6858000"/>
              <a:gd name="connsiteX139" fmla="*/ 318989 w 1605470"/>
              <a:gd name="connsiteY139" fmla="*/ 1016103 h 6858000"/>
              <a:gd name="connsiteX140" fmla="*/ 320445 w 1605470"/>
              <a:gd name="connsiteY140" fmla="*/ 932283 h 6858000"/>
              <a:gd name="connsiteX141" fmla="*/ 322681 w 1605470"/>
              <a:gd name="connsiteY141" fmla="*/ 915925 h 6858000"/>
              <a:gd name="connsiteX142" fmla="*/ 315310 w 1605470"/>
              <a:gd name="connsiteY142" fmla="*/ 896999 h 6858000"/>
              <a:gd name="connsiteX143" fmla="*/ 284718 w 1605470"/>
              <a:gd name="connsiteY143" fmla="*/ 821517 h 6858000"/>
              <a:gd name="connsiteX144" fmla="*/ 263668 w 1605470"/>
              <a:gd name="connsiteY144" fmla="*/ 751353 h 6858000"/>
              <a:gd name="connsiteX145" fmla="*/ 263226 w 1605470"/>
              <a:gd name="connsiteY145" fmla="*/ 721230 h 6858000"/>
              <a:gd name="connsiteX146" fmla="*/ 248897 w 1605470"/>
              <a:gd name="connsiteY146" fmla="*/ 681659 h 6858000"/>
              <a:gd name="connsiteX147" fmla="*/ 234316 w 1605470"/>
              <a:gd name="connsiteY147" fmla="*/ 635218 h 6858000"/>
              <a:gd name="connsiteX148" fmla="*/ 239327 w 1605470"/>
              <a:gd name="connsiteY148" fmla="*/ 613763 h 6858000"/>
              <a:gd name="connsiteX149" fmla="*/ 225269 w 1605470"/>
              <a:gd name="connsiteY149" fmla="*/ 598582 h 6858000"/>
              <a:gd name="connsiteX150" fmla="*/ 224950 w 1605470"/>
              <a:gd name="connsiteY150" fmla="*/ 576846 h 6858000"/>
              <a:gd name="connsiteX151" fmla="*/ 204576 w 1605470"/>
              <a:gd name="connsiteY151" fmla="*/ 530055 h 6858000"/>
              <a:gd name="connsiteX152" fmla="*/ 219064 w 1605470"/>
              <a:gd name="connsiteY152" fmla="*/ 469651 h 6858000"/>
              <a:gd name="connsiteX153" fmla="*/ 195012 w 1605470"/>
              <a:gd name="connsiteY153" fmla="*/ 448559 h 6858000"/>
              <a:gd name="connsiteX154" fmla="*/ 201434 w 1605470"/>
              <a:gd name="connsiteY154" fmla="*/ 441529 h 6858000"/>
              <a:gd name="connsiteX155" fmla="*/ 200655 w 1605470"/>
              <a:gd name="connsiteY155" fmla="*/ 428927 h 6858000"/>
              <a:gd name="connsiteX156" fmla="*/ 190059 w 1605470"/>
              <a:gd name="connsiteY156" fmla="*/ 430161 h 6858000"/>
              <a:gd name="connsiteX157" fmla="*/ 167079 w 1605470"/>
              <a:gd name="connsiteY157" fmla="*/ 367211 h 6858000"/>
              <a:gd name="connsiteX158" fmla="*/ 124571 w 1605470"/>
              <a:gd name="connsiteY158" fmla="*/ 302178 h 6858000"/>
              <a:gd name="connsiteX159" fmla="*/ 103243 w 1605470"/>
              <a:gd name="connsiteY159" fmla="*/ 211375 h 6858000"/>
              <a:gd name="connsiteX160" fmla="*/ 94571 w 1605470"/>
              <a:gd name="connsiteY160" fmla="*/ 184179 h 6858000"/>
              <a:gd name="connsiteX161" fmla="*/ 13437 w 1605470"/>
              <a:gd name="connsiteY161" fmla="*/ 19287 h 6858000"/>
              <a:gd name="connsiteX162" fmla="*/ 0 w 1605470"/>
              <a:gd name="connsiteY162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70350 w 1605470"/>
              <a:gd name="connsiteY100" fmla="*/ 3216125 h 6858000"/>
              <a:gd name="connsiteX101" fmla="*/ 756043 w 1605470"/>
              <a:gd name="connsiteY101" fmla="*/ 3183755 h 6858000"/>
              <a:gd name="connsiteX102" fmla="*/ 756544 w 1605470"/>
              <a:gd name="connsiteY102" fmla="*/ 3178642 h 6858000"/>
              <a:gd name="connsiteX103" fmla="*/ 744144 w 1605470"/>
              <a:gd name="connsiteY103" fmla="*/ 3158586 h 6858000"/>
              <a:gd name="connsiteX104" fmla="*/ 739378 w 1605470"/>
              <a:gd name="connsiteY104" fmla="*/ 3147669 h 6858000"/>
              <a:gd name="connsiteX105" fmla="*/ 734648 w 1605470"/>
              <a:gd name="connsiteY105" fmla="*/ 3145733 h 6858000"/>
              <a:gd name="connsiteX106" fmla="*/ 729329 w 1605470"/>
              <a:gd name="connsiteY106" fmla="*/ 3129034 h 6858000"/>
              <a:gd name="connsiteX107" fmla="*/ 729994 w 1605470"/>
              <a:gd name="connsiteY107" fmla="*/ 3126682 h 6858000"/>
              <a:gd name="connsiteX108" fmla="*/ 720862 w 1605470"/>
              <a:gd name="connsiteY108" fmla="*/ 3114519 h 6858000"/>
              <a:gd name="connsiteX109" fmla="*/ 707471 w 1605470"/>
              <a:gd name="connsiteY109" fmla="*/ 3106272 h 6858000"/>
              <a:gd name="connsiteX110" fmla="*/ 680201 w 1605470"/>
              <a:gd name="connsiteY110" fmla="*/ 2958185 h 6858000"/>
              <a:gd name="connsiteX111" fmla="*/ 622815 w 1605470"/>
              <a:gd name="connsiteY111" fmla="*/ 2762989 h 6858000"/>
              <a:gd name="connsiteX112" fmla="*/ 571733 w 1605470"/>
              <a:gd name="connsiteY112" fmla="*/ 2554718 h 6858000"/>
              <a:gd name="connsiteX113" fmla="*/ 551827 w 1605470"/>
              <a:gd name="connsiteY113" fmla="*/ 2485734 h 6858000"/>
              <a:gd name="connsiteX114" fmla="*/ 542550 w 1605470"/>
              <a:gd name="connsiteY114" fmla="*/ 2447068 h 6858000"/>
              <a:gd name="connsiteX115" fmla="*/ 529511 w 1605470"/>
              <a:gd name="connsiteY115" fmla="*/ 2425819 h 6858000"/>
              <a:gd name="connsiteX116" fmla="*/ 535510 w 1605470"/>
              <a:gd name="connsiteY116" fmla="*/ 2402874 h 6858000"/>
              <a:gd name="connsiteX117" fmla="*/ 538122 w 1605470"/>
              <a:gd name="connsiteY117" fmla="*/ 2381443 h 6858000"/>
              <a:gd name="connsiteX118" fmla="*/ 514451 w 1605470"/>
              <a:gd name="connsiteY118" fmla="*/ 2261920 h 6858000"/>
              <a:gd name="connsiteX119" fmla="*/ 504338 w 1605470"/>
              <a:gd name="connsiteY119" fmla="*/ 2195378 h 6858000"/>
              <a:gd name="connsiteX120" fmla="*/ 488555 w 1605470"/>
              <a:gd name="connsiteY120" fmla="*/ 2155135 h 6858000"/>
              <a:gd name="connsiteX121" fmla="*/ 486013 w 1605470"/>
              <a:gd name="connsiteY121" fmla="*/ 2118008 h 6858000"/>
              <a:gd name="connsiteX122" fmla="*/ 487006 w 1605470"/>
              <a:gd name="connsiteY122" fmla="*/ 2050531 h 6858000"/>
              <a:gd name="connsiteX123" fmla="*/ 478812 w 1605470"/>
              <a:gd name="connsiteY123" fmla="*/ 1963269 h 6858000"/>
              <a:gd name="connsiteX124" fmla="*/ 459990 w 1605470"/>
              <a:gd name="connsiteY124" fmla="*/ 1906352 h 6858000"/>
              <a:gd name="connsiteX125" fmla="*/ 436547 w 1605470"/>
              <a:gd name="connsiteY125" fmla="*/ 1861531 h 6858000"/>
              <a:gd name="connsiteX126" fmla="*/ 390346 w 1605470"/>
              <a:gd name="connsiteY126" fmla="*/ 1732919 h 6858000"/>
              <a:gd name="connsiteX127" fmla="*/ 362657 w 1605470"/>
              <a:gd name="connsiteY127" fmla="*/ 1663540 h 6858000"/>
              <a:gd name="connsiteX128" fmla="*/ 361783 w 1605470"/>
              <a:gd name="connsiteY128" fmla="*/ 1615777 h 6858000"/>
              <a:gd name="connsiteX129" fmla="*/ 342578 w 1605470"/>
              <a:gd name="connsiteY129" fmla="*/ 1563678 h 6858000"/>
              <a:gd name="connsiteX130" fmla="*/ 355658 w 1605470"/>
              <a:gd name="connsiteY130" fmla="*/ 1519474 h 6858000"/>
              <a:gd name="connsiteX131" fmla="*/ 348400 w 1605470"/>
              <a:gd name="connsiteY131" fmla="*/ 1477995 h 6858000"/>
              <a:gd name="connsiteX132" fmla="*/ 334485 w 1605470"/>
              <a:gd name="connsiteY132" fmla="*/ 1373769 h 6858000"/>
              <a:gd name="connsiteX133" fmla="*/ 342792 w 1605470"/>
              <a:gd name="connsiteY133" fmla="*/ 1307086 h 6858000"/>
              <a:gd name="connsiteX134" fmla="*/ 343980 w 1605470"/>
              <a:gd name="connsiteY134" fmla="*/ 1189033 h 6858000"/>
              <a:gd name="connsiteX135" fmla="*/ 348665 w 1605470"/>
              <a:gd name="connsiteY135" fmla="*/ 1168288 h 6858000"/>
              <a:gd name="connsiteX136" fmla="*/ 340947 w 1605470"/>
              <a:gd name="connsiteY136" fmla="*/ 1142577 h 6858000"/>
              <a:gd name="connsiteX137" fmla="*/ 330253 w 1605470"/>
              <a:gd name="connsiteY137" fmla="*/ 1088484 h 6858000"/>
              <a:gd name="connsiteX138" fmla="*/ 318989 w 1605470"/>
              <a:gd name="connsiteY138" fmla="*/ 1016103 h 6858000"/>
              <a:gd name="connsiteX139" fmla="*/ 320445 w 1605470"/>
              <a:gd name="connsiteY139" fmla="*/ 932283 h 6858000"/>
              <a:gd name="connsiteX140" fmla="*/ 322681 w 1605470"/>
              <a:gd name="connsiteY140" fmla="*/ 915925 h 6858000"/>
              <a:gd name="connsiteX141" fmla="*/ 315310 w 1605470"/>
              <a:gd name="connsiteY141" fmla="*/ 896999 h 6858000"/>
              <a:gd name="connsiteX142" fmla="*/ 284718 w 1605470"/>
              <a:gd name="connsiteY142" fmla="*/ 821517 h 6858000"/>
              <a:gd name="connsiteX143" fmla="*/ 263668 w 1605470"/>
              <a:gd name="connsiteY143" fmla="*/ 751353 h 6858000"/>
              <a:gd name="connsiteX144" fmla="*/ 263226 w 1605470"/>
              <a:gd name="connsiteY144" fmla="*/ 721230 h 6858000"/>
              <a:gd name="connsiteX145" fmla="*/ 248897 w 1605470"/>
              <a:gd name="connsiteY145" fmla="*/ 681659 h 6858000"/>
              <a:gd name="connsiteX146" fmla="*/ 234316 w 1605470"/>
              <a:gd name="connsiteY146" fmla="*/ 635218 h 6858000"/>
              <a:gd name="connsiteX147" fmla="*/ 239327 w 1605470"/>
              <a:gd name="connsiteY147" fmla="*/ 613763 h 6858000"/>
              <a:gd name="connsiteX148" fmla="*/ 225269 w 1605470"/>
              <a:gd name="connsiteY148" fmla="*/ 598582 h 6858000"/>
              <a:gd name="connsiteX149" fmla="*/ 224950 w 1605470"/>
              <a:gd name="connsiteY149" fmla="*/ 576846 h 6858000"/>
              <a:gd name="connsiteX150" fmla="*/ 204576 w 1605470"/>
              <a:gd name="connsiteY150" fmla="*/ 530055 h 6858000"/>
              <a:gd name="connsiteX151" fmla="*/ 219064 w 1605470"/>
              <a:gd name="connsiteY151" fmla="*/ 469651 h 6858000"/>
              <a:gd name="connsiteX152" fmla="*/ 195012 w 1605470"/>
              <a:gd name="connsiteY152" fmla="*/ 448559 h 6858000"/>
              <a:gd name="connsiteX153" fmla="*/ 201434 w 1605470"/>
              <a:gd name="connsiteY153" fmla="*/ 441529 h 6858000"/>
              <a:gd name="connsiteX154" fmla="*/ 200655 w 1605470"/>
              <a:gd name="connsiteY154" fmla="*/ 428927 h 6858000"/>
              <a:gd name="connsiteX155" fmla="*/ 190059 w 1605470"/>
              <a:gd name="connsiteY155" fmla="*/ 430161 h 6858000"/>
              <a:gd name="connsiteX156" fmla="*/ 167079 w 1605470"/>
              <a:gd name="connsiteY156" fmla="*/ 367211 h 6858000"/>
              <a:gd name="connsiteX157" fmla="*/ 124571 w 1605470"/>
              <a:gd name="connsiteY157" fmla="*/ 302178 h 6858000"/>
              <a:gd name="connsiteX158" fmla="*/ 103243 w 1605470"/>
              <a:gd name="connsiteY158" fmla="*/ 211375 h 6858000"/>
              <a:gd name="connsiteX159" fmla="*/ 94571 w 1605470"/>
              <a:gd name="connsiteY159" fmla="*/ 184179 h 6858000"/>
              <a:gd name="connsiteX160" fmla="*/ 13437 w 1605470"/>
              <a:gd name="connsiteY160" fmla="*/ 19287 h 6858000"/>
              <a:gd name="connsiteX161" fmla="*/ 0 w 1605470"/>
              <a:gd name="connsiteY161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34648 w 1605470"/>
              <a:gd name="connsiteY104" fmla="*/ 3145733 h 6858000"/>
              <a:gd name="connsiteX105" fmla="*/ 729329 w 1605470"/>
              <a:gd name="connsiteY105" fmla="*/ 3129034 h 6858000"/>
              <a:gd name="connsiteX106" fmla="*/ 729994 w 1605470"/>
              <a:gd name="connsiteY106" fmla="*/ 3126682 h 6858000"/>
              <a:gd name="connsiteX107" fmla="*/ 720862 w 1605470"/>
              <a:gd name="connsiteY107" fmla="*/ 3114519 h 6858000"/>
              <a:gd name="connsiteX108" fmla="*/ 707471 w 1605470"/>
              <a:gd name="connsiteY108" fmla="*/ 3106272 h 6858000"/>
              <a:gd name="connsiteX109" fmla="*/ 680201 w 1605470"/>
              <a:gd name="connsiteY109" fmla="*/ 2958185 h 6858000"/>
              <a:gd name="connsiteX110" fmla="*/ 622815 w 1605470"/>
              <a:gd name="connsiteY110" fmla="*/ 2762989 h 6858000"/>
              <a:gd name="connsiteX111" fmla="*/ 571733 w 1605470"/>
              <a:gd name="connsiteY111" fmla="*/ 2554718 h 6858000"/>
              <a:gd name="connsiteX112" fmla="*/ 551827 w 1605470"/>
              <a:gd name="connsiteY112" fmla="*/ 2485734 h 6858000"/>
              <a:gd name="connsiteX113" fmla="*/ 542550 w 1605470"/>
              <a:gd name="connsiteY113" fmla="*/ 2447068 h 6858000"/>
              <a:gd name="connsiteX114" fmla="*/ 529511 w 1605470"/>
              <a:gd name="connsiteY114" fmla="*/ 2425819 h 6858000"/>
              <a:gd name="connsiteX115" fmla="*/ 535510 w 1605470"/>
              <a:gd name="connsiteY115" fmla="*/ 2402874 h 6858000"/>
              <a:gd name="connsiteX116" fmla="*/ 538122 w 1605470"/>
              <a:gd name="connsiteY116" fmla="*/ 2381443 h 6858000"/>
              <a:gd name="connsiteX117" fmla="*/ 514451 w 1605470"/>
              <a:gd name="connsiteY117" fmla="*/ 2261920 h 6858000"/>
              <a:gd name="connsiteX118" fmla="*/ 504338 w 1605470"/>
              <a:gd name="connsiteY118" fmla="*/ 2195378 h 6858000"/>
              <a:gd name="connsiteX119" fmla="*/ 488555 w 1605470"/>
              <a:gd name="connsiteY119" fmla="*/ 2155135 h 6858000"/>
              <a:gd name="connsiteX120" fmla="*/ 486013 w 1605470"/>
              <a:gd name="connsiteY120" fmla="*/ 2118008 h 6858000"/>
              <a:gd name="connsiteX121" fmla="*/ 487006 w 1605470"/>
              <a:gd name="connsiteY121" fmla="*/ 2050531 h 6858000"/>
              <a:gd name="connsiteX122" fmla="*/ 478812 w 1605470"/>
              <a:gd name="connsiteY122" fmla="*/ 1963269 h 6858000"/>
              <a:gd name="connsiteX123" fmla="*/ 459990 w 1605470"/>
              <a:gd name="connsiteY123" fmla="*/ 1906352 h 6858000"/>
              <a:gd name="connsiteX124" fmla="*/ 436547 w 1605470"/>
              <a:gd name="connsiteY124" fmla="*/ 1861531 h 6858000"/>
              <a:gd name="connsiteX125" fmla="*/ 390346 w 1605470"/>
              <a:gd name="connsiteY125" fmla="*/ 1732919 h 6858000"/>
              <a:gd name="connsiteX126" fmla="*/ 362657 w 1605470"/>
              <a:gd name="connsiteY126" fmla="*/ 1663540 h 6858000"/>
              <a:gd name="connsiteX127" fmla="*/ 361783 w 1605470"/>
              <a:gd name="connsiteY127" fmla="*/ 1615777 h 6858000"/>
              <a:gd name="connsiteX128" fmla="*/ 342578 w 1605470"/>
              <a:gd name="connsiteY128" fmla="*/ 1563678 h 6858000"/>
              <a:gd name="connsiteX129" fmla="*/ 355658 w 1605470"/>
              <a:gd name="connsiteY129" fmla="*/ 1519474 h 6858000"/>
              <a:gd name="connsiteX130" fmla="*/ 348400 w 1605470"/>
              <a:gd name="connsiteY130" fmla="*/ 1477995 h 6858000"/>
              <a:gd name="connsiteX131" fmla="*/ 334485 w 1605470"/>
              <a:gd name="connsiteY131" fmla="*/ 1373769 h 6858000"/>
              <a:gd name="connsiteX132" fmla="*/ 342792 w 1605470"/>
              <a:gd name="connsiteY132" fmla="*/ 1307086 h 6858000"/>
              <a:gd name="connsiteX133" fmla="*/ 343980 w 1605470"/>
              <a:gd name="connsiteY133" fmla="*/ 1189033 h 6858000"/>
              <a:gd name="connsiteX134" fmla="*/ 348665 w 1605470"/>
              <a:gd name="connsiteY134" fmla="*/ 1168288 h 6858000"/>
              <a:gd name="connsiteX135" fmla="*/ 340947 w 1605470"/>
              <a:gd name="connsiteY135" fmla="*/ 1142577 h 6858000"/>
              <a:gd name="connsiteX136" fmla="*/ 330253 w 1605470"/>
              <a:gd name="connsiteY136" fmla="*/ 1088484 h 6858000"/>
              <a:gd name="connsiteX137" fmla="*/ 318989 w 1605470"/>
              <a:gd name="connsiteY137" fmla="*/ 1016103 h 6858000"/>
              <a:gd name="connsiteX138" fmla="*/ 320445 w 1605470"/>
              <a:gd name="connsiteY138" fmla="*/ 932283 h 6858000"/>
              <a:gd name="connsiteX139" fmla="*/ 322681 w 1605470"/>
              <a:gd name="connsiteY139" fmla="*/ 915925 h 6858000"/>
              <a:gd name="connsiteX140" fmla="*/ 315310 w 1605470"/>
              <a:gd name="connsiteY140" fmla="*/ 896999 h 6858000"/>
              <a:gd name="connsiteX141" fmla="*/ 284718 w 1605470"/>
              <a:gd name="connsiteY141" fmla="*/ 821517 h 6858000"/>
              <a:gd name="connsiteX142" fmla="*/ 263668 w 1605470"/>
              <a:gd name="connsiteY142" fmla="*/ 751353 h 6858000"/>
              <a:gd name="connsiteX143" fmla="*/ 263226 w 1605470"/>
              <a:gd name="connsiteY143" fmla="*/ 721230 h 6858000"/>
              <a:gd name="connsiteX144" fmla="*/ 248897 w 1605470"/>
              <a:gd name="connsiteY144" fmla="*/ 681659 h 6858000"/>
              <a:gd name="connsiteX145" fmla="*/ 234316 w 1605470"/>
              <a:gd name="connsiteY145" fmla="*/ 635218 h 6858000"/>
              <a:gd name="connsiteX146" fmla="*/ 239327 w 1605470"/>
              <a:gd name="connsiteY146" fmla="*/ 613763 h 6858000"/>
              <a:gd name="connsiteX147" fmla="*/ 225269 w 1605470"/>
              <a:gd name="connsiteY147" fmla="*/ 598582 h 6858000"/>
              <a:gd name="connsiteX148" fmla="*/ 224950 w 1605470"/>
              <a:gd name="connsiteY148" fmla="*/ 576846 h 6858000"/>
              <a:gd name="connsiteX149" fmla="*/ 204576 w 1605470"/>
              <a:gd name="connsiteY149" fmla="*/ 530055 h 6858000"/>
              <a:gd name="connsiteX150" fmla="*/ 219064 w 1605470"/>
              <a:gd name="connsiteY150" fmla="*/ 469651 h 6858000"/>
              <a:gd name="connsiteX151" fmla="*/ 195012 w 1605470"/>
              <a:gd name="connsiteY151" fmla="*/ 448559 h 6858000"/>
              <a:gd name="connsiteX152" fmla="*/ 201434 w 1605470"/>
              <a:gd name="connsiteY152" fmla="*/ 441529 h 6858000"/>
              <a:gd name="connsiteX153" fmla="*/ 200655 w 1605470"/>
              <a:gd name="connsiteY153" fmla="*/ 428927 h 6858000"/>
              <a:gd name="connsiteX154" fmla="*/ 190059 w 1605470"/>
              <a:gd name="connsiteY154" fmla="*/ 430161 h 6858000"/>
              <a:gd name="connsiteX155" fmla="*/ 167079 w 1605470"/>
              <a:gd name="connsiteY155" fmla="*/ 367211 h 6858000"/>
              <a:gd name="connsiteX156" fmla="*/ 124571 w 1605470"/>
              <a:gd name="connsiteY156" fmla="*/ 302178 h 6858000"/>
              <a:gd name="connsiteX157" fmla="*/ 103243 w 1605470"/>
              <a:gd name="connsiteY157" fmla="*/ 211375 h 6858000"/>
              <a:gd name="connsiteX158" fmla="*/ 94571 w 1605470"/>
              <a:gd name="connsiteY158" fmla="*/ 184179 h 6858000"/>
              <a:gd name="connsiteX159" fmla="*/ 13437 w 1605470"/>
              <a:gd name="connsiteY159" fmla="*/ 19287 h 6858000"/>
              <a:gd name="connsiteX160" fmla="*/ 0 w 1605470"/>
              <a:gd name="connsiteY160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39378 w 1605470"/>
              <a:gd name="connsiteY103" fmla="*/ 3147669 h 6858000"/>
              <a:gd name="connsiteX104" fmla="*/ 729329 w 1605470"/>
              <a:gd name="connsiteY104" fmla="*/ 3129034 h 6858000"/>
              <a:gd name="connsiteX105" fmla="*/ 729994 w 1605470"/>
              <a:gd name="connsiteY105" fmla="*/ 3126682 h 6858000"/>
              <a:gd name="connsiteX106" fmla="*/ 720862 w 1605470"/>
              <a:gd name="connsiteY106" fmla="*/ 3114519 h 6858000"/>
              <a:gd name="connsiteX107" fmla="*/ 707471 w 1605470"/>
              <a:gd name="connsiteY107" fmla="*/ 3106272 h 6858000"/>
              <a:gd name="connsiteX108" fmla="*/ 680201 w 1605470"/>
              <a:gd name="connsiteY108" fmla="*/ 2958185 h 6858000"/>
              <a:gd name="connsiteX109" fmla="*/ 622815 w 1605470"/>
              <a:gd name="connsiteY109" fmla="*/ 2762989 h 6858000"/>
              <a:gd name="connsiteX110" fmla="*/ 571733 w 1605470"/>
              <a:gd name="connsiteY110" fmla="*/ 2554718 h 6858000"/>
              <a:gd name="connsiteX111" fmla="*/ 551827 w 1605470"/>
              <a:gd name="connsiteY111" fmla="*/ 2485734 h 6858000"/>
              <a:gd name="connsiteX112" fmla="*/ 542550 w 1605470"/>
              <a:gd name="connsiteY112" fmla="*/ 2447068 h 6858000"/>
              <a:gd name="connsiteX113" fmla="*/ 529511 w 1605470"/>
              <a:gd name="connsiteY113" fmla="*/ 2425819 h 6858000"/>
              <a:gd name="connsiteX114" fmla="*/ 535510 w 1605470"/>
              <a:gd name="connsiteY114" fmla="*/ 2402874 h 6858000"/>
              <a:gd name="connsiteX115" fmla="*/ 538122 w 1605470"/>
              <a:gd name="connsiteY115" fmla="*/ 2381443 h 6858000"/>
              <a:gd name="connsiteX116" fmla="*/ 514451 w 1605470"/>
              <a:gd name="connsiteY116" fmla="*/ 2261920 h 6858000"/>
              <a:gd name="connsiteX117" fmla="*/ 504338 w 1605470"/>
              <a:gd name="connsiteY117" fmla="*/ 2195378 h 6858000"/>
              <a:gd name="connsiteX118" fmla="*/ 488555 w 1605470"/>
              <a:gd name="connsiteY118" fmla="*/ 2155135 h 6858000"/>
              <a:gd name="connsiteX119" fmla="*/ 486013 w 1605470"/>
              <a:gd name="connsiteY119" fmla="*/ 2118008 h 6858000"/>
              <a:gd name="connsiteX120" fmla="*/ 487006 w 1605470"/>
              <a:gd name="connsiteY120" fmla="*/ 2050531 h 6858000"/>
              <a:gd name="connsiteX121" fmla="*/ 478812 w 1605470"/>
              <a:gd name="connsiteY121" fmla="*/ 1963269 h 6858000"/>
              <a:gd name="connsiteX122" fmla="*/ 459990 w 1605470"/>
              <a:gd name="connsiteY122" fmla="*/ 1906352 h 6858000"/>
              <a:gd name="connsiteX123" fmla="*/ 436547 w 1605470"/>
              <a:gd name="connsiteY123" fmla="*/ 1861531 h 6858000"/>
              <a:gd name="connsiteX124" fmla="*/ 390346 w 1605470"/>
              <a:gd name="connsiteY124" fmla="*/ 1732919 h 6858000"/>
              <a:gd name="connsiteX125" fmla="*/ 362657 w 1605470"/>
              <a:gd name="connsiteY125" fmla="*/ 1663540 h 6858000"/>
              <a:gd name="connsiteX126" fmla="*/ 361783 w 1605470"/>
              <a:gd name="connsiteY126" fmla="*/ 1615777 h 6858000"/>
              <a:gd name="connsiteX127" fmla="*/ 342578 w 1605470"/>
              <a:gd name="connsiteY127" fmla="*/ 1563678 h 6858000"/>
              <a:gd name="connsiteX128" fmla="*/ 355658 w 1605470"/>
              <a:gd name="connsiteY128" fmla="*/ 1519474 h 6858000"/>
              <a:gd name="connsiteX129" fmla="*/ 348400 w 1605470"/>
              <a:gd name="connsiteY129" fmla="*/ 1477995 h 6858000"/>
              <a:gd name="connsiteX130" fmla="*/ 334485 w 1605470"/>
              <a:gd name="connsiteY130" fmla="*/ 1373769 h 6858000"/>
              <a:gd name="connsiteX131" fmla="*/ 342792 w 1605470"/>
              <a:gd name="connsiteY131" fmla="*/ 1307086 h 6858000"/>
              <a:gd name="connsiteX132" fmla="*/ 343980 w 1605470"/>
              <a:gd name="connsiteY132" fmla="*/ 1189033 h 6858000"/>
              <a:gd name="connsiteX133" fmla="*/ 348665 w 1605470"/>
              <a:gd name="connsiteY133" fmla="*/ 1168288 h 6858000"/>
              <a:gd name="connsiteX134" fmla="*/ 340947 w 1605470"/>
              <a:gd name="connsiteY134" fmla="*/ 1142577 h 6858000"/>
              <a:gd name="connsiteX135" fmla="*/ 330253 w 1605470"/>
              <a:gd name="connsiteY135" fmla="*/ 1088484 h 6858000"/>
              <a:gd name="connsiteX136" fmla="*/ 318989 w 1605470"/>
              <a:gd name="connsiteY136" fmla="*/ 1016103 h 6858000"/>
              <a:gd name="connsiteX137" fmla="*/ 320445 w 1605470"/>
              <a:gd name="connsiteY137" fmla="*/ 932283 h 6858000"/>
              <a:gd name="connsiteX138" fmla="*/ 322681 w 1605470"/>
              <a:gd name="connsiteY138" fmla="*/ 915925 h 6858000"/>
              <a:gd name="connsiteX139" fmla="*/ 315310 w 1605470"/>
              <a:gd name="connsiteY139" fmla="*/ 896999 h 6858000"/>
              <a:gd name="connsiteX140" fmla="*/ 284718 w 1605470"/>
              <a:gd name="connsiteY140" fmla="*/ 821517 h 6858000"/>
              <a:gd name="connsiteX141" fmla="*/ 263668 w 1605470"/>
              <a:gd name="connsiteY141" fmla="*/ 751353 h 6858000"/>
              <a:gd name="connsiteX142" fmla="*/ 263226 w 1605470"/>
              <a:gd name="connsiteY142" fmla="*/ 721230 h 6858000"/>
              <a:gd name="connsiteX143" fmla="*/ 248897 w 1605470"/>
              <a:gd name="connsiteY143" fmla="*/ 681659 h 6858000"/>
              <a:gd name="connsiteX144" fmla="*/ 234316 w 1605470"/>
              <a:gd name="connsiteY144" fmla="*/ 635218 h 6858000"/>
              <a:gd name="connsiteX145" fmla="*/ 239327 w 1605470"/>
              <a:gd name="connsiteY145" fmla="*/ 613763 h 6858000"/>
              <a:gd name="connsiteX146" fmla="*/ 225269 w 1605470"/>
              <a:gd name="connsiteY146" fmla="*/ 598582 h 6858000"/>
              <a:gd name="connsiteX147" fmla="*/ 224950 w 1605470"/>
              <a:gd name="connsiteY147" fmla="*/ 576846 h 6858000"/>
              <a:gd name="connsiteX148" fmla="*/ 204576 w 1605470"/>
              <a:gd name="connsiteY148" fmla="*/ 530055 h 6858000"/>
              <a:gd name="connsiteX149" fmla="*/ 219064 w 1605470"/>
              <a:gd name="connsiteY149" fmla="*/ 469651 h 6858000"/>
              <a:gd name="connsiteX150" fmla="*/ 195012 w 1605470"/>
              <a:gd name="connsiteY150" fmla="*/ 448559 h 6858000"/>
              <a:gd name="connsiteX151" fmla="*/ 201434 w 1605470"/>
              <a:gd name="connsiteY151" fmla="*/ 441529 h 6858000"/>
              <a:gd name="connsiteX152" fmla="*/ 200655 w 1605470"/>
              <a:gd name="connsiteY152" fmla="*/ 428927 h 6858000"/>
              <a:gd name="connsiteX153" fmla="*/ 190059 w 1605470"/>
              <a:gd name="connsiteY153" fmla="*/ 430161 h 6858000"/>
              <a:gd name="connsiteX154" fmla="*/ 167079 w 1605470"/>
              <a:gd name="connsiteY154" fmla="*/ 367211 h 6858000"/>
              <a:gd name="connsiteX155" fmla="*/ 124571 w 1605470"/>
              <a:gd name="connsiteY155" fmla="*/ 302178 h 6858000"/>
              <a:gd name="connsiteX156" fmla="*/ 103243 w 1605470"/>
              <a:gd name="connsiteY156" fmla="*/ 211375 h 6858000"/>
              <a:gd name="connsiteX157" fmla="*/ 94571 w 1605470"/>
              <a:gd name="connsiteY157" fmla="*/ 184179 h 6858000"/>
              <a:gd name="connsiteX158" fmla="*/ 13437 w 1605470"/>
              <a:gd name="connsiteY158" fmla="*/ 19287 h 6858000"/>
              <a:gd name="connsiteX159" fmla="*/ 0 w 1605470"/>
              <a:gd name="connsiteY159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8282 w 1605470"/>
              <a:gd name="connsiteY75" fmla="*/ 3998331 h 6858000"/>
              <a:gd name="connsiteX76" fmla="*/ 690830 w 1605470"/>
              <a:gd name="connsiteY76" fmla="*/ 3974753 h 6858000"/>
              <a:gd name="connsiteX77" fmla="*/ 692428 w 1605470"/>
              <a:gd name="connsiteY77" fmla="*/ 3969950 h 6858000"/>
              <a:gd name="connsiteX78" fmla="*/ 685850 w 1605470"/>
              <a:gd name="connsiteY78" fmla="*/ 3933779 h 6858000"/>
              <a:gd name="connsiteX79" fmla="*/ 687181 w 1605470"/>
              <a:gd name="connsiteY79" fmla="*/ 3933093 h 6858000"/>
              <a:gd name="connsiteX80" fmla="*/ 691535 w 1605470"/>
              <a:gd name="connsiteY80" fmla="*/ 3922082 h 6858000"/>
              <a:gd name="connsiteX81" fmla="*/ 696613 w 1605470"/>
              <a:gd name="connsiteY81" fmla="*/ 3901461 h 6858000"/>
              <a:gd name="connsiteX82" fmla="*/ 719207 w 1605470"/>
              <a:gd name="connsiteY82" fmla="*/ 3813873 h 6858000"/>
              <a:gd name="connsiteX83" fmla="*/ 718632 w 1605470"/>
              <a:gd name="connsiteY83" fmla="*/ 3806161 h 6858000"/>
              <a:gd name="connsiteX84" fmla="*/ 718939 w 1605470"/>
              <a:gd name="connsiteY84" fmla="*/ 3805957 h 6858000"/>
              <a:gd name="connsiteX85" fmla="*/ 718966 w 1605470"/>
              <a:gd name="connsiteY85" fmla="*/ 3797724 h 6858000"/>
              <a:gd name="connsiteX86" fmla="*/ 717581 w 1605470"/>
              <a:gd name="connsiteY86" fmla="*/ 3792098 h 6858000"/>
              <a:gd name="connsiteX87" fmla="*/ 716465 w 1605470"/>
              <a:gd name="connsiteY87" fmla="*/ 3777135 h 6858000"/>
              <a:gd name="connsiteX88" fmla="*/ 718198 w 1605470"/>
              <a:gd name="connsiteY88" fmla="*/ 3771656 h 6858000"/>
              <a:gd name="connsiteX89" fmla="*/ 721941 w 1605470"/>
              <a:gd name="connsiteY89" fmla="*/ 3769007 h 6858000"/>
              <a:gd name="connsiteX90" fmla="*/ 721407 w 1605470"/>
              <a:gd name="connsiteY90" fmla="*/ 3767709 h 6858000"/>
              <a:gd name="connsiteX91" fmla="*/ 730103 w 1605470"/>
              <a:gd name="connsiteY91" fmla="*/ 3738082 h 6858000"/>
              <a:gd name="connsiteX92" fmla="*/ 737449 w 1605470"/>
              <a:gd name="connsiteY92" fmla="*/ 3673397 h 6858000"/>
              <a:gd name="connsiteX93" fmla="*/ 736745 w 1605470"/>
              <a:gd name="connsiteY93" fmla="*/ 3637109 h 6858000"/>
              <a:gd name="connsiteX94" fmla="*/ 740188 w 1605470"/>
              <a:gd name="connsiteY94" fmla="*/ 3536883 h 6858000"/>
              <a:gd name="connsiteX95" fmla="*/ 747726 w 1605470"/>
              <a:gd name="connsiteY95" fmla="*/ 3435652 h 6858000"/>
              <a:gd name="connsiteX96" fmla="*/ 749397 w 1605470"/>
              <a:gd name="connsiteY96" fmla="*/ 3307769 h 6858000"/>
              <a:gd name="connsiteX97" fmla="*/ 766960 w 1605470"/>
              <a:gd name="connsiteY97" fmla="*/ 3250522 h 6858000"/>
              <a:gd name="connsiteX98" fmla="*/ 767385 w 1605470"/>
              <a:gd name="connsiteY98" fmla="*/ 3229163 h 6858000"/>
              <a:gd name="connsiteX99" fmla="*/ 769208 w 1605470"/>
              <a:gd name="connsiteY99" fmla="*/ 3217217 h 6858000"/>
              <a:gd name="connsiteX100" fmla="*/ 756043 w 1605470"/>
              <a:gd name="connsiteY100" fmla="*/ 3183755 h 6858000"/>
              <a:gd name="connsiteX101" fmla="*/ 756544 w 1605470"/>
              <a:gd name="connsiteY101" fmla="*/ 3178642 h 6858000"/>
              <a:gd name="connsiteX102" fmla="*/ 744144 w 1605470"/>
              <a:gd name="connsiteY102" fmla="*/ 3158586 h 6858000"/>
              <a:gd name="connsiteX103" fmla="*/ 729329 w 1605470"/>
              <a:gd name="connsiteY103" fmla="*/ 3129034 h 6858000"/>
              <a:gd name="connsiteX104" fmla="*/ 729994 w 1605470"/>
              <a:gd name="connsiteY104" fmla="*/ 3126682 h 6858000"/>
              <a:gd name="connsiteX105" fmla="*/ 720862 w 1605470"/>
              <a:gd name="connsiteY105" fmla="*/ 3114519 h 6858000"/>
              <a:gd name="connsiteX106" fmla="*/ 707471 w 1605470"/>
              <a:gd name="connsiteY106" fmla="*/ 3106272 h 6858000"/>
              <a:gd name="connsiteX107" fmla="*/ 680201 w 1605470"/>
              <a:gd name="connsiteY107" fmla="*/ 2958185 h 6858000"/>
              <a:gd name="connsiteX108" fmla="*/ 622815 w 1605470"/>
              <a:gd name="connsiteY108" fmla="*/ 2762989 h 6858000"/>
              <a:gd name="connsiteX109" fmla="*/ 571733 w 1605470"/>
              <a:gd name="connsiteY109" fmla="*/ 2554718 h 6858000"/>
              <a:gd name="connsiteX110" fmla="*/ 551827 w 1605470"/>
              <a:gd name="connsiteY110" fmla="*/ 2485734 h 6858000"/>
              <a:gd name="connsiteX111" fmla="*/ 542550 w 1605470"/>
              <a:gd name="connsiteY111" fmla="*/ 2447068 h 6858000"/>
              <a:gd name="connsiteX112" fmla="*/ 529511 w 1605470"/>
              <a:gd name="connsiteY112" fmla="*/ 2425819 h 6858000"/>
              <a:gd name="connsiteX113" fmla="*/ 535510 w 1605470"/>
              <a:gd name="connsiteY113" fmla="*/ 2402874 h 6858000"/>
              <a:gd name="connsiteX114" fmla="*/ 538122 w 1605470"/>
              <a:gd name="connsiteY114" fmla="*/ 2381443 h 6858000"/>
              <a:gd name="connsiteX115" fmla="*/ 514451 w 1605470"/>
              <a:gd name="connsiteY115" fmla="*/ 2261920 h 6858000"/>
              <a:gd name="connsiteX116" fmla="*/ 504338 w 1605470"/>
              <a:gd name="connsiteY116" fmla="*/ 2195378 h 6858000"/>
              <a:gd name="connsiteX117" fmla="*/ 488555 w 1605470"/>
              <a:gd name="connsiteY117" fmla="*/ 2155135 h 6858000"/>
              <a:gd name="connsiteX118" fmla="*/ 486013 w 1605470"/>
              <a:gd name="connsiteY118" fmla="*/ 2118008 h 6858000"/>
              <a:gd name="connsiteX119" fmla="*/ 487006 w 1605470"/>
              <a:gd name="connsiteY119" fmla="*/ 2050531 h 6858000"/>
              <a:gd name="connsiteX120" fmla="*/ 478812 w 1605470"/>
              <a:gd name="connsiteY120" fmla="*/ 1963269 h 6858000"/>
              <a:gd name="connsiteX121" fmla="*/ 459990 w 1605470"/>
              <a:gd name="connsiteY121" fmla="*/ 1906352 h 6858000"/>
              <a:gd name="connsiteX122" fmla="*/ 436547 w 1605470"/>
              <a:gd name="connsiteY122" fmla="*/ 1861531 h 6858000"/>
              <a:gd name="connsiteX123" fmla="*/ 390346 w 1605470"/>
              <a:gd name="connsiteY123" fmla="*/ 1732919 h 6858000"/>
              <a:gd name="connsiteX124" fmla="*/ 362657 w 1605470"/>
              <a:gd name="connsiteY124" fmla="*/ 1663540 h 6858000"/>
              <a:gd name="connsiteX125" fmla="*/ 361783 w 1605470"/>
              <a:gd name="connsiteY125" fmla="*/ 1615777 h 6858000"/>
              <a:gd name="connsiteX126" fmla="*/ 342578 w 1605470"/>
              <a:gd name="connsiteY126" fmla="*/ 1563678 h 6858000"/>
              <a:gd name="connsiteX127" fmla="*/ 355658 w 1605470"/>
              <a:gd name="connsiteY127" fmla="*/ 1519474 h 6858000"/>
              <a:gd name="connsiteX128" fmla="*/ 348400 w 1605470"/>
              <a:gd name="connsiteY128" fmla="*/ 1477995 h 6858000"/>
              <a:gd name="connsiteX129" fmla="*/ 334485 w 1605470"/>
              <a:gd name="connsiteY129" fmla="*/ 1373769 h 6858000"/>
              <a:gd name="connsiteX130" fmla="*/ 342792 w 1605470"/>
              <a:gd name="connsiteY130" fmla="*/ 1307086 h 6858000"/>
              <a:gd name="connsiteX131" fmla="*/ 343980 w 1605470"/>
              <a:gd name="connsiteY131" fmla="*/ 1189033 h 6858000"/>
              <a:gd name="connsiteX132" fmla="*/ 348665 w 1605470"/>
              <a:gd name="connsiteY132" fmla="*/ 1168288 h 6858000"/>
              <a:gd name="connsiteX133" fmla="*/ 340947 w 1605470"/>
              <a:gd name="connsiteY133" fmla="*/ 1142577 h 6858000"/>
              <a:gd name="connsiteX134" fmla="*/ 330253 w 1605470"/>
              <a:gd name="connsiteY134" fmla="*/ 1088484 h 6858000"/>
              <a:gd name="connsiteX135" fmla="*/ 318989 w 1605470"/>
              <a:gd name="connsiteY135" fmla="*/ 1016103 h 6858000"/>
              <a:gd name="connsiteX136" fmla="*/ 320445 w 1605470"/>
              <a:gd name="connsiteY136" fmla="*/ 932283 h 6858000"/>
              <a:gd name="connsiteX137" fmla="*/ 322681 w 1605470"/>
              <a:gd name="connsiteY137" fmla="*/ 915925 h 6858000"/>
              <a:gd name="connsiteX138" fmla="*/ 315310 w 1605470"/>
              <a:gd name="connsiteY138" fmla="*/ 896999 h 6858000"/>
              <a:gd name="connsiteX139" fmla="*/ 284718 w 1605470"/>
              <a:gd name="connsiteY139" fmla="*/ 821517 h 6858000"/>
              <a:gd name="connsiteX140" fmla="*/ 263668 w 1605470"/>
              <a:gd name="connsiteY140" fmla="*/ 751353 h 6858000"/>
              <a:gd name="connsiteX141" fmla="*/ 263226 w 1605470"/>
              <a:gd name="connsiteY141" fmla="*/ 721230 h 6858000"/>
              <a:gd name="connsiteX142" fmla="*/ 248897 w 1605470"/>
              <a:gd name="connsiteY142" fmla="*/ 681659 h 6858000"/>
              <a:gd name="connsiteX143" fmla="*/ 234316 w 1605470"/>
              <a:gd name="connsiteY143" fmla="*/ 635218 h 6858000"/>
              <a:gd name="connsiteX144" fmla="*/ 239327 w 1605470"/>
              <a:gd name="connsiteY144" fmla="*/ 613763 h 6858000"/>
              <a:gd name="connsiteX145" fmla="*/ 225269 w 1605470"/>
              <a:gd name="connsiteY145" fmla="*/ 598582 h 6858000"/>
              <a:gd name="connsiteX146" fmla="*/ 224950 w 1605470"/>
              <a:gd name="connsiteY146" fmla="*/ 576846 h 6858000"/>
              <a:gd name="connsiteX147" fmla="*/ 204576 w 1605470"/>
              <a:gd name="connsiteY147" fmla="*/ 530055 h 6858000"/>
              <a:gd name="connsiteX148" fmla="*/ 219064 w 1605470"/>
              <a:gd name="connsiteY148" fmla="*/ 469651 h 6858000"/>
              <a:gd name="connsiteX149" fmla="*/ 195012 w 1605470"/>
              <a:gd name="connsiteY149" fmla="*/ 448559 h 6858000"/>
              <a:gd name="connsiteX150" fmla="*/ 201434 w 1605470"/>
              <a:gd name="connsiteY150" fmla="*/ 441529 h 6858000"/>
              <a:gd name="connsiteX151" fmla="*/ 200655 w 1605470"/>
              <a:gd name="connsiteY151" fmla="*/ 428927 h 6858000"/>
              <a:gd name="connsiteX152" fmla="*/ 190059 w 1605470"/>
              <a:gd name="connsiteY152" fmla="*/ 430161 h 6858000"/>
              <a:gd name="connsiteX153" fmla="*/ 167079 w 1605470"/>
              <a:gd name="connsiteY153" fmla="*/ 367211 h 6858000"/>
              <a:gd name="connsiteX154" fmla="*/ 124571 w 1605470"/>
              <a:gd name="connsiteY154" fmla="*/ 302178 h 6858000"/>
              <a:gd name="connsiteX155" fmla="*/ 103243 w 1605470"/>
              <a:gd name="connsiteY155" fmla="*/ 211375 h 6858000"/>
              <a:gd name="connsiteX156" fmla="*/ 94571 w 1605470"/>
              <a:gd name="connsiteY156" fmla="*/ 184179 h 6858000"/>
              <a:gd name="connsiteX157" fmla="*/ 13437 w 1605470"/>
              <a:gd name="connsiteY157" fmla="*/ 19287 h 6858000"/>
              <a:gd name="connsiteX158" fmla="*/ 0 w 1605470"/>
              <a:gd name="connsiteY158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700443 w 1605470"/>
              <a:gd name="connsiteY74" fmla="*/ 4010511 h 6858000"/>
              <a:gd name="connsiteX75" fmla="*/ 690830 w 1605470"/>
              <a:gd name="connsiteY75" fmla="*/ 3974753 h 6858000"/>
              <a:gd name="connsiteX76" fmla="*/ 692428 w 1605470"/>
              <a:gd name="connsiteY76" fmla="*/ 3969950 h 6858000"/>
              <a:gd name="connsiteX77" fmla="*/ 685850 w 1605470"/>
              <a:gd name="connsiteY77" fmla="*/ 3933779 h 6858000"/>
              <a:gd name="connsiteX78" fmla="*/ 687181 w 1605470"/>
              <a:gd name="connsiteY78" fmla="*/ 3933093 h 6858000"/>
              <a:gd name="connsiteX79" fmla="*/ 691535 w 1605470"/>
              <a:gd name="connsiteY79" fmla="*/ 3922082 h 6858000"/>
              <a:gd name="connsiteX80" fmla="*/ 696613 w 1605470"/>
              <a:gd name="connsiteY80" fmla="*/ 3901461 h 6858000"/>
              <a:gd name="connsiteX81" fmla="*/ 719207 w 1605470"/>
              <a:gd name="connsiteY81" fmla="*/ 3813873 h 6858000"/>
              <a:gd name="connsiteX82" fmla="*/ 718632 w 1605470"/>
              <a:gd name="connsiteY82" fmla="*/ 3806161 h 6858000"/>
              <a:gd name="connsiteX83" fmla="*/ 718939 w 1605470"/>
              <a:gd name="connsiteY83" fmla="*/ 3805957 h 6858000"/>
              <a:gd name="connsiteX84" fmla="*/ 718966 w 1605470"/>
              <a:gd name="connsiteY84" fmla="*/ 3797724 h 6858000"/>
              <a:gd name="connsiteX85" fmla="*/ 717581 w 1605470"/>
              <a:gd name="connsiteY85" fmla="*/ 3792098 h 6858000"/>
              <a:gd name="connsiteX86" fmla="*/ 716465 w 1605470"/>
              <a:gd name="connsiteY86" fmla="*/ 3777135 h 6858000"/>
              <a:gd name="connsiteX87" fmla="*/ 718198 w 1605470"/>
              <a:gd name="connsiteY87" fmla="*/ 3771656 h 6858000"/>
              <a:gd name="connsiteX88" fmla="*/ 721941 w 1605470"/>
              <a:gd name="connsiteY88" fmla="*/ 3769007 h 6858000"/>
              <a:gd name="connsiteX89" fmla="*/ 721407 w 1605470"/>
              <a:gd name="connsiteY89" fmla="*/ 3767709 h 6858000"/>
              <a:gd name="connsiteX90" fmla="*/ 730103 w 1605470"/>
              <a:gd name="connsiteY90" fmla="*/ 3738082 h 6858000"/>
              <a:gd name="connsiteX91" fmla="*/ 737449 w 1605470"/>
              <a:gd name="connsiteY91" fmla="*/ 3673397 h 6858000"/>
              <a:gd name="connsiteX92" fmla="*/ 736745 w 1605470"/>
              <a:gd name="connsiteY92" fmla="*/ 3637109 h 6858000"/>
              <a:gd name="connsiteX93" fmla="*/ 740188 w 1605470"/>
              <a:gd name="connsiteY93" fmla="*/ 3536883 h 6858000"/>
              <a:gd name="connsiteX94" fmla="*/ 747726 w 1605470"/>
              <a:gd name="connsiteY94" fmla="*/ 3435652 h 6858000"/>
              <a:gd name="connsiteX95" fmla="*/ 749397 w 1605470"/>
              <a:gd name="connsiteY95" fmla="*/ 3307769 h 6858000"/>
              <a:gd name="connsiteX96" fmla="*/ 766960 w 1605470"/>
              <a:gd name="connsiteY96" fmla="*/ 3250522 h 6858000"/>
              <a:gd name="connsiteX97" fmla="*/ 767385 w 1605470"/>
              <a:gd name="connsiteY97" fmla="*/ 3229163 h 6858000"/>
              <a:gd name="connsiteX98" fmla="*/ 769208 w 1605470"/>
              <a:gd name="connsiteY98" fmla="*/ 3217217 h 6858000"/>
              <a:gd name="connsiteX99" fmla="*/ 756043 w 1605470"/>
              <a:gd name="connsiteY99" fmla="*/ 3183755 h 6858000"/>
              <a:gd name="connsiteX100" fmla="*/ 756544 w 1605470"/>
              <a:gd name="connsiteY100" fmla="*/ 3178642 h 6858000"/>
              <a:gd name="connsiteX101" fmla="*/ 744144 w 1605470"/>
              <a:gd name="connsiteY101" fmla="*/ 3158586 h 6858000"/>
              <a:gd name="connsiteX102" fmla="*/ 729329 w 1605470"/>
              <a:gd name="connsiteY102" fmla="*/ 3129034 h 6858000"/>
              <a:gd name="connsiteX103" fmla="*/ 729994 w 1605470"/>
              <a:gd name="connsiteY103" fmla="*/ 3126682 h 6858000"/>
              <a:gd name="connsiteX104" fmla="*/ 720862 w 1605470"/>
              <a:gd name="connsiteY104" fmla="*/ 3114519 h 6858000"/>
              <a:gd name="connsiteX105" fmla="*/ 707471 w 1605470"/>
              <a:gd name="connsiteY105" fmla="*/ 3106272 h 6858000"/>
              <a:gd name="connsiteX106" fmla="*/ 680201 w 1605470"/>
              <a:gd name="connsiteY106" fmla="*/ 2958185 h 6858000"/>
              <a:gd name="connsiteX107" fmla="*/ 622815 w 1605470"/>
              <a:gd name="connsiteY107" fmla="*/ 2762989 h 6858000"/>
              <a:gd name="connsiteX108" fmla="*/ 571733 w 1605470"/>
              <a:gd name="connsiteY108" fmla="*/ 2554718 h 6858000"/>
              <a:gd name="connsiteX109" fmla="*/ 551827 w 1605470"/>
              <a:gd name="connsiteY109" fmla="*/ 2485734 h 6858000"/>
              <a:gd name="connsiteX110" fmla="*/ 542550 w 1605470"/>
              <a:gd name="connsiteY110" fmla="*/ 2447068 h 6858000"/>
              <a:gd name="connsiteX111" fmla="*/ 529511 w 1605470"/>
              <a:gd name="connsiteY111" fmla="*/ 2425819 h 6858000"/>
              <a:gd name="connsiteX112" fmla="*/ 535510 w 1605470"/>
              <a:gd name="connsiteY112" fmla="*/ 2402874 h 6858000"/>
              <a:gd name="connsiteX113" fmla="*/ 538122 w 1605470"/>
              <a:gd name="connsiteY113" fmla="*/ 2381443 h 6858000"/>
              <a:gd name="connsiteX114" fmla="*/ 514451 w 1605470"/>
              <a:gd name="connsiteY114" fmla="*/ 2261920 h 6858000"/>
              <a:gd name="connsiteX115" fmla="*/ 504338 w 1605470"/>
              <a:gd name="connsiteY115" fmla="*/ 2195378 h 6858000"/>
              <a:gd name="connsiteX116" fmla="*/ 488555 w 1605470"/>
              <a:gd name="connsiteY116" fmla="*/ 2155135 h 6858000"/>
              <a:gd name="connsiteX117" fmla="*/ 486013 w 1605470"/>
              <a:gd name="connsiteY117" fmla="*/ 2118008 h 6858000"/>
              <a:gd name="connsiteX118" fmla="*/ 487006 w 1605470"/>
              <a:gd name="connsiteY118" fmla="*/ 2050531 h 6858000"/>
              <a:gd name="connsiteX119" fmla="*/ 478812 w 1605470"/>
              <a:gd name="connsiteY119" fmla="*/ 1963269 h 6858000"/>
              <a:gd name="connsiteX120" fmla="*/ 459990 w 1605470"/>
              <a:gd name="connsiteY120" fmla="*/ 1906352 h 6858000"/>
              <a:gd name="connsiteX121" fmla="*/ 436547 w 1605470"/>
              <a:gd name="connsiteY121" fmla="*/ 1861531 h 6858000"/>
              <a:gd name="connsiteX122" fmla="*/ 390346 w 1605470"/>
              <a:gd name="connsiteY122" fmla="*/ 1732919 h 6858000"/>
              <a:gd name="connsiteX123" fmla="*/ 362657 w 1605470"/>
              <a:gd name="connsiteY123" fmla="*/ 1663540 h 6858000"/>
              <a:gd name="connsiteX124" fmla="*/ 361783 w 1605470"/>
              <a:gd name="connsiteY124" fmla="*/ 1615777 h 6858000"/>
              <a:gd name="connsiteX125" fmla="*/ 342578 w 1605470"/>
              <a:gd name="connsiteY125" fmla="*/ 1563678 h 6858000"/>
              <a:gd name="connsiteX126" fmla="*/ 355658 w 1605470"/>
              <a:gd name="connsiteY126" fmla="*/ 1519474 h 6858000"/>
              <a:gd name="connsiteX127" fmla="*/ 348400 w 1605470"/>
              <a:gd name="connsiteY127" fmla="*/ 1477995 h 6858000"/>
              <a:gd name="connsiteX128" fmla="*/ 334485 w 1605470"/>
              <a:gd name="connsiteY128" fmla="*/ 1373769 h 6858000"/>
              <a:gd name="connsiteX129" fmla="*/ 342792 w 1605470"/>
              <a:gd name="connsiteY129" fmla="*/ 1307086 h 6858000"/>
              <a:gd name="connsiteX130" fmla="*/ 343980 w 1605470"/>
              <a:gd name="connsiteY130" fmla="*/ 1189033 h 6858000"/>
              <a:gd name="connsiteX131" fmla="*/ 348665 w 1605470"/>
              <a:gd name="connsiteY131" fmla="*/ 1168288 h 6858000"/>
              <a:gd name="connsiteX132" fmla="*/ 340947 w 1605470"/>
              <a:gd name="connsiteY132" fmla="*/ 1142577 h 6858000"/>
              <a:gd name="connsiteX133" fmla="*/ 330253 w 1605470"/>
              <a:gd name="connsiteY133" fmla="*/ 1088484 h 6858000"/>
              <a:gd name="connsiteX134" fmla="*/ 318989 w 1605470"/>
              <a:gd name="connsiteY134" fmla="*/ 1016103 h 6858000"/>
              <a:gd name="connsiteX135" fmla="*/ 320445 w 1605470"/>
              <a:gd name="connsiteY135" fmla="*/ 932283 h 6858000"/>
              <a:gd name="connsiteX136" fmla="*/ 322681 w 1605470"/>
              <a:gd name="connsiteY136" fmla="*/ 915925 h 6858000"/>
              <a:gd name="connsiteX137" fmla="*/ 315310 w 1605470"/>
              <a:gd name="connsiteY137" fmla="*/ 896999 h 6858000"/>
              <a:gd name="connsiteX138" fmla="*/ 284718 w 1605470"/>
              <a:gd name="connsiteY138" fmla="*/ 821517 h 6858000"/>
              <a:gd name="connsiteX139" fmla="*/ 263668 w 1605470"/>
              <a:gd name="connsiteY139" fmla="*/ 751353 h 6858000"/>
              <a:gd name="connsiteX140" fmla="*/ 263226 w 1605470"/>
              <a:gd name="connsiteY140" fmla="*/ 721230 h 6858000"/>
              <a:gd name="connsiteX141" fmla="*/ 248897 w 1605470"/>
              <a:gd name="connsiteY141" fmla="*/ 681659 h 6858000"/>
              <a:gd name="connsiteX142" fmla="*/ 234316 w 1605470"/>
              <a:gd name="connsiteY142" fmla="*/ 635218 h 6858000"/>
              <a:gd name="connsiteX143" fmla="*/ 239327 w 1605470"/>
              <a:gd name="connsiteY143" fmla="*/ 613763 h 6858000"/>
              <a:gd name="connsiteX144" fmla="*/ 225269 w 1605470"/>
              <a:gd name="connsiteY144" fmla="*/ 598582 h 6858000"/>
              <a:gd name="connsiteX145" fmla="*/ 224950 w 1605470"/>
              <a:gd name="connsiteY145" fmla="*/ 576846 h 6858000"/>
              <a:gd name="connsiteX146" fmla="*/ 204576 w 1605470"/>
              <a:gd name="connsiteY146" fmla="*/ 530055 h 6858000"/>
              <a:gd name="connsiteX147" fmla="*/ 219064 w 1605470"/>
              <a:gd name="connsiteY147" fmla="*/ 469651 h 6858000"/>
              <a:gd name="connsiteX148" fmla="*/ 195012 w 1605470"/>
              <a:gd name="connsiteY148" fmla="*/ 448559 h 6858000"/>
              <a:gd name="connsiteX149" fmla="*/ 201434 w 1605470"/>
              <a:gd name="connsiteY149" fmla="*/ 441529 h 6858000"/>
              <a:gd name="connsiteX150" fmla="*/ 200655 w 1605470"/>
              <a:gd name="connsiteY150" fmla="*/ 428927 h 6858000"/>
              <a:gd name="connsiteX151" fmla="*/ 190059 w 1605470"/>
              <a:gd name="connsiteY151" fmla="*/ 430161 h 6858000"/>
              <a:gd name="connsiteX152" fmla="*/ 167079 w 1605470"/>
              <a:gd name="connsiteY152" fmla="*/ 367211 h 6858000"/>
              <a:gd name="connsiteX153" fmla="*/ 124571 w 1605470"/>
              <a:gd name="connsiteY153" fmla="*/ 302178 h 6858000"/>
              <a:gd name="connsiteX154" fmla="*/ 103243 w 1605470"/>
              <a:gd name="connsiteY154" fmla="*/ 211375 h 6858000"/>
              <a:gd name="connsiteX155" fmla="*/ 94571 w 1605470"/>
              <a:gd name="connsiteY155" fmla="*/ 184179 h 6858000"/>
              <a:gd name="connsiteX156" fmla="*/ 13437 w 1605470"/>
              <a:gd name="connsiteY156" fmla="*/ 19287 h 6858000"/>
              <a:gd name="connsiteX157" fmla="*/ 0 w 1605470"/>
              <a:gd name="connsiteY157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219064 w 1605470"/>
              <a:gd name="connsiteY146" fmla="*/ 469651 h 6858000"/>
              <a:gd name="connsiteX147" fmla="*/ 195012 w 1605470"/>
              <a:gd name="connsiteY147" fmla="*/ 448559 h 6858000"/>
              <a:gd name="connsiteX148" fmla="*/ 201434 w 1605470"/>
              <a:gd name="connsiteY148" fmla="*/ 441529 h 6858000"/>
              <a:gd name="connsiteX149" fmla="*/ 200655 w 1605470"/>
              <a:gd name="connsiteY149" fmla="*/ 428927 h 6858000"/>
              <a:gd name="connsiteX150" fmla="*/ 190059 w 1605470"/>
              <a:gd name="connsiteY150" fmla="*/ 430161 h 6858000"/>
              <a:gd name="connsiteX151" fmla="*/ 167079 w 1605470"/>
              <a:gd name="connsiteY151" fmla="*/ 367211 h 6858000"/>
              <a:gd name="connsiteX152" fmla="*/ 124571 w 1605470"/>
              <a:gd name="connsiteY152" fmla="*/ 302178 h 6858000"/>
              <a:gd name="connsiteX153" fmla="*/ 103243 w 1605470"/>
              <a:gd name="connsiteY153" fmla="*/ 211375 h 6858000"/>
              <a:gd name="connsiteX154" fmla="*/ 94571 w 1605470"/>
              <a:gd name="connsiteY154" fmla="*/ 184179 h 6858000"/>
              <a:gd name="connsiteX155" fmla="*/ 13437 w 1605470"/>
              <a:gd name="connsiteY155" fmla="*/ 19287 h 6858000"/>
              <a:gd name="connsiteX156" fmla="*/ 0 w 1605470"/>
              <a:gd name="connsiteY156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13437 w 1605470"/>
              <a:gd name="connsiteY154" fmla="*/ 19287 h 6858000"/>
              <a:gd name="connsiteX155" fmla="*/ 0 w 1605470"/>
              <a:gd name="connsiteY155" fmla="*/ 0 h 6858000"/>
              <a:gd name="connsiteX0" fmla="*/ 0 w 1605470"/>
              <a:gd name="connsiteY0" fmla="*/ 0 h 6858000"/>
              <a:gd name="connsiteX1" fmla="*/ 1605470 w 1605470"/>
              <a:gd name="connsiteY1" fmla="*/ 0 h 6858000"/>
              <a:gd name="connsiteX2" fmla="*/ 1605470 w 1605470"/>
              <a:gd name="connsiteY2" fmla="*/ 6858000 h 6858000"/>
              <a:gd name="connsiteX3" fmla="*/ 154105 w 1605470"/>
              <a:gd name="connsiteY3" fmla="*/ 6858000 h 6858000"/>
              <a:gd name="connsiteX4" fmla="*/ 154246 w 1605470"/>
              <a:gd name="connsiteY4" fmla="*/ 6857735 h 6858000"/>
              <a:gd name="connsiteX5" fmla="*/ 166295 w 1605470"/>
              <a:gd name="connsiteY5" fmla="*/ 6809549 h 6858000"/>
              <a:gd name="connsiteX6" fmla="*/ 198506 w 1605470"/>
              <a:gd name="connsiteY6" fmla="*/ 6715115 h 6858000"/>
              <a:gd name="connsiteX7" fmla="*/ 208357 w 1605470"/>
              <a:gd name="connsiteY7" fmla="*/ 6680170 h 6858000"/>
              <a:gd name="connsiteX8" fmla="*/ 233907 w 1605470"/>
              <a:gd name="connsiteY8" fmla="*/ 6621207 h 6858000"/>
              <a:gd name="connsiteX9" fmla="*/ 250564 w 1605470"/>
              <a:gd name="connsiteY9" fmla="*/ 6596265 h 6858000"/>
              <a:gd name="connsiteX10" fmla="*/ 250443 w 1605470"/>
              <a:gd name="connsiteY10" fmla="*/ 6594818 h 6858000"/>
              <a:gd name="connsiteX11" fmla="*/ 254688 w 1605470"/>
              <a:gd name="connsiteY11" fmla="*/ 6593735 h 6858000"/>
              <a:gd name="connsiteX12" fmla="*/ 257885 w 1605470"/>
              <a:gd name="connsiteY12" fmla="*/ 6589172 h 6858000"/>
              <a:gd name="connsiteX13" fmla="*/ 261179 w 1605470"/>
              <a:gd name="connsiteY13" fmla="*/ 6574442 h 6858000"/>
              <a:gd name="connsiteX14" fmla="*/ 261519 w 1605470"/>
              <a:gd name="connsiteY14" fmla="*/ 6568530 h 6858000"/>
              <a:gd name="connsiteX15" fmla="*/ 263928 w 1605470"/>
              <a:gd name="connsiteY15" fmla="*/ 6560674 h 6858000"/>
              <a:gd name="connsiteX16" fmla="*/ 264273 w 1605470"/>
              <a:gd name="connsiteY16" fmla="*/ 6560598 h 6858000"/>
              <a:gd name="connsiteX17" fmla="*/ 265970 w 1605470"/>
              <a:gd name="connsiteY17" fmla="*/ 6553006 h 6858000"/>
              <a:gd name="connsiteX18" fmla="*/ 270666 w 1605470"/>
              <a:gd name="connsiteY18" fmla="*/ 6514360 h 6858000"/>
              <a:gd name="connsiteX19" fmla="*/ 312320 w 1605470"/>
              <a:gd name="connsiteY19" fmla="*/ 6478062 h 6858000"/>
              <a:gd name="connsiteX20" fmla="*/ 323009 w 1605470"/>
              <a:gd name="connsiteY20" fmla="*/ 6460325 h 6858000"/>
              <a:gd name="connsiteX21" fmla="*/ 330242 w 1605470"/>
              <a:gd name="connsiteY21" fmla="*/ 6451488 h 6858000"/>
              <a:gd name="connsiteX22" fmla="*/ 331677 w 1605470"/>
              <a:gd name="connsiteY22" fmla="*/ 6451348 h 6858000"/>
              <a:gd name="connsiteX23" fmla="*/ 336035 w 1605470"/>
              <a:gd name="connsiteY23" fmla="*/ 6414240 h 6858000"/>
              <a:gd name="connsiteX24" fmla="*/ 338911 w 1605470"/>
              <a:gd name="connsiteY24" fmla="*/ 6410269 h 6858000"/>
              <a:gd name="connsiteX25" fmla="*/ 338811 w 1605470"/>
              <a:gd name="connsiteY25" fmla="*/ 6384857 h 6858000"/>
              <a:gd name="connsiteX26" fmla="*/ 340328 w 1605470"/>
              <a:gd name="connsiteY26" fmla="*/ 6372381 h 6858000"/>
              <a:gd name="connsiteX27" fmla="*/ 337522 w 1605470"/>
              <a:gd name="connsiteY27" fmla="*/ 6367510 h 6858000"/>
              <a:gd name="connsiteX28" fmla="*/ 341402 w 1605470"/>
              <a:gd name="connsiteY28" fmla="*/ 6349778 h 6858000"/>
              <a:gd name="connsiteX29" fmla="*/ 343067 w 1605470"/>
              <a:gd name="connsiteY29" fmla="*/ 6348250 h 6858000"/>
              <a:gd name="connsiteX30" fmla="*/ 359101 w 1605470"/>
              <a:gd name="connsiteY30" fmla="*/ 6281972 h 6858000"/>
              <a:gd name="connsiteX31" fmla="*/ 369864 w 1605470"/>
              <a:gd name="connsiteY31" fmla="*/ 6211940 h 6858000"/>
              <a:gd name="connsiteX32" fmla="*/ 411359 w 1605470"/>
              <a:gd name="connsiteY32" fmla="*/ 6113913 h 6858000"/>
              <a:gd name="connsiteX33" fmla="*/ 415652 w 1605470"/>
              <a:gd name="connsiteY33" fmla="*/ 6028119 h 6858000"/>
              <a:gd name="connsiteX34" fmla="*/ 442432 w 1605470"/>
              <a:gd name="connsiteY34" fmla="*/ 5934687 h 6858000"/>
              <a:gd name="connsiteX35" fmla="*/ 476444 w 1605470"/>
              <a:gd name="connsiteY35" fmla="*/ 5765594 h 6858000"/>
              <a:gd name="connsiteX36" fmla="*/ 508280 w 1605470"/>
              <a:gd name="connsiteY36" fmla="*/ 5693685 h 6858000"/>
              <a:gd name="connsiteX37" fmla="*/ 528335 w 1605470"/>
              <a:gd name="connsiteY37" fmla="*/ 5665173 h 6858000"/>
              <a:gd name="connsiteX38" fmla="*/ 562052 w 1605470"/>
              <a:gd name="connsiteY38" fmla="*/ 5563435 h 6858000"/>
              <a:gd name="connsiteX39" fmla="*/ 591557 w 1605470"/>
              <a:gd name="connsiteY39" fmla="*/ 5476393 h 6858000"/>
              <a:gd name="connsiteX40" fmla="*/ 622750 w 1605470"/>
              <a:gd name="connsiteY40" fmla="*/ 5396260 h 6858000"/>
              <a:gd name="connsiteX41" fmla="*/ 638731 w 1605470"/>
              <a:gd name="connsiteY41" fmla="*/ 5330009 h 6858000"/>
              <a:gd name="connsiteX42" fmla="*/ 672224 w 1605470"/>
              <a:gd name="connsiteY42" fmla="*/ 5273739 h 6858000"/>
              <a:gd name="connsiteX43" fmla="*/ 681823 w 1605470"/>
              <a:gd name="connsiteY43" fmla="*/ 5241779 h 6858000"/>
              <a:gd name="connsiteX44" fmla="*/ 693049 w 1605470"/>
              <a:gd name="connsiteY44" fmla="*/ 5225268 h 6858000"/>
              <a:gd name="connsiteX45" fmla="*/ 694069 w 1605470"/>
              <a:gd name="connsiteY45" fmla="*/ 5217684 h 6858000"/>
              <a:gd name="connsiteX46" fmla="*/ 701410 w 1605470"/>
              <a:gd name="connsiteY46" fmla="*/ 5193377 h 6858000"/>
              <a:gd name="connsiteX47" fmla="*/ 704713 w 1605470"/>
              <a:gd name="connsiteY47" fmla="*/ 5179288 h 6858000"/>
              <a:gd name="connsiteX48" fmla="*/ 705697 w 1605470"/>
              <a:gd name="connsiteY48" fmla="*/ 5173621 h 6858000"/>
              <a:gd name="connsiteX49" fmla="*/ 701331 w 1605470"/>
              <a:gd name="connsiteY49" fmla="*/ 5159961 h 6858000"/>
              <a:gd name="connsiteX50" fmla="*/ 708008 w 1605470"/>
              <a:gd name="connsiteY50" fmla="*/ 5144295 h 6858000"/>
              <a:gd name="connsiteX51" fmla="*/ 704941 w 1605470"/>
              <a:gd name="connsiteY51" fmla="*/ 5125185 h 6858000"/>
              <a:gd name="connsiteX52" fmla="*/ 711771 w 1605470"/>
              <a:gd name="connsiteY52" fmla="*/ 5121884 h 6858000"/>
              <a:gd name="connsiteX53" fmla="*/ 718807 w 1605470"/>
              <a:gd name="connsiteY53" fmla="*/ 5067850 h 6858000"/>
              <a:gd name="connsiteX54" fmla="*/ 721538 w 1605470"/>
              <a:gd name="connsiteY54" fmla="*/ 5060861 h 6858000"/>
              <a:gd name="connsiteX55" fmla="*/ 718242 w 1605470"/>
              <a:gd name="connsiteY55" fmla="*/ 5034192 h 6858000"/>
              <a:gd name="connsiteX56" fmla="*/ 719796 w 1605470"/>
              <a:gd name="connsiteY56" fmla="*/ 4993030 h 6858000"/>
              <a:gd name="connsiteX57" fmla="*/ 726705 w 1605470"/>
              <a:gd name="connsiteY57" fmla="*/ 4946844 h 6858000"/>
              <a:gd name="connsiteX58" fmla="*/ 722561 w 1605470"/>
              <a:gd name="connsiteY58" fmla="*/ 4932692 h 6858000"/>
              <a:gd name="connsiteX59" fmla="*/ 737964 w 1605470"/>
              <a:gd name="connsiteY59" fmla="*/ 4858827 h 6858000"/>
              <a:gd name="connsiteX60" fmla="*/ 732118 w 1605470"/>
              <a:gd name="connsiteY60" fmla="*/ 4801535 h 6858000"/>
              <a:gd name="connsiteX61" fmla="*/ 739787 w 1605470"/>
              <a:gd name="connsiteY61" fmla="*/ 4797794 h 6858000"/>
              <a:gd name="connsiteX62" fmla="*/ 741081 w 1605470"/>
              <a:gd name="connsiteY62" fmla="*/ 4784526 h 6858000"/>
              <a:gd name="connsiteX63" fmla="*/ 742865 w 1605470"/>
              <a:gd name="connsiteY63" fmla="*/ 4781211 h 6858000"/>
              <a:gd name="connsiteX64" fmla="*/ 751652 w 1605470"/>
              <a:gd name="connsiteY64" fmla="*/ 4761984 h 6858000"/>
              <a:gd name="connsiteX65" fmla="*/ 747700 w 1605470"/>
              <a:gd name="connsiteY65" fmla="*/ 4690749 h 6858000"/>
              <a:gd name="connsiteX66" fmla="*/ 743180 w 1605470"/>
              <a:gd name="connsiteY66" fmla="*/ 4584173 h 6858000"/>
              <a:gd name="connsiteX67" fmla="*/ 738263 w 1605470"/>
              <a:gd name="connsiteY67" fmla="*/ 4444346 h 6858000"/>
              <a:gd name="connsiteX68" fmla="*/ 734828 w 1605470"/>
              <a:gd name="connsiteY68" fmla="*/ 4375228 h 6858000"/>
              <a:gd name="connsiteX69" fmla="*/ 715481 w 1605470"/>
              <a:gd name="connsiteY69" fmla="*/ 4214165 h 6858000"/>
              <a:gd name="connsiteX70" fmla="*/ 719554 w 1605470"/>
              <a:gd name="connsiteY70" fmla="*/ 4090296 h 6858000"/>
              <a:gd name="connsiteX71" fmla="*/ 704810 w 1605470"/>
              <a:gd name="connsiteY71" fmla="*/ 4033999 h 6858000"/>
              <a:gd name="connsiteX72" fmla="*/ 705959 w 1605470"/>
              <a:gd name="connsiteY72" fmla="*/ 4031933 h 6858000"/>
              <a:gd name="connsiteX73" fmla="*/ 704535 w 1605470"/>
              <a:gd name="connsiteY73" fmla="*/ 4013953 h 6858000"/>
              <a:gd name="connsiteX74" fmla="*/ 690830 w 1605470"/>
              <a:gd name="connsiteY74" fmla="*/ 3974753 h 6858000"/>
              <a:gd name="connsiteX75" fmla="*/ 692428 w 1605470"/>
              <a:gd name="connsiteY75" fmla="*/ 3969950 h 6858000"/>
              <a:gd name="connsiteX76" fmla="*/ 685850 w 1605470"/>
              <a:gd name="connsiteY76" fmla="*/ 3933779 h 6858000"/>
              <a:gd name="connsiteX77" fmla="*/ 687181 w 1605470"/>
              <a:gd name="connsiteY77" fmla="*/ 3933093 h 6858000"/>
              <a:gd name="connsiteX78" fmla="*/ 691535 w 1605470"/>
              <a:gd name="connsiteY78" fmla="*/ 3922082 h 6858000"/>
              <a:gd name="connsiteX79" fmla="*/ 696613 w 1605470"/>
              <a:gd name="connsiteY79" fmla="*/ 3901461 h 6858000"/>
              <a:gd name="connsiteX80" fmla="*/ 719207 w 1605470"/>
              <a:gd name="connsiteY80" fmla="*/ 3813873 h 6858000"/>
              <a:gd name="connsiteX81" fmla="*/ 718632 w 1605470"/>
              <a:gd name="connsiteY81" fmla="*/ 3806161 h 6858000"/>
              <a:gd name="connsiteX82" fmla="*/ 718939 w 1605470"/>
              <a:gd name="connsiteY82" fmla="*/ 3805957 h 6858000"/>
              <a:gd name="connsiteX83" fmla="*/ 718966 w 1605470"/>
              <a:gd name="connsiteY83" fmla="*/ 3797724 h 6858000"/>
              <a:gd name="connsiteX84" fmla="*/ 717581 w 1605470"/>
              <a:gd name="connsiteY84" fmla="*/ 3792098 h 6858000"/>
              <a:gd name="connsiteX85" fmla="*/ 716465 w 1605470"/>
              <a:gd name="connsiteY85" fmla="*/ 3777135 h 6858000"/>
              <a:gd name="connsiteX86" fmla="*/ 718198 w 1605470"/>
              <a:gd name="connsiteY86" fmla="*/ 3771656 h 6858000"/>
              <a:gd name="connsiteX87" fmla="*/ 721941 w 1605470"/>
              <a:gd name="connsiteY87" fmla="*/ 3769007 h 6858000"/>
              <a:gd name="connsiteX88" fmla="*/ 721407 w 1605470"/>
              <a:gd name="connsiteY88" fmla="*/ 3767709 h 6858000"/>
              <a:gd name="connsiteX89" fmla="*/ 730103 w 1605470"/>
              <a:gd name="connsiteY89" fmla="*/ 3738082 h 6858000"/>
              <a:gd name="connsiteX90" fmla="*/ 737449 w 1605470"/>
              <a:gd name="connsiteY90" fmla="*/ 3673397 h 6858000"/>
              <a:gd name="connsiteX91" fmla="*/ 736745 w 1605470"/>
              <a:gd name="connsiteY91" fmla="*/ 3637109 h 6858000"/>
              <a:gd name="connsiteX92" fmla="*/ 740188 w 1605470"/>
              <a:gd name="connsiteY92" fmla="*/ 3536883 h 6858000"/>
              <a:gd name="connsiteX93" fmla="*/ 747726 w 1605470"/>
              <a:gd name="connsiteY93" fmla="*/ 3435652 h 6858000"/>
              <a:gd name="connsiteX94" fmla="*/ 749397 w 1605470"/>
              <a:gd name="connsiteY94" fmla="*/ 3307769 h 6858000"/>
              <a:gd name="connsiteX95" fmla="*/ 766960 w 1605470"/>
              <a:gd name="connsiteY95" fmla="*/ 3250522 h 6858000"/>
              <a:gd name="connsiteX96" fmla="*/ 767385 w 1605470"/>
              <a:gd name="connsiteY96" fmla="*/ 3229163 h 6858000"/>
              <a:gd name="connsiteX97" fmla="*/ 769208 w 1605470"/>
              <a:gd name="connsiteY97" fmla="*/ 3217217 h 6858000"/>
              <a:gd name="connsiteX98" fmla="*/ 756043 w 1605470"/>
              <a:gd name="connsiteY98" fmla="*/ 3183755 h 6858000"/>
              <a:gd name="connsiteX99" fmla="*/ 756544 w 1605470"/>
              <a:gd name="connsiteY99" fmla="*/ 3178642 h 6858000"/>
              <a:gd name="connsiteX100" fmla="*/ 744144 w 1605470"/>
              <a:gd name="connsiteY100" fmla="*/ 3158586 h 6858000"/>
              <a:gd name="connsiteX101" fmla="*/ 729329 w 1605470"/>
              <a:gd name="connsiteY101" fmla="*/ 3129034 h 6858000"/>
              <a:gd name="connsiteX102" fmla="*/ 729994 w 1605470"/>
              <a:gd name="connsiteY102" fmla="*/ 3126682 h 6858000"/>
              <a:gd name="connsiteX103" fmla="*/ 720862 w 1605470"/>
              <a:gd name="connsiteY103" fmla="*/ 3114519 h 6858000"/>
              <a:gd name="connsiteX104" fmla="*/ 707471 w 1605470"/>
              <a:gd name="connsiteY104" fmla="*/ 3106272 h 6858000"/>
              <a:gd name="connsiteX105" fmla="*/ 680201 w 1605470"/>
              <a:gd name="connsiteY105" fmla="*/ 2958185 h 6858000"/>
              <a:gd name="connsiteX106" fmla="*/ 622815 w 1605470"/>
              <a:gd name="connsiteY106" fmla="*/ 2762989 h 6858000"/>
              <a:gd name="connsiteX107" fmla="*/ 571733 w 1605470"/>
              <a:gd name="connsiteY107" fmla="*/ 2554718 h 6858000"/>
              <a:gd name="connsiteX108" fmla="*/ 551827 w 1605470"/>
              <a:gd name="connsiteY108" fmla="*/ 2485734 h 6858000"/>
              <a:gd name="connsiteX109" fmla="*/ 542550 w 1605470"/>
              <a:gd name="connsiteY109" fmla="*/ 2447068 h 6858000"/>
              <a:gd name="connsiteX110" fmla="*/ 529511 w 1605470"/>
              <a:gd name="connsiteY110" fmla="*/ 2425819 h 6858000"/>
              <a:gd name="connsiteX111" fmla="*/ 535510 w 1605470"/>
              <a:gd name="connsiteY111" fmla="*/ 2402874 h 6858000"/>
              <a:gd name="connsiteX112" fmla="*/ 538122 w 1605470"/>
              <a:gd name="connsiteY112" fmla="*/ 2381443 h 6858000"/>
              <a:gd name="connsiteX113" fmla="*/ 514451 w 1605470"/>
              <a:gd name="connsiteY113" fmla="*/ 2261920 h 6858000"/>
              <a:gd name="connsiteX114" fmla="*/ 504338 w 1605470"/>
              <a:gd name="connsiteY114" fmla="*/ 2195378 h 6858000"/>
              <a:gd name="connsiteX115" fmla="*/ 488555 w 1605470"/>
              <a:gd name="connsiteY115" fmla="*/ 2155135 h 6858000"/>
              <a:gd name="connsiteX116" fmla="*/ 486013 w 1605470"/>
              <a:gd name="connsiteY116" fmla="*/ 2118008 h 6858000"/>
              <a:gd name="connsiteX117" fmla="*/ 487006 w 1605470"/>
              <a:gd name="connsiteY117" fmla="*/ 2050531 h 6858000"/>
              <a:gd name="connsiteX118" fmla="*/ 478812 w 1605470"/>
              <a:gd name="connsiteY118" fmla="*/ 1963269 h 6858000"/>
              <a:gd name="connsiteX119" fmla="*/ 459990 w 1605470"/>
              <a:gd name="connsiteY119" fmla="*/ 1906352 h 6858000"/>
              <a:gd name="connsiteX120" fmla="*/ 436547 w 1605470"/>
              <a:gd name="connsiteY120" fmla="*/ 1861531 h 6858000"/>
              <a:gd name="connsiteX121" fmla="*/ 390346 w 1605470"/>
              <a:gd name="connsiteY121" fmla="*/ 1732919 h 6858000"/>
              <a:gd name="connsiteX122" fmla="*/ 362657 w 1605470"/>
              <a:gd name="connsiteY122" fmla="*/ 1663540 h 6858000"/>
              <a:gd name="connsiteX123" fmla="*/ 361783 w 1605470"/>
              <a:gd name="connsiteY123" fmla="*/ 1615777 h 6858000"/>
              <a:gd name="connsiteX124" fmla="*/ 342578 w 1605470"/>
              <a:gd name="connsiteY124" fmla="*/ 1563678 h 6858000"/>
              <a:gd name="connsiteX125" fmla="*/ 355658 w 1605470"/>
              <a:gd name="connsiteY125" fmla="*/ 1519474 h 6858000"/>
              <a:gd name="connsiteX126" fmla="*/ 348400 w 1605470"/>
              <a:gd name="connsiteY126" fmla="*/ 1477995 h 6858000"/>
              <a:gd name="connsiteX127" fmla="*/ 334485 w 1605470"/>
              <a:gd name="connsiteY127" fmla="*/ 1373769 h 6858000"/>
              <a:gd name="connsiteX128" fmla="*/ 342792 w 1605470"/>
              <a:gd name="connsiteY128" fmla="*/ 1307086 h 6858000"/>
              <a:gd name="connsiteX129" fmla="*/ 343980 w 1605470"/>
              <a:gd name="connsiteY129" fmla="*/ 1189033 h 6858000"/>
              <a:gd name="connsiteX130" fmla="*/ 348665 w 1605470"/>
              <a:gd name="connsiteY130" fmla="*/ 1168288 h 6858000"/>
              <a:gd name="connsiteX131" fmla="*/ 340947 w 1605470"/>
              <a:gd name="connsiteY131" fmla="*/ 1142577 h 6858000"/>
              <a:gd name="connsiteX132" fmla="*/ 330253 w 1605470"/>
              <a:gd name="connsiteY132" fmla="*/ 1088484 h 6858000"/>
              <a:gd name="connsiteX133" fmla="*/ 318989 w 1605470"/>
              <a:gd name="connsiteY133" fmla="*/ 1016103 h 6858000"/>
              <a:gd name="connsiteX134" fmla="*/ 320445 w 1605470"/>
              <a:gd name="connsiteY134" fmla="*/ 932283 h 6858000"/>
              <a:gd name="connsiteX135" fmla="*/ 322681 w 1605470"/>
              <a:gd name="connsiteY135" fmla="*/ 915925 h 6858000"/>
              <a:gd name="connsiteX136" fmla="*/ 315310 w 1605470"/>
              <a:gd name="connsiteY136" fmla="*/ 896999 h 6858000"/>
              <a:gd name="connsiteX137" fmla="*/ 284718 w 1605470"/>
              <a:gd name="connsiteY137" fmla="*/ 821517 h 6858000"/>
              <a:gd name="connsiteX138" fmla="*/ 263668 w 1605470"/>
              <a:gd name="connsiteY138" fmla="*/ 751353 h 6858000"/>
              <a:gd name="connsiteX139" fmla="*/ 263226 w 1605470"/>
              <a:gd name="connsiteY139" fmla="*/ 721230 h 6858000"/>
              <a:gd name="connsiteX140" fmla="*/ 248897 w 1605470"/>
              <a:gd name="connsiteY140" fmla="*/ 681659 h 6858000"/>
              <a:gd name="connsiteX141" fmla="*/ 234316 w 1605470"/>
              <a:gd name="connsiteY141" fmla="*/ 635218 h 6858000"/>
              <a:gd name="connsiteX142" fmla="*/ 239327 w 1605470"/>
              <a:gd name="connsiteY142" fmla="*/ 613763 h 6858000"/>
              <a:gd name="connsiteX143" fmla="*/ 225269 w 1605470"/>
              <a:gd name="connsiteY143" fmla="*/ 598582 h 6858000"/>
              <a:gd name="connsiteX144" fmla="*/ 224950 w 1605470"/>
              <a:gd name="connsiteY144" fmla="*/ 576846 h 6858000"/>
              <a:gd name="connsiteX145" fmla="*/ 204576 w 1605470"/>
              <a:gd name="connsiteY145" fmla="*/ 530055 h 6858000"/>
              <a:gd name="connsiteX146" fmla="*/ 195012 w 1605470"/>
              <a:gd name="connsiteY146" fmla="*/ 448559 h 6858000"/>
              <a:gd name="connsiteX147" fmla="*/ 201434 w 1605470"/>
              <a:gd name="connsiteY147" fmla="*/ 441529 h 6858000"/>
              <a:gd name="connsiteX148" fmla="*/ 200655 w 1605470"/>
              <a:gd name="connsiteY148" fmla="*/ 428927 h 6858000"/>
              <a:gd name="connsiteX149" fmla="*/ 190059 w 1605470"/>
              <a:gd name="connsiteY149" fmla="*/ 430161 h 6858000"/>
              <a:gd name="connsiteX150" fmla="*/ 167079 w 1605470"/>
              <a:gd name="connsiteY150" fmla="*/ 367211 h 6858000"/>
              <a:gd name="connsiteX151" fmla="*/ 124571 w 1605470"/>
              <a:gd name="connsiteY151" fmla="*/ 302178 h 6858000"/>
              <a:gd name="connsiteX152" fmla="*/ 103243 w 1605470"/>
              <a:gd name="connsiteY152" fmla="*/ 211375 h 6858000"/>
              <a:gd name="connsiteX153" fmla="*/ 94571 w 1605470"/>
              <a:gd name="connsiteY153" fmla="*/ 184179 h 6858000"/>
              <a:gd name="connsiteX154" fmla="*/ 48685 w 1605470"/>
              <a:gd name="connsiteY154" fmla="*/ 13677 h 6858000"/>
              <a:gd name="connsiteX155" fmla="*/ 0 w 1605470"/>
              <a:gd name="connsiteY155" fmla="*/ 0 h 6858000"/>
              <a:gd name="connsiteX0" fmla="*/ 48246 w 1556785"/>
              <a:gd name="connsiteY0" fmla="*/ 0 h 6858000"/>
              <a:gd name="connsiteX1" fmla="*/ 1556785 w 1556785"/>
              <a:gd name="connsiteY1" fmla="*/ 0 h 6858000"/>
              <a:gd name="connsiteX2" fmla="*/ 1556785 w 1556785"/>
              <a:gd name="connsiteY2" fmla="*/ 6858000 h 6858000"/>
              <a:gd name="connsiteX3" fmla="*/ 105420 w 1556785"/>
              <a:gd name="connsiteY3" fmla="*/ 6858000 h 6858000"/>
              <a:gd name="connsiteX4" fmla="*/ 105561 w 1556785"/>
              <a:gd name="connsiteY4" fmla="*/ 6857735 h 6858000"/>
              <a:gd name="connsiteX5" fmla="*/ 117610 w 1556785"/>
              <a:gd name="connsiteY5" fmla="*/ 6809549 h 6858000"/>
              <a:gd name="connsiteX6" fmla="*/ 149821 w 1556785"/>
              <a:gd name="connsiteY6" fmla="*/ 6715115 h 6858000"/>
              <a:gd name="connsiteX7" fmla="*/ 159672 w 1556785"/>
              <a:gd name="connsiteY7" fmla="*/ 6680170 h 6858000"/>
              <a:gd name="connsiteX8" fmla="*/ 185222 w 1556785"/>
              <a:gd name="connsiteY8" fmla="*/ 6621207 h 6858000"/>
              <a:gd name="connsiteX9" fmla="*/ 201879 w 1556785"/>
              <a:gd name="connsiteY9" fmla="*/ 6596265 h 6858000"/>
              <a:gd name="connsiteX10" fmla="*/ 201758 w 1556785"/>
              <a:gd name="connsiteY10" fmla="*/ 6594818 h 6858000"/>
              <a:gd name="connsiteX11" fmla="*/ 206003 w 1556785"/>
              <a:gd name="connsiteY11" fmla="*/ 6593735 h 6858000"/>
              <a:gd name="connsiteX12" fmla="*/ 209200 w 1556785"/>
              <a:gd name="connsiteY12" fmla="*/ 6589172 h 6858000"/>
              <a:gd name="connsiteX13" fmla="*/ 212494 w 1556785"/>
              <a:gd name="connsiteY13" fmla="*/ 6574442 h 6858000"/>
              <a:gd name="connsiteX14" fmla="*/ 212834 w 1556785"/>
              <a:gd name="connsiteY14" fmla="*/ 6568530 h 6858000"/>
              <a:gd name="connsiteX15" fmla="*/ 215243 w 1556785"/>
              <a:gd name="connsiteY15" fmla="*/ 6560674 h 6858000"/>
              <a:gd name="connsiteX16" fmla="*/ 215588 w 1556785"/>
              <a:gd name="connsiteY16" fmla="*/ 6560598 h 6858000"/>
              <a:gd name="connsiteX17" fmla="*/ 217285 w 1556785"/>
              <a:gd name="connsiteY17" fmla="*/ 6553006 h 6858000"/>
              <a:gd name="connsiteX18" fmla="*/ 221981 w 1556785"/>
              <a:gd name="connsiteY18" fmla="*/ 6514360 h 6858000"/>
              <a:gd name="connsiteX19" fmla="*/ 263635 w 1556785"/>
              <a:gd name="connsiteY19" fmla="*/ 6478062 h 6858000"/>
              <a:gd name="connsiteX20" fmla="*/ 274324 w 1556785"/>
              <a:gd name="connsiteY20" fmla="*/ 6460325 h 6858000"/>
              <a:gd name="connsiteX21" fmla="*/ 281557 w 1556785"/>
              <a:gd name="connsiteY21" fmla="*/ 6451488 h 6858000"/>
              <a:gd name="connsiteX22" fmla="*/ 282992 w 1556785"/>
              <a:gd name="connsiteY22" fmla="*/ 6451348 h 6858000"/>
              <a:gd name="connsiteX23" fmla="*/ 287350 w 1556785"/>
              <a:gd name="connsiteY23" fmla="*/ 6414240 h 6858000"/>
              <a:gd name="connsiteX24" fmla="*/ 290226 w 1556785"/>
              <a:gd name="connsiteY24" fmla="*/ 6410269 h 6858000"/>
              <a:gd name="connsiteX25" fmla="*/ 290126 w 1556785"/>
              <a:gd name="connsiteY25" fmla="*/ 6384857 h 6858000"/>
              <a:gd name="connsiteX26" fmla="*/ 291643 w 1556785"/>
              <a:gd name="connsiteY26" fmla="*/ 6372381 h 6858000"/>
              <a:gd name="connsiteX27" fmla="*/ 288837 w 1556785"/>
              <a:gd name="connsiteY27" fmla="*/ 6367510 h 6858000"/>
              <a:gd name="connsiteX28" fmla="*/ 292717 w 1556785"/>
              <a:gd name="connsiteY28" fmla="*/ 6349778 h 6858000"/>
              <a:gd name="connsiteX29" fmla="*/ 294382 w 1556785"/>
              <a:gd name="connsiteY29" fmla="*/ 6348250 h 6858000"/>
              <a:gd name="connsiteX30" fmla="*/ 310416 w 1556785"/>
              <a:gd name="connsiteY30" fmla="*/ 6281972 h 6858000"/>
              <a:gd name="connsiteX31" fmla="*/ 321179 w 1556785"/>
              <a:gd name="connsiteY31" fmla="*/ 6211940 h 6858000"/>
              <a:gd name="connsiteX32" fmla="*/ 362674 w 1556785"/>
              <a:gd name="connsiteY32" fmla="*/ 6113913 h 6858000"/>
              <a:gd name="connsiteX33" fmla="*/ 366967 w 1556785"/>
              <a:gd name="connsiteY33" fmla="*/ 6028119 h 6858000"/>
              <a:gd name="connsiteX34" fmla="*/ 393747 w 1556785"/>
              <a:gd name="connsiteY34" fmla="*/ 5934687 h 6858000"/>
              <a:gd name="connsiteX35" fmla="*/ 427759 w 1556785"/>
              <a:gd name="connsiteY35" fmla="*/ 5765594 h 6858000"/>
              <a:gd name="connsiteX36" fmla="*/ 459595 w 1556785"/>
              <a:gd name="connsiteY36" fmla="*/ 5693685 h 6858000"/>
              <a:gd name="connsiteX37" fmla="*/ 479650 w 1556785"/>
              <a:gd name="connsiteY37" fmla="*/ 5665173 h 6858000"/>
              <a:gd name="connsiteX38" fmla="*/ 513367 w 1556785"/>
              <a:gd name="connsiteY38" fmla="*/ 5563435 h 6858000"/>
              <a:gd name="connsiteX39" fmla="*/ 542872 w 1556785"/>
              <a:gd name="connsiteY39" fmla="*/ 5476393 h 6858000"/>
              <a:gd name="connsiteX40" fmla="*/ 574065 w 1556785"/>
              <a:gd name="connsiteY40" fmla="*/ 5396260 h 6858000"/>
              <a:gd name="connsiteX41" fmla="*/ 590046 w 1556785"/>
              <a:gd name="connsiteY41" fmla="*/ 5330009 h 6858000"/>
              <a:gd name="connsiteX42" fmla="*/ 623539 w 1556785"/>
              <a:gd name="connsiteY42" fmla="*/ 5273739 h 6858000"/>
              <a:gd name="connsiteX43" fmla="*/ 633138 w 1556785"/>
              <a:gd name="connsiteY43" fmla="*/ 5241779 h 6858000"/>
              <a:gd name="connsiteX44" fmla="*/ 644364 w 1556785"/>
              <a:gd name="connsiteY44" fmla="*/ 5225268 h 6858000"/>
              <a:gd name="connsiteX45" fmla="*/ 645384 w 1556785"/>
              <a:gd name="connsiteY45" fmla="*/ 5217684 h 6858000"/>
              <a:gd name="connsiteX46" fmla="*/ 652725 w 1556785"/>
              <a:gd name="connsiteY46" fmla="*/ 5193377 h 6858000"/>
              <a:gd name="connsiteX47" fmla="*/ 656028 w 1556785"/>
              <a:gd name="connsiteY47" fmla="*/ 5179288 h 6858000"/>
              <a:gd name="connsiteX48" fmla="*/ 657012 w 1556785"/>
              <a:gd name="connsiteY48" fmla="*/ 5173621 h 6858000"/>
              <a:gd name="connsiteX49" fmla="*/ 652646 w 1556785"/>
              <a:gd name="connsiteY49" fmla="*/ 5159961 h 6858000"/>
              <a:gd name="connsiteX50" fmla="*/ 659323 w 1556785"/>
              <a:gd name="connsiteY50" fmla="*/ 5144295 h 6858000"/>
              <a:gd name="connsiteX51" fmla="*/ 656256 w 1556785"/>
              <a:gd name="connsiteY51" fmla="*/ 5125185 h 6858000"/>
              <a:gd name="connsiteX52" fmla="*/ 663086 w 1556785"/>
              <a:gd name="connsiteY52" fmla="*/ 5121884 h 6858000"/>
              <a:gd name="connsiteX53" fmla="*/ 670122 w 1556785"/>
              <a:gd name="connsiteY53" fmla="*/ 5067850 h 6858000"/>
              <a:gd name="connsiteX54" fmla="*/ 672853 w 1556785"/>
              <a:gd name="connsiteY54" fmla="*/ 5060861 h 6858000"/>
              <a:gd name="connsiteX55" fmla="*/ 669557 w 1556785"/>
              <a:gd name="connsiteY55" fmla="*/ 5034192 h 6858000"/>
              <a:gd name="connsiteX56" fmla="*/ 671111 w 1556785"/>
              <a:gd name="connsiteY56" fmla="*/ 4993030 h 6858000"/>
              <a:gd name="connsiteX57" fmla="*/ 678020 w 1556785"/>
              <a:gd name="connsiteY57" fmla="*/ 4946844 h 6858000"/>
              <a:gd name="connsiteX58" fmla="*/ 673876 w 1556785"/>
              <a:gd name="connsiteY58" fmla="*/ 4932692 h 6858000"/>
              <a:gd name="connsiteX59" fmla="*/ 689279 w 1556785"/>
              <a:gd name="connsiteY59" fmla="*/ 4858827 h 6858000"/>
              <a:gd name="connsiteX60" fmla="*/ 683433 w 1556785"/>
              <a:gd name="connsiteY60" fmla="*/ 4801535 h 6858000"/>
              <a:gd name="connsiteX61" fmla="*/ 691102 w 1556785"/>
              <a:gd name="connsiteY61" fmla="*/ 4797794 h 6858000"/>
              <a:gd name="connsiteX62" fmla="*/ 692396 w 1556785"/>
              <a:gd name="connsiteY62" fmla="*/ 4784526 h 6858000"/>
              <a:gd name="connsiteX63" fmla="*/ 694180 w 1556785"/>
              <a:gd name="connsiteY63" fmla="*/ 4781211 h 6858000"/>
              <a:gd name="connsiteX64" fmla="*/ 702967 w 1556785"/>
              <a:gd name="connsiteY64" fmla="*/ 4761984 h 6858000"/>
              <a:gd name="connsiteX65" fmla="*/ 699015 w 1556785"/>
              <a:gd name="connsiteY65" fmla="*/ 4690749 h 6858000"/>
              <a:gd name="connsiteX66" fmla="*/ 694495 w 1556785"/>
              <a:gd name="connsiteY66" fmla="*/ 4584173 h 6858000"/>
              <a:gd name="connsiteX67" fmla="*/ 689578 w 1556785"/>
              <a:gd name="connsiteY67" fmla="*/ 4444346 h 6858000"/>
              <a:gd name="connsiteX68" fmla="*/ 686143 w 1556785"/>
              <a:gd name="connsiteY68" fmla="*/ 4375228 h 6858000"/>
              <a:gd name="connsiteX69" fmla="*/ 666796 w 1556785"/>
              <a:gd name="connsiteY69" fmla="*/ 4214165 h 6858000"/>
              <a:gd name="connsiteX70" fmla="*/ 670869 w 1556785"/>
              <a:gd name="connsiteY70" fmla="*/ 4090296 h 6858000"/>
              <a:gd name="connsiteX71" fmla="*/ 656125 w 1556785"/>
              <a:gd name="connsiteY71" fmla="*/ 4033999 h 6858000"/>
              <a:gd name="connsiteX72" fmla="*/ 657274 w 1556785"/>
              <a:gd name="connsiteY72" fmla="*/ 4031933 h 6858000"/>
              <a:gd name="connsiteX73" fmla="*/ 655850 w 1556785"/>
              <a:gd name="connsiteY73" fmla="*/ 4013953 h 6858000"/>
              <a:gd name="connsiteX74" fmla="*/ 642145 w 1556785"/>
              <a:gd name="connsiteY74" fmla="*/ 3974753 h 6858000"/>
              <a:gd name="connsiteX75" fmla="*/ 643743 w 1556785"/>
              <a:gd name="connsiteY75" fmla="*/ 3969950 h 6858000"/>
              <a:gd name="connsiteX76" fmla="*/ 637165 w 1556785"/>
              <a:gd name="connsiteY76" fmla="*/ 3933779 h 6858000"/>
              <a:gd name="connsiteX77" fmla="*/ 638496 w 1556785"/>
              <a:gd name="connsiteY77" fmla="*/ 3933093 h 6858000"/>
              <a:gd name="connsiteX78" fmla="*/ 642850 w 1556785"/>
              <a:gd name="connsiteY78" fmla="*/ 3922082 h 6858000"/>
              <a:gd name="connsiteX79" fmla="*/ 647928 w 1556785"/>
              <a:gd name="connsiteY79" fmla="*/ 3901461 h 6858000"/>
              <a:gd name="connsiteX80" fmla="*/ 670522 w 1556785"/>
              <a:gd name="connsiteY80" fmla="*/ 3813873 h 6858000"/>
              <a:gd name="connsiteX81" fmla="*/ 669947 w 1556785"/>
              <a:gd name="connsiteY81" fmla="*/ 3806161 h 6858000"/>
              <a:gd name="connsiteX82" fmla="*/ 670254 w 1556785"/>
              <a:gd name="connsiteY82" fmla="*/ 3805957 h 6858000"/>
              <a:gd name="connsiteX83" fmla="*/ 670281 w 1556785"/>
              <a:gd name="connsiteY83" fmla="*/ 3797724 h 6858000"/>
              <a:gd name="connsiteX84" fmla="*/ 668896 w 1556785"/>
              <a:gd name="connsiteY84" fmla="*/ 3792098 h 6858000"/>
              <a:gd name="connsiteX85" fmla="*/ 667780 w 1556785"/>
              <a:gd name="connsiteY85" fmla="*/ 3777135 h 6858000"/>
              <a:gd name="connsiteX86" fmla="*/ 669513 w 1556785"/>
              <a:gd name="connsiteY86" fmla="*/ 3771656 h 6858000"/>
              <a:gd name="connsiteX87" fmla="*/ 673256 w 1556785"/>
              <a:gd name="connsiteY87" fmla="*/ 3769007 h 6858000"/>
              <a:gd name="connsiteX88" fmla="*/ 672722 w 1556785"/>
              <a:gd name="connsiteY88" fmla="*/ 3767709 h 6858000"/>
              <a:gd name="connsiteX89" fmla="*/ 681418 w 1556785"/>
              <a:gd name="connsiteY89" fmla="*/ 3738082 h 6858000"/>
              <a:gd name="connsiteX90" fmla="*/ 688764 w 1556785"/>
              <a:gd name="connsiteY90" fmla="*/ 3673397 h 6858000"/>
              <a:gd name="connsiteX91" fmla="*/ 688060 w 1556785"/>
              <a:gd name="connsiteY91" fmla="*/ 3637109 h 6858000"/>
              <a:gd name="connsiteX92" fmla="*/ 691503 w 1556785"/>
              <a:gd name="connsiteY92" fmla="*/ 3536883 h 6858000"/>
              <a:gd name="connsiteX93" fmla="*/ 699041 w 1556785"/>
              <a:gd name="connsiteY93" fmla="*/ 3435652 h 6858000"/>
              <a:gd name="connsiteX94" fmla="*/ 700712 w 1556785"/>
              <a:gd name="connsiteY94" fmla="*/ 3307769 h 6858000"/>
              <a:gd name="connsiteX95" fmla="*/ 718275 w 1556785"/>
              <a:gd name="connsiteY95" fmla="*/ 3250522 h 6858000"/>
              <a:gd name="connsiteX96" fmla="*/ 718700 w 1556785"/>
              <a:gd name="connsiteY96" fmla="*/ 3229163 h 6858000"/>
              <a:gd name="connsiteX97" fmla="*/ 720523 w 1556785"/>
              <a:gd name="connsiteY97" fmla="*/ 3217217 h 6858000"/>
              <a:gd name="connsiteX98" fmla="*/ 707358 w 1556785"/>
              <a:gd name="connsiteY98" fmla="*/ 3183755 h 6858000"/>
              <a:gd name="connsiteX99" fmla="*/ 707859 w 1556785"/>
              <a:gd name="connsiteY99" fmla="*/ 3178642 h 6858000"/>
              <a:gd name="connsiteX100" fmla="*/ 695459 w 1556785"/>
              <a:gd name="connsiteY100" fmla="*/ 3158586 h 6858000"/>
              <a:gd name="connsiteX101" fmla="*/ 680644 w 1556785"/>
              <a:gd name="connsiteY101" fmla="*/ 3129034 h 6858000"/>
              <a:gd name="connsiteX102" fmla="*/ 681309 w 1556785"/>
              <a:gd name="connsiteY102" fmla="*/ 3126682 h 6858000"/>
              <a:gd name="connsiteX103" fmla="*/ 672177 w 1556785"/>
              <a:gd name="connsiteY103" fmla="*/ 3114519 h 6858000"/>
              <a:gd name="connsiteX104" fmla="*/ 658786 w 1556785"/>
              <a:gd name="connsiteY104" fmla="*/ 3106272 h 6858000"/>
              <a:gd name="connsiteX105" fmla="*/ 631516 w 1556785"/>
              <a:gd name="connsiteY105" fmla="*/ 2958185 h 6858000"/>
              <a:gd name="connsiteX106" fmla="*/ 574130 w 1556785"/>
              <a:gd name="connsiteY106" fmla="*/ 2762989 h 6858000"/>
              <a:gd name="connsiteX107" fmla="*/ 523048 w 1556785"/>
              <a:gd name="connsiteY107" fmla="*/ 2554718 h 6858000"/>
              <a:gd name="connsiteX108" fmla="*/ 503142 w 1556785"/>
              <a:gd name="connsiteY108" fmla="*/ 2485734 h 6858000"/>
              <a:gd name="connsiteX109" fmla="*/ 493865 w 1556785"/>
              <a:gd name="connsiteY109" fmla="*/ 2447068 h 6858000"/>
              <a:gd name="connsiteX110" fmla="*/ 480826 w 1556785"/>
              <a:gd name="connsiteY110" fmla="*/ 2425819 h 6858000"/>
              <a:gd name="connsiteX111" fmla="*/ 486825 w 1556785"/>
              <a:gd name="connsiteY111" fmla="*/ 2402874 h 6858000"/>
              <a:gd name="connsiteX112" fmla="*/ 489437 w 1556785"/>
              <a:gd name="connsiteY112" fmla="*/ 2381443 h 6858000"/>
              <a:gd name="connsiteX113" fmla="*/ 465766 w 1556785"/>
              <a:gd name="connsiteY113" fmla="*/ 2261920 h 6858000"/>
              <a:gd name="connsiteX114" fmla="*/ 455653 w 1556785"/>
              <a:gd name="connsiteY114" fmla="*/ 2195378 h 6858000"/>
              <a:gd name="connsiteX115" fmla="*/ 439870 w 1556785"/>
              <a:gd name="connsiteY115" fmla="*/ 2155135 h 6858000"/>
              <a:gd name="connsiteX116" fmla="*/ 437328 w 1556785"/>
              <a:gd name="connsiteY116" fmla="*/ 2118008 h 6858000"/>
              <a:gd name="connsiteX117" fmla="*/ 438321 w 1556785"/>
              <a:gd name="connsiteY117" fmla="*/ 2050531 h 6858000"/>
              <a:gd name="connsiteX118" fmla="*/ 430127 w 1556785"/>
              <a:gd name="connsiteY118" fmla="*/ 1963269 h 6858000"/>
              <a:gd name="connsiteX119" fmla="*/ 411305 w 1556785"/>
              <a:gd name="connsiteY119" fmla="*/ 1906352 h 6858000"/>
              <a:gd name="connsiteX120" fmla="*/ 387862 w 1556785"/>
              <a:gd name="connsiteY120" fmla="*/ 1861531 h 6858000"/>
              <a:gd name="connsiteX121" fmla="*/ 341661 w 1556785"/>
              <a:gd name="connsiteY121" fmla="*/ 1732919 h 6858000"/>
              <a:gd name="connsiteX122" fmla="*/ 313972 w 1556785"/>
              <a:gd name="connsiteY122" fmla="*/ 1663540 h 6858000"/>
              <a:gd name="connsiteX123" fmla="*/ 313098 w 1556785"/>
              <a:gd name="connsiteY123" fmla="*/ 1615777 h 6858000"/>
              <a:gd name="connsiteX124" fmla="*/ 293893 w 1556785"/>
              <a:gd name="connsiteY124" fmla="*/ 1563678 h 6858000"/>
              <a:gd name="connsiteX125" fmla="*/ 306973 w 1556785"/>
              <a:gd name="connsiteY125" fmla="*/ 1519474 h 6858000"/>
              <a:gd name="connsiteX126" fmla="*/ 299715 w 1556785"/>
              <a:gd name="connsiteY126" fmla="*/ 1477995 h 6858000"/>
              <a:gd name="connsiteX127" fmla="*/ 285800 w 1556785"/>
              <a:gd name="connsiteY127" fmla="*/ 1373769 h 6858000"/>
              <a:gd name="connsiteX128" fmla="*/ 294107 w 1556785"/>
              <a:gd name="connsiteY128" fmla="*/ 1307086 h 6858000"/>
              <a:gd name="connsiteX129" fmla="*/ 295295 w 1556785"/>
              <a:gd name="connsiteY129" fmla="*/ 1189033 h 6858000"/>
              <a:gd name="connsiteX130" fmla="*/ 299980 w 1556785"/>
              <a:gd name="connsiteY130" fmla="*/ 1168288 h 6858000"/>
              <a:gd name="connsiteX131" fmla="*/ 292262 w 1556785"/>
              <a:gd name="connsiteY131" fmla="*/ 1142577 h 6858000"/>
              <a:gd name="connsiteX132" fmla="*/ 281568 w 1556785"/>
              <a:gd name="connsiteY132" fmla="*/ 1088484 h 6858000"/>
              <a:gd name="connsiteX133" fmla="*/ 270304 w 1556785"/>
              <a:gd name="connsiteY133" fmla="*/ 1016103 h 6858000"/>
              <a:gd name="connsiteX134" fmla="*/ 271760 w 1556785"/>
              <a:gd name="connsiteY134" fmla="*/ 932283 h 6858000"/>
              <a:gd name="connsiteX135" fmla="*/ 273996 w 1556785"/>
              <a:gd name="connsiteY135" fmla="*/ 915925 h 6858000"/>
              <a:gd name="connsiteX136" fmla="*/ 266625 w 1556785"/>
              <a:gd name="connsiteY136" fmla="*/ 896999 h 6858000"/>
              <a:gd name="connsiteX137" fmla="*/ 236033 w 1556785"/>
              <a:gd name="connsiteY137" fmla="*/ 821517 h 6858000"/>
              <a:gd name="connsiteX138" fmla="*/ 214983 w 1556785"/>
              <a:gd name="connsiteY138" fmla="*/ 751353 h 6858000"/>
              <a:gd name="connsiteX139" fmla="*/ 214541 w 1556785"/>
              <a:gd name="connsiteY139" fmla="*/ 721230 h 6858000"/>
              <a:gd name="connsiteX140" fmla="*/ 200212 w 1556785"/>
              <a:gd name="connsiteY140" fmla="*/ 681659 h 6858000"/>
              <a:gd name="connsiteX141" fmla="*/ 185631 w 1556785"/>
              <a:gd name="connsiteY141" fmla="*/ 635218 h 6858000"/>
              <a:gd name="connsiteX142" fmla="*/ 190642 w 1556785"/>
              <a:gd name="connsiteY142" fmla="*/ 613763 h 6858000"/>
              <a:gd name="connsiteX143" fmla="*/ 176584 w 1556785"/>
              <a:gd name="connsiteY143" fmla="*/ 598582 h 6858000"/>
              <a:gd name="connsiteX144" fmla="*/ 176265 w 1556785"/>
              <a:gd name="connsiteY144" fmla="*/ 576846 h 6858000"/>
              <a:gd name="connsiteX145" fmla="*/ 155891 w 1556785"/>
              <a:gd name="connsiteY145" fmla="*/ 530055 h 6858000"/>
              <a:gd name="connsiteX146" fmla="*/ 146327 w 1556785"/>
              <a:gd name="connsiteY146" fmla="*/ 448559 h 6858000"/>
              <a:gd name="connsiteX147" fmla="*/ 152749 w 1556785"/>
              <a:gd name="connsiteY147" fmla="*/ 441529 h 6858000"/>
              <a:gd name="connsiteX148" fmla="*/ 151970 w 1556785"/>
              <a:gd name="connsiteY148" fmla="*/ 428927 h 6858000"/>
              <a:gd name="connsiteX149" fmla="*/ 141374 w 1556785"/>
              <a:gd name="connsiteY149" fmla="*/ 430161 h 6858000"/>
              <a:gd name="connsiteX150" fmla="*/ 118394 w 1556785"/>
              <a:gd name="connsiteY150" fmla="*/ 367211 h 6858000"/>
              <a:gd name="connsiteX151" fmla="*/ 75886 w 1556785"/>
              <a:gd name="connsiteY151" fmla="*/ 302178 h 6858000"/>
              <a:gd name="connsiteX152" fmla="*/ 54558 w 1556785"/>
              <a:gd name="connsiteY152" fmla="*/ 211375 h 6858000"/>
              <a:gd name="connsiteX153" fmla="*/ 45886 w 1556785"/>
              <a:gd name="connsiteY153" fmla="*/ 184179 h 6858000"/>
              <a:gd name="connsiteX154" fmla="*/ 0 w 1556785"/>
              <a:gd name="connsiteY154" fmla="*/ 13677 h 6858000"/>
              <a:gd name="connsiteX155" fmla="*/ 48246 w 1556785"/>
              <a:gd name="connsiteY155" fmla="*/ 0 h 6858000"/>
              <a:gd name="connsiteX0" fmla="*/ 6323 w 1514862"/>
              <a:gd name="connsiteY0" fmla="*/ 0 h 6858000"/>
              <a:gd name="connsiteX1" fmla="*/ 1514862 w 1514862"/>
              <a:gd name="connsiteY1" fmla="*/ 0 h 6858000"/>
              <a:gd name="connsiteX2" fmla="*/ 1514862 w 1514862"/>
              <a:gd name="connsiteY2" fmla="*/ 6858000 h 6858000"/>
              <a:gd name="connsiteX3" fmla="*/ 63497 w 1514862"/>
              <a:gd name="connsiteY3" fmla="*/ 6858000 h 6858000"/>
              <a:gd name="connsiteX4" fmla="*/ 63638 w 1514862"/>
              <a:gd name="connsiteY4" fmla="*/ 6857735 h 6858000"/>
              <a:gd name="connsiteX5" fmla="*/ 75687 w 1514862"/>
              <a:gd name="connsiteY5" fmla="*/ 6809549 h 6858000"/>
              <a:gd name="connsiteX6" fmla="*/ 107898 w 1514862"/>
              <a:gd name="connsiteY6" fmla="*/ 6715115 h 6858000"/>
              <a:gd name="connsiteX7" fmla="*/ 117749 w 1514862"/>
              <a:gd name="connsiteY7" fmla="*/ 6680170 h 6858000"/>
              <a:gd name="connsiteX8" fmla="*/ 143299 w 1514862"/>
              <a:gd name="connsiteY8" fmla="*/ 6621207 h 6858000"/>
              <a:gd name="connsiteX9" fmla="*/ 159956 w 1514862"/>
              <a:gd name="connsiteY9" fmla="*/ 6596265 h 6858000"/>
              <a:gd name="connsiteX10" fmla="*/ 159835 w 1514862"/>
              <a:gd name="connsiteY10" fmla="*/ 6594818 h 6858000"/>
              <a:gd name="connsiteX11" fmla="*/ 164080 w 1514862"/>
              <a:gd name="connsiteY11" fmla="*/ 6593735 h 6858000"/>
              <a:gd name="connsiteX12" fmla="*/ 167277 w 1514862"/>
              <a:gd name="connsiteY12" fmla="*/ 6589172 h 6858000"/>
              <a:gd name="connsiteX13" fmla="*/ 170571 w 1514862"/>
              <a:gd name="connsiteY13" fmla="*/ 6574442 h 6858000"/>
              <a:gd name="connsiteX14" fmla="*/ 170911 w 1514862"/>
              <a:gd name="connsiteY14" fmla="*/ 6568530 h 6858000"/>
              <a:gd name="connsiteX15" fmla="*/ 173320 w 1514862"/>
              <a:gd name="connsiteY15" fmla="*/ 6560674 h 6858000"/>
              <a:gd name="connsiteX16" fmla="*/ 173665 w 1514862"/>
              <a:gd name="connsiteY16" fmla="*/ 6560598 h 6858000"/>
              <a:gd name="connsiteX17" fmla="*/ 175362 w 1514862"/>
              <a:gd name="connsiteY17" fmla="*/ 6553006 h 6858000"/>
              <a:gd name="connsiteX18" fmla="*/ 180058 w 1514862"/>
              <a:gd name="connsiteY18" fmla="*/ 6514360 h 6858000"/>
              <a:gd name="connsiteX19" fmla="*/ 221712 w 1514862"/>
              <a:gd name="connsiteY19" fmla="*/ 6478062 h 6858000"/>
              <a:gd name="connsiteX20" fmla="*/ 232401 w 1514862"/>
              <a:gd name="connsiteY20" fmla="*/ 6460325 h 6858000"/>
              <a:gd name="connsiteX21" fmla="*/ 239634 w 1514862"/>
              <a:gd name="connsiteY21" fmla="*/ 6451488 h 6858000"/>
              <a:gd name="connsiteX22" fmla="*/ 241069 w 1514862"/>
              <a:gd name="connsiteY22" fmla="*/ 6451348 h 6858000"/>
              <a:gd name="connsiteX23" fmla="*/ 245427 w 1514862"/>
              <a:gd name="connsiteY23" fmla="*/ 6414240 h 6858000"/>
              <a:gd name="connsiteX24" fmla="*/ 248303 w 1514862"/>
              <a:gd name="connsiteY24" fmla="*/ 6410269 h 6858000"/>
              <a:gd name="connsiteX25" fmla="*/ 248203 w 1514862"/>
              <a:gd name="connsiteY25" fmla="*/ 6384857 h 6858000"/>
              <a:gd name="connsiteX26" fmla="*/ 249720 w 1514862"/>
              <a:gd name="connsiteY26" fmla="*/ 6372381 h 6858000"/>
              <a:gd name="connsiteX27" fmla="*/ 246914 w 1514862"/>
              <a:gd name="connsiteY27" fmla="*/ 6367510 h 6858000"/>
              <a:gd name="connsiteX28" fmla="*/ 250794 w 1514862"/>
              <a:gd name="connsiteY28" fmla="*/ 6349778 h 6858000"/>
              <a:gd name="connsiteX29" fmla="*/ 252459 w 1514862"/>
              <a:gd name="connsiteY29" fmla="*/ 6348250 h 6858000"/>
              <a:gd name="connsiteX30" fmla="*/ 268493 w 1514862"/>
              <a:gd name="connsiteY30" fmla="*/ 6281972 h 6858000"/>
              <a:gd name="connsiteX31" fmla="*/ 279256 w 1514862"/>
              <a:gd name="connsiteY31" fmla="*/ 6211940 h 6858000"/>
              <a:gd name="connsiteX32" fmla="*/ 320751 w 1514862"/>
              <a:gd name="connsiteY32" fmla="*/ 6113913 h 6858000"/>
              <a:gd name="connsiteX33" fmla="*/ 325044 w 1514862"/>
              <a:gd name="connsiteY33" fmla="*/ 6028119 h 6858000"/>
              <a:gd name="connsiteX34" fmla="*/ 351824 w 1514862"/>
              <a:gd name="connsiteY34" fmla="*/ 5934687 h 6858000"/>
              <a:gd name="connsiteX35" fmla="*/ 385836 w 1514862"/>
              <a:gd name="connsiteY35" fmla="*/ 5765594 h 6858000"/>
              <a:gd name="connsiteX36" fmla="*/ 417672 w 1514862"/>
              <a:gd name="connsiteY36" fmla="*/ 5693685 h 6858000"/>
              <a:gd name="connsiteX37" fmla="*/ 437727 w 1514862"/>
              <a:gd name="connsiteY37" fmla="*/ 5665173 h 6858000"/>
              <a:gd name="connsiteX38" fmla="*/ 471444 w 1514862"/>
              <a:gd name="connsiteY38" fmla="*/ 5563435 h 6858000"/>
              <a:gd name="connsiteX39" fmla="*/ 500949 w 1514862"/>
              <a:gd name="connsiteY39" fmla="*/ 5476393 h 6858000"/>
              <a:gd name="connsiteX40" fmla="*/ 532142 w 1514862"/>
              <a:gd name="connsiteY40" fmla="*/ 5396260 h 6858000"/>
              <a:gd name="connsiteX41" fmla="*/ 548123 w 1514862"/>
              <a:gd name="connsiteY41" fmla="*/ 5330009 h 6858000"/>
              <a:gd name="connsiteX42" fmla="*/ 581616 w 1514862"/>
              <a:gd name="connsiteY42" fmla="*/ 5273739 h 6858000"/>
              <a:gd name="connsiteX43" fmla="*/ 591215 w 1514862"/>
              <a:gd name="connsiteY43" fmla="*/ 5241779 h 6858000"/>
              <a:gd name="connsiteX44" fmla="*/ 602441 w 1514862"/>
              <a:gd name="connsiteY44" fmla="*/ 5225268 h 6858000"/>
              <a:gd name="connsiteX45" fmla="*/ 603461 w 1514862"/>
              <a:gd name="connsiteY45" fmla="*/ 5217684 h 6858000"/>
              <a:gd name="connsiteX46" fmla="*/ 610802 w 1514862"/>
              <a:gd name="connsiteY46" fmla="*/ 5193377 h 6858000"/>
              <a:gd name="connsiteX47" fmla="*/ 614105 w 1514862"/>
              <a:gd name="connsiteY47" fmla="*/ 5179288 h 6858000"/>
              <a:gd name="connsiteX48" fmla="*/ 615089 w 1514862"/>
              <a:gd name="connsiteY48" fmla="*/ 5173621 h 6858000"/>
              <a:gd name="connsiteX49" fmla="*/ 610723 w 1514862"/>
              <a:gd name="connsiteY49" fmla="*/ 5159961 h 6858000"/>
              <a:gd name="connsiteX50" fmla="*/ 617400 w 1514862"/>
              <a:gd name="connsiteY50" fmla="*/ 5144295 h 6858000"/>
              <a:gd name="connsiteX51" fmla="*/ 614333 w 1514862"/>
              <a:gd name="connsiteY51" fmla="*/ 5125185 h 6858000"/>
              <a:gd name="connsiteX52" fmla="*/ 621163 w 1514862"/>
              <a:gd name="connsiteY52" fmla="*/ 5121884 h 6858000"/>
              <a:gd name="connsiteX53" fmla="*/ 628199 w 1514862"/>
              <a:gd name="connsiteY53" fmla="*/ 5067850 h 6858000"/>
              <a:gd name="connsiteX54" fmla="*/ 630930 w 1514862"/>
              <a:gd name="connsiteY54" fmla="*/ 5060861 h 6858000"/>
              <a:gd name="connsiteX55" fmla="*/ 627634 w 1514862"/>
              <a:gd name="connsiteY55" fmla="*/ 5034192 h 6858000"/>
              <a:gd name="connsiteX56" fmla="*/ 629188 w 1514862"/>
              <a:gd name="connsiteY56" fmla="*/ 4993030 h 6858000"/>
              <a:gd name="connsiteX57" fmla="*/ 636097 w 1514862"/>
              <a:gd name="connsiteY57" fmla="*/ 4946844 h 6858000"/>
              <a:gd name="connsiteX58" fmla="*/ 631953 w 1514862"/>
              <a:gd name="connsiteY58" fmla="*/ 4932692 h 6858000"/>
              <a:gd name="connsiteX59" fmla="*/ 647356 w 1514862"/>
              <a:gd name="connsiteY59" fmla="*/ 4858827 h 6858000"/>
              <a:gd name="connsiteX60" fmla="*/ 641510 w 1514862"/>
              <a:gd name="connsiteY60" fmla="*/ 4801535 h 6858000"/>
              <a:gd name="connsiteX61" fmla="*/ 649179 w 1514862"/>
              <a:gd name="connsiteY61" fmla="*/ 4797794 h 6858000"/>
              <a:gd name="connsiteX62" fmla="*/ 650473 w 1514862"/>
              <a:gd name="connsiteY62" fmla="*/ 4784526 h 6858000"/>
              <a:gd name="connsiteX63" fmla="*/ 652257 w 1514862"/>
              <a:gd name="connsiteY63" fmla="*/ 4781211 h 6858000"/>
              <a:gd name="connsiteX64" fmla="*/ 661044 w 1514862"/>
              <a:gd name="connsiteY64" fmla="*/ 4761984 h 6858000"/>
              <a:gd name="connsiteX65" fmla="*/ 657092 w 1514862"/>
              <a:gd name="connsiteY65" fmla="*/ 4690749 h 6858000"/>
              <a:gd name="connsiteX66" fmla="*/ 652572 w 1514862"/>
              <a:gd name="connsiteY66" fmla="*/ 4584173 h 6858000"/>
              <a:gd name="connsiteX67" fmla="*/ 647655 w 1514862"/>
              <a:gd name="connsiteY67" fmla="*/ 4444346 h 6858000"/>
              <a:gd name="connsiteX68" fmla="*/ 644220 w 1514862"/>
              <a:gd name="connsiteY68" fmla="*/ 4375228 h 6858000"/>
              <a:gd name="connsiteX69" fmla="*/ 624873 w 1514862"/>
              <a:gd name="connsiteY69" fmla="*/ 4214165 h 6858000"/>
              <a:gd name="connsiteX70" fmla="*/ 628946 w 1514862"/>
              <a:gd name="connsiteY70" fmla="*/ 4090296 h 6858000"/>
              <a:gd name="connsiteX71" fmla="*/ 614202 w 1514862"/>
              <a:gd name="connsiteY71" fmla="*/ 4033999 h 6858000"/>
              <a:gd name="connsiteX72" fmla="*/ 615351 w 1514862"/>
              <a:gd name="connsiteY72" fmla="*/ 4031933 h 6858000"/>
              <a:gd name="connsiteX73" fmla="*/ 613927 w 1514862"/>
              <a:gd name="connsiteY73" fmla="*/ 4013953 h 6858000"/>
              <a:gd name="connsiteX74" fmla="*/ 600222 w 1514862"/>
              <a:gd name="connsiteY74" fmla="*/ 3974753 h 6858000"/>
              <a:gd name="connsiteX75" fmla="*/ 601820 w 1514862"/>
              <a:gd name="connsiteY75" fmla="*/ 3969950 h 6858000"/>
              <a:gd name="connsiteX76" fmla="*/ 595242 w 1514862"/>
              <a:gd name="connsiteY76" fmla="*/ 3933779 h 6858000"/>
              <a:gd name="connsiteX77" fmla="*/ 596573 w 1514862"/>
              <a:gd name="connsiteY77" fmla="*/ 3933093 h 6858000"/>
              <a:gd name="connsiteX78" fmla="*/ 600927 w 1514862"/>
              <a:gd name="connsiteY78" fmla="*/ 3922082 h 6858000"/>
              <a:gd name="connsiteX79" fmla="*/ 606005 w 1514862"/>
              <a:gd name="connsiteY79" fmla="*/ 3901461 h 6858000"/>
              <a:gd name="connsiteX80" fmla="*/ 628599 w 1514862"/>
              <a:gd name="connsiteY80" fmla="*/ 3813873 h 6858000"/>
              <a:gd name="connsiteX81" fmla="*/ 628024 w 1514862"/>
              <a:gd name="connsiteY81" fmla="*/ 3806161 h 6858000"/>
              <a:gd name="connsiteX82" fmla="*/ 628331 w 1514862"/>
              <a:gd name="connsiteY82" fmla="*/ 3805957 h 6858000"/>
              <a:gd name="connsiteX83" fmla="*/ 628358 w 1514862"/>
              <a:gd name="connsiteY83" fmla="*/ 3797724 h 6858000"/>
              <a:gd name="connsiteX84" fmla="*/ 626973 w 1514862"/>
              <a:gd name="connsiteY84" fmla="*/ 3792098 h 6858000"/>
              <a:gd name="connsiteX85" fmla="*/ 625857 w 1514862"/>
              <a:gd name="connsiteY85" fmla="*/ 3777135 h 6858000"/>
              <a:gd name="connsiteX86" fmla="*/ 627590 w 1514862"/>
              <a:gd name="connsiteY86" fmla="*/ 3771656 h 6858000"/>
              <a:gd name="connsiteX87" fmla="*/ 631333 w 1514862"/>
              <a:gd name="connsiteY87" fmla="*/ 3769007 h 6858000"/>
              <a:gd name="connsiteX88" fmla="*/ 630799 w 1514862"/>
              <a:gd name="connsiteY88" fmla="*/ 3767709 h 6858000"/>
              <a:gd name="connsiteX89" fmla="*/ 639495 w 1514862"/>
              <a:gd name="connsiteY89" fmla="*/ 3738082 h 6858000"/>
              <a:gd name="connsiteX90" fmla="*/ 646841 w 1514862"/>
              <a:gd name="connsiteY90" fmla="*/ 3673397 h 6858000"/>
              <a:gd name="connsiteX91" fmla="*/ 646137 w 1514862"/>
              <a:gd name="connsiteY91" fmla="*/ 3637109 h 6858000"/>
              <a:gd name="connsiteX92" fmla="*/ 649580 w 1514862"/>
              <a:gd name="connsiteY92" fmla="*/ 3536883 h 6858000"/>
              <a:gd name="connsiteX93" fmla="*/ 657118 w 1514862"/>
              <a:gd name="connsiteY93" fmla="*/ 3435652 h 6858000"/>
              <a:gd name="connsiteX94" fmla="*/ 658789 w 1514862"/>
              <a:gd name="connsiteY94" fmla="*/ 3307769 h 6858000"/>
              <a:gd name="connsiteX95" fmla="*/ 676352 w 1514862"/>
              <a:gd name="connsiteY95" fmla="*/ 3250522 h 6858000"/>
              <a:gd name="connsiteX96" fmla="*/ 676777 w 1514862"/>
              <a:gd name="connsiteY96" fmla="*/ 3229163 h 6858000"/>
              <a:gd name="connsiteX97" fmla="*/ 678600 w 1514862"/>
              <a:gd name="connsiteY97" fmla="*/ 3217217 h 6858000"/>
              <a:gd name="connsiteX98" fmla="*/ 665435 w 1514862"/>
              <a:gd name="connsiteY98" fmla="*/ 3183755 h 6858000"/>
              <a:gd name="connsiteX99" fmla="*/ 665936 w 1514862"/>
              <a:gd name="connsiteY99" fmla="*/ 3178642 h 6858000"/>
              <a:gd name="connsiteX100" fmla="*/ 653536 w 1514862"/>
              <a:gd name="connsiteY100" fmla="*/ 3158586 h 6858000"/>
              <a:gd name="connsiteX101" fmla="*/ 638721 w 1514862"/>
              <a:gd name="connsiteY101" fmla="*/ 3129034 h 6858000"/>
              <a:gd name="connsiteX102" fmla="*/ 639386 w 1514862"/>
              <a:gd name="connsiteY102" fmla="*/ 3126682 h 6858000"/>
              <a:gd name="connsiteX103" fmla="*/ 630254 w 1514862"/>
              <a:gd name="connsiteY103" fmla="*/ 3114519 h 6858000"/>
              <a:gd name="connsiteX104" fmla="*/ 616863 w 1514862"/>
              <a:gd name="connsiteY104" fmla="*/ 3106272 h 6858000"/>
              <a:gd name="connsiteX105" fmla="*/ 589593 w 1514862"/>
              <a:gd name="connsiteY105" fmla="*/ 2958185 h 6858000"/>
              <a:gd name="connsiteX106" fmla="*/ 532207 w 1514862"/>
              <a:gd name="connsiteY106" fmla="*/ 2762989 h 6858000"/>
              <a:gd name="connsiteX107" fmla="*/ 481125 w 1514862"/>
              <a:gd name="connsiteY107" fmla="*/ 2554718 h 6858000"/>
              <a:gd name="connsiteX108" fmla="*/ 461219 w 1514862"/>
              <a:gd name="connsiteY108" fmla="*/ 2485734 h 6858000"/>
              <a:gd name="connsiteX109" fmla="*/ 451942 w 1514862"/>
              <a:gd name="connsiteY109" fmla="*/ 2447068 h 6858000"/>
              <a:gd name="connsiteX110" fmla="*/ 438903 w 1514862"/>
              <a:gd name="connsiteY110" fmla="*/ 2425819 h 6858000"/>
              <a:gd name="connsiteX111" fmla="*/ 444902 w 1514862"/>
              <a:gd name="connsiteY111" fmla="*/ 2402874 h 6858000"/>
              <a:gd name="connsiteX112" fmla="*/ 447514 w 1514862"/>
              <a:gd name="connsiteY112" fmla="*/ 2381443 h 6858000"/>
              <a:gd name="connsiteX113" fmla="*/ 423843 w 1514862"/>
              <a:gd name="connsiteY113" fmla="*/ 2261920 h 6858000"/>
              <a:gd name="connsiteX114" fmla="*/ 413730 w 1514862"/>
              <a:gd name="connsiteY114" fmla="*/ 2195378 h 6858000"/>
              <a:gd name="connsiteX115" fmla="*/ 397947 w 1514862"/>
              <a:gd name="connsiteY115" fmla="*/ 2155135 h 6858000"/>
              <a:gd name="connsiteX116" fmla="*/ 395405 w 1514862"/>
              <a:gd name="connsiteY116" fmla="*/ 2118008 h 6858000"/>
              <a:gd name="connsiteX117" fmla="*/ 396398 w 1514862"/>
              <a:gd name="connsiteY117" fmla="*/ 2050531 h 6858000"/>
              <a:gd name="connsiteX118" fmla="*/ 388204 w 1514862"/>
              <a:gd name="connsiteY118" fmla="*/ 1963269 h 6858000"/>
              <a:gd name="connsiteX119" fmla="*/ 369382 w 1514862"/>
              <a:gd name="connsiteY119" fmla="*/ 1906352 h 6858000"/>
              <a:gd name="connsiteX120" fmla="*/ 345939 w 1514862"/>
              <a:gd name="connsiteY120" fmla="*/ 1861531 h 6858000"/>
              <a:gd name="connsiteX121" fmla="*/ 299738 w 1514862"/>
              <a:gd name="connsiteY121" fmla="*/ 1732919 h 6858000"/>
              <a:gd name="connsiteX122" fmla="*/ 272049 w 1514862"/>
              <a:gd name="connsiteY122" fmla="*/ 1663540 h 6858000"/>
              <a:gd name="connsiteX123" fmla="*/ 271175 w 1514862"/>
              <a:gd name="connsiteY123" fmla="*/ 1615777 h 6858000"/>
              <a:gd name="connsiteX124" fmla="*/ 251970 w 1514862"/>
              <a:gd name="connsiteY124" fmla="*/ 1563678 h 6858000"/>
              <a:gd name="connsiteX125" fmla="*/ 265050 w 1514862"/>
              <a:gd name="connsiteY125" fmla="*/ 1519474 h 6858000"/>
              <a:gd name="connsiteX126" fmla="*/ 257792 w 1514862"/>
              <a:gd name="connsiteY126" fmla="*/ 1477995 h 6858000"/>
              <a:gd name="connsiteX127" fmla="*/ 243877 w 1514862"/>
              <a:gd name="connsiteY127" fmla="*/ 1373769 h 6858000"/>
              <a:gd name="connsiteX128" fmla="*/ 252184 w 1514862"/>
              <a:gd name="connsiteY128" fmla="*/ 1307086 h 6858000"/>
              <a:gd name="connsiteX129" fmla="*/ 253372 w 1514862"/>
              <a:gd name="connsiteY129" fmla="*/ 1189033 h 6858000"/>
              <a:gd name="connsiteX130" fmla="*/ 258057 w 1514862"/>
              <a:gd name="connsiteY130" fmla="*/ 1168288 h 6858000"/>
              <a:gd name="connsiteX131" fmla="*/ 250339 w 1514862"/>
              <a:gd name="connsiteY131" fmla="*/ 1142577 h 6858000"/>
              <a:gd name="connsiteX132" fmla="*/ 239645 w 1514862"/>
              <a:gd name="connsiteY132" fmla="*/ 1088484 h 6858000"/>
              <a:gd name="connsiteX133" fmla="*/ 228381 w 1514862"/>
              <a:gd name="connsiteY133" fmla="*/ 1016103 h 6858000"/>
              <a:gd name="connsiteX134" fmla="*/ 229837 w 1514862"/>
              <a:gd name="connsiteY134" fmla="*/ 932283 h 6858000"/>
              <a:gd name="connsiteX135" fmla="*/ 232073 w 1514862"/>
              <a:gd name="connsiteY135" fmla="*/ 915925 h 6858000"/>
              <a:gd name="connsiteX136" fmla="*/ 224702 w 1514862"/>
              <a:gd name="connsiteY136" fmla="*/ 896999 h 6858000"/>
              <a:gd name="connsiteX137" fmla="*/ 194110 w 1514862"/>
              <a:gd name="connsiteY137" fmla="*/ 821517 h 6858000"/>
              <a:gd name="connsiteX138" fmla="*/ 173060 w 1514862"/>
              <a:gd name="connsiteY138" fmla="*/ 751353 h 6858000"/>
              <a:gd name="connsiteX139" fmla="*/ 172618 w 1514862"/>
              <a:gd name="connsiteY139" fmla="*/ 721230 h 6858000"/>
              <a:gd name="connsiteX140" fmla="*/ 158289 w 1514862"/>
              <a:gd name="connsiteY140" fmla="*/ 681659 h 6858000"/>
              <a:gd name="connsiteX141" fmla="*/ 143708 w 1514862"/>
              <a:gd name="connsiteY141" fmla="*/ 635218 h 6858000"/>
              <a:gd name="connsiteX142" fmla="*/ 148719 w 1514862"/>
              <a:gd name="connsiteY142" fmla="*/ 613763 h 6858000"/>
              <a:gd name="connsiteX143" fmla="*/ 134661 w 1514862"/>
              <a:gd name="connsiteY143" fmla="*/ 598582 h 6858000"/>
              <a:gd name="connsiteX144" fmla="*/ 134342 w 1514862"/>
              <a:gd name="connsiteY144" fmla="*/ 576846 h 6858000"/>
              <a:gd name="connsiteX145" fmla="*/ 113968 w 1514862"/>
              <a:gd name="connsiteY145" fmla="*/ 530055 h 6858000"/>
              <a:gd name="connsiteX146" fmla="*/ 104404 w 1514862"/>
              <a:gd name="connsiteY146" fmla="*/ 448559 h 6858000"/>
              <a:gd name="connsiteX147" fmla="*/ 110826 w 1514862"/>
              <a:gd name="connsiteY147" fmla="*/ 441529 h 6858000"/>
              <a:gd name="connsiteX148" fmla="*/ 110047 w 1514862"/>
              <a:gd name="connsiteY148" fmla="*/ 428927 h 6858000"/>
              <a:gd name="connsiteX149" fmla="*/ 99451 w 1514862"/>
              <a:gd name="connsiteY149" fmla="*/ 430161 h 6858000"/>
              <a:gd name="connsiteX150" fmla="*/ 76471 w 1514862"/>
              <a:gd name="connsiteY150" fmla="*/ 367211 h 6858000"/>
              <a:gd name="connsiteX151" fmla="*/ 33963 w 1514862"/>
              <a:gd name="connsiteY151" fmla="*/ 302178 h 6858000"/>
              <a:gd name="connsiteX152" fmla="*/ 12635 w 1514862"/>
              <a:gd name="connsiteY152" fmla="*/ 211375 h 6858000"/>
              <a:gd name="connsiteX153" fmla="*/ 3963 w 1514862"/>
              <a:gd name="connsiteY153" fmla="*/ 184179 h 6858000"/>
              <a:gd name="connsiteX154" fmla="*/ 25635 w 1514862"/>
              <a:gd name="connsiteY154" fmla="*/ 47336 h 6858000"/>
              <a:gd name="connsiteX155" fmla="*/ 6323 w 1514862"/>
              <a:gd name="connsiteY15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6312 w 1508539"/>
              <a:gd name="connsiteY152" fmla="*/ 211375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27640 w 1508539"/>
              <a:gd name="connsiteY151" fmla="*/ 302178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32747 w 1508539"/>
              <a:gd name="connsiteY152" fmla="*/ 158081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3128 w 1508539"/>
              <a:gd name="connsiteY149" fmla="*/ 430161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103724 w 1508539"/>
              <a:gd name="connsiteY148" fmla="*/ 428927 h 6858000"/>
              <a:gd name="connsiteX149" fmla="*/ 90191 w 1508539"/>
              <a:gd name="connsiteY149" fmla="*/ 404917 h 6858000"/>
              <a:gd name="connsiteX150" fmla="*/ 70148 w 1508539"/>
              <a:gd name="connsiteY150" fmla="*/ 367211 h 6858000"/>
              <a:gd name="connsiteX151" fmla="*/ 36452 w 1508539"/>
              <a:gd name="connsiteY151" fmla="*/ 268519 h 6858000"/>
              <a:gd name="connsiteX152" fmla="*/ 23935 w 1508539"/>
              <a:gd name="connsiteY152" fmla="*/ 160886 h 6858000"/>
              <a:gd name="connsiteX153" fmla="*/ 19312 w 1508539"/>
              <a:gd name="connsiteY153" fmla="*/ 47336 h 6858000"/>
              <a:gd name="connsiteX154" fmla="*/ 0 w 1508539"/>
              <a:gd name="connsiteY15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104503 w 1508539"/>
              <a:gd name="connsiteY147" fmla="*/ 44152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98081 w 1508539"/>
              <a:gd name="connsiteY146" fmla="*/ 44855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45934 w 1508539"/>
              <a:gd name="connsiteY63" fmla="*/ 4781211 h 6858000"/>
              <a:gd name="connsiteX64" fmla="*/ 654721 w 1508539"/>
              <a:gd name="connsiteY64" fmla="*/ 4761984 h 6858000"/>
              <a:gd name="connsiteX65" fmla="*/ 650769 w 1508539"/>
              <a:gd name="connsiteY65" fmla="*/ 4690749 h 6858000"/>
              <a:gd name="connsiteX66" fmla="*/ 646249 w 1508539"/>
              <a:gd name="connsiteY66" fmla="*/ 4584173 h 6858000"/>
              <a:gd name="connsiteX67" fmla="*/ 641332 w 1508539"/>
              <a:gd name="connsiteY67" fmla="*/ 4444346 h 6858000"/>
              <a:gd name="connsiteX68" fmla="*/ 637897 w 1508539"/>
              <a:gd name="connsiteY68" fmla="*/ 4375228 h 6858000"/>
              <a:gd name="connsiteX69" fmla="*/ 618550 w 1508539"/>
              <a:gd name="connsiteY69" fmla="*/ 4214165 h 6858000"/>
              <a:gd name="connsiteX70" fmla="*/ 622623 w 1508539"/>
              <a:gd name="connsiteY70" fmla="*/ 4090296 h 6858000"/>
              <a:gd name="connsiteX71" fmla="*/ 607879 w 1508539"/>
              <a:gd name="connsiteY71" fmla="*/ 4033999 h 6858000"/>
              <a:gd name="connsiteX72" fmla="*/ 609028 w 1508539"/>
              <a:gd name="connsiteY72" fmla="*/ 4031933 h 6858000"/>
              <a:gd name="connsiteX73" fmla="*/ 607604 w 1508539"/>
              <a:gd name="connsiteY73" fmla="*/ 4013953 h 6858000"/>
              <a:gd name="connsiteX74" fmla="*/ 593899 w 1508539"/>
              <a:gd name="connsiteY74" fmla="*/ 3974753 h 6858000"/>
              <a:gd name="connsiteX75" fmla="*/ 595497 w 1508539"/>
              <a:gd name="connsiteY75" fmla="*/ 3969950 h 6858000"/>
              <a:gd name="connsiteX76" fmla="*/ 588919 w 1508539"/>
              <a:gd name="connsiteY76" fmla="*/ 3933779 h 6858000"/>
              <a:gd name="connsiteX77" fmla="*/ 590250 w 1508539"/>
              <a:gd name="connsiteY77" fmla="*/ 3933093 h 6858000"/>
              <a:gd name="connsiteX78" fmla="*/ 594604 w 1508539"/>
              <a:gd name="connsiteY78" fmla="*/ 3922082 h 6858000"/>
              <a:gd name="connsiteX79" fmla="*/ 599682 w 1508539"/>
              <a:gd name="connsiteY79" fmla="*/ 3901461 h 6858000"/>
              <a:gd name="connsiteX80" fmla="*/ 622276 w 1508539"/>
              <a:gd name="connsiteY80" fmla="*/ 3813873 h 6858000"/>
              <a:gd name="connsiteX81" fmla="*/ 621701 w 1508539"/>
              <a:gd name="connsiteY81" fmla="*/ 3806161 h 6858000"/>
              <a:gd name="connsiteX82" fmla="*/ 622008 w 1508539"/>
              <a:gd name="connsiteY82" fmla="*/ 3805957 h 6858000"/>
              <a:gd name="connsiteX83" fmla="*/ 622035 w 1508539"/>
              <a:gd name="connsiteY83" fmla="*/ 3797724 h 6858000"/>
              <a:gd name="connsiteX84" fmla="*/ 620650 w 1508539"/>
              <a:gd name="connsiteY84" fmla="*/ 3792098 h 6858000"/>
              <a:gd name="connsiteX85" fmla="*/ 619534 w 1508539"/>
              <a:gd name="connsiteY85" fmla="*/ 3777135 h 6858000"/>
              <a:gd name="connsiteX86" fmla="*/ 621267 w 1508539"/>
              <a:gd name="connsiteY86" fmla="*/ 3771656 h 6858000"/>
              <a:gd name="connsiteX87" fmla="*/ 625010 w 1508539"/>
              <a:gd name="connsiteY87" fmla="*/ 3769007 h 6858000"/>
              <a:gd name="connsiteX88" fmla="*/ 624476 w 1508539"/>
              <a:gd name="connsiteY88" fmla="*/ 3767709 h 6858000"/>
              <a:gd name="connsiteX89" fmla="*/ 633172 w 1508539"/>
              <a:gd name="connsiteY89" fmla="*/ 3738082 h 6858000"/>
              <a:gd name="connsiteX90" fmla="*/ 640518 w 1508539"/>
              <a:gd name="connsiteY90" fmla="*/ 3673397 h 6858000"/>
              <a:gd name="connsiteX91" fmla="*/ 639814 w 1508539"/>
              <a:gd name="connsiteY91" fmla="*/ 3637109 h 6858000"/>
              <a:gd name="connsiteX92" fmla="*/ 643257 w 1508539"/>
              <a:gd name="connsiteY92" fmla="*/ 3536883 h 6858000"/>
              <a:gd name="connsiteX93" fmla="*/ 650795 w 1508539"/>
              <a:gd name="connsiteY93" fmla="*/ 3435652 h 6858000"/>
              <a:gd name="connsiteX94" fmla="*/ 652466 w 1508539"/>
              <a:gd name="connsiteY94" fmla="*/ 3307769 h 6858000"/>
              <a:gd name="connsiteX95" fmla="*/ 670029 w 1508539"/>
              <a:gd name="connsiteY95" fmla="*/ 3250522 h 6858000"/>
              <a:gd name="connsiteX96" fmla="*/ 670454 w 1508539"/>
              <a:gd name="connsiteY96" fmla="*/ 3229163 h 6858000"/>
              <a:gd name="connsiteX97" fmla="*/ 672277 w 1508539"/>
              <a:gd name="connsiteY97" fmla="*/ 3217217 h 6858000"/>
              <a:gd name="connsiteX98" fmla="*/ 659112 w 1508539"/>
              <a:gd name="connsiteY98" fmla="*/ 3183755 h 6858000"/>
              <a:gd name="connsiteX99" fmla="*/ 659613 w 1508539"/>
              <a:gd name="connsiteY99" fmla="*/ 3178642 h 6858000"/>
              <a:gd name="connsiteX100" fmla="*/ 647213 w 1508539"/>
              <a:gd name="connsiteY100" fmla="*/ 3158586 h 6858000"/>
              <a:gd name="connsiteX101" fmla="*/ 632398 w 1508539"/>
              <a:gd name="connsiteY101" fmla="*/ 3129034 h 6858000"/>
              <a:gd name="connsiteX102" fmla="*/ 633063 w 1508539"/>
              <a:gd name="connsiteY102" fmla="*/ 3126682 h 6858000"/>
              <a:gd name="connsiteX103" fmla="*/ 623931 w 1508539"/>
              <a:gd name="connsiteY103" fmla="*/ 3114519 h 6858000"/>
              <a:gd name="connsiteX104" fmla="*/ 610540 w 1508539"/>
              <a:gd name="connsiteY104" fmla="*/ 3106272 h 6858000"/>
              <a:gd name="connsiteX105" fmla="*/ 583270 w 1508539"/>
              <a:gd name="connsiteY105" fmla="*/ 2958185 h 6858000"/>
              <a:gd name="connsiteX106" fmla="*/ 525884 w 1508539"/>
              <a:gd name="connsiteY106" fmla="*/ 2762989 h 6858000"/>
              <a:gd name="connsiteX107" fmla="*/ 474802 w 1508539"/>
              <a:gd name="connsiteY107" fmla="*/ 2554718 h 6858000"/>
              <a:gd name="connsiteX108" fmla="*/ 454896 w 1508539"/>
              <a:gd name="connsiteY108" fmla="*/ 2485734 h 6858000"/>
              <a:gd name="connsiteX109" fmla="*/ 445619 w 1508539"/>
              <a:gd name="connsiteY109" fmla="*/ 2447068 h 6858000"/>
              <a:gd name="connsiteX110" fmla="*/ 432580 w 1508539"/>
              <a:gd name="connsiteY110" fmla="*/ 2425819 h 6858000"/>
              <a:gd name="connsiteX111" fmla="*/ 438579 w 1508539"/>
              <a:gd name="connsiteY111" fmla="*/ 2402874 h 6858000"/>
              <a:gd name="connsiteX112" fmla="*/ 441191 w 1508539"/>
              <a:gd name="connsiteY112" fmla="*/ 2381443 h 6858000"/>
              <a:gd name="connsiteX113" fmla="*/ 417520 w 1508539"/>
              <a:gd name="connsiteY113" fmla="*/ 2261920 h 6858000"/>
              <a:gd name="connsiteX114" fmla="*/ 407407 w 1508539"/>
              <a:gd name="connsiteY114" fmla="*/ 2195378 h 6858000"/>
              <a:gd name="connsiteX115" fmla="*/ 391624 w 1508539"/>
              <a:gd name="connsiteY115" fmla="*/ 2155135 h 6858000"/>
              <a:gd name="connsiteX116" fmla="*/ 389082 w 1508539"/>
              <a:gd name="connsiteY116" fmla="*/ 2118008 h 6858000"/>
              <a:gd name="connsiteX117" fmla="*/ 390075 w 1508539"/>
              <a:gd name="connsiteY117" fmla="*/ 2050531 h 6858000"/>
              <a:gd name="connsiteX118" fmla="*/ 381881 w 1508539"/>
              <a:gd name="connsiteY118" fmla="*/ 1963269 h 6858000"/>
              <a:gd name="connsiteX119" fmla="*/ 363059 w 1508539"/>
              <a:gd name="connsiteY119" fmla="*/ 1906352 h 6858000"/>
              <a:gd name="connsiteX120" fmla="*/ 339616 w 1508539"/>
              <a:gd name="connsiteY120" fmla="*/ 1861531 h 6858000"/>
              <a:gd name="connsiteX121" fmla="*/ 293415 w 1508539"/>
              <a:gd name="connsiteY121" fmla="*/ 1732919 h 6858000"/>
              <a:gd name="connsiteX122" fmla="*/ 265726 w 1508539"/>
              <a:gd name="connsiteY122" fmla="*/ 1663540 h 6858000"/>
              <a:gd name="connsiteX123" fmla="*/ 264852 w 1508539"/>
              <a:gd name="connsiteY123" fmla="*/ 1615777 h 6858000"/>
              <a:gd name="connsiteX124" fmla="*/ 245647 w 1508539"/>
              <a:gd name="connsiteY124" fmla="*/ 1563678 h 6858000"/>
              <a:gd name="connsiteX125" fmla="*/ 258727 w 1508539"/>
              <a:gd name="connsiteY125" fmla="*/ 1519474 h 6858000"/>
              <a:gd name="connsiteX126" fmla="*/ 251469 w 1508539"/>
              <a:gd name="connsiteY126" fmla="*/ 1477995 h 6858000"/>
              <a:gd name="connsiteX127" fmla="*/ 237554 w 1508539"/>
              <a:gd name="connsiteY127" fmla="*/ 1373769 h 6858000"/>
              <a:gd name="connsiteX128" fmla="*/ 245861 w 1508539"/>
              <a:gd name="connsiteY128" fmla="*/ 1307086 h 6858000"/>
              <a:gd name="connsiteX129" fmla="*/ 247049 w 1508539"/>
              <a:gd name="connsiteY129" fmla="*/ 1189033 h 6858000"/>
              <a:gd name="connsiteX130" fmla="*/ 251734 w 1508539"/>
              <a:gd name="connsiteY130" fmla="*/ 1168288 h 6858000"/>
              <a:gd name="connsiteX131" fmla="*/ 244016 w 1508539"/>
              <a:gd name="connsiteY131" fmla="*/ 1142577 h 6858000"/>
              <a:gd name="connsiteX132" fmla="*/ 233322 w 1508539"/>
              <a:gd name="connsiteY132" fmla="*/ 1088484 h 6858000"/>
              <a:gd name="connsiteX133" fmla="*/ 222058 w 1508539"/>
              <a:gd name="connsiteY133" fmla="*/ 1016103 h 6858000"/>
              <a:gd name="connsiteX134" fmla="*/ 223514 w 1508539"/>
              <a:gd name="connsiteY134" fmla="*/ 932283 h 6858000"/>
              <a:gd name="connsiteX135" fmla="*/ 225750 w 1508539"/>
              <a:gd name="connsiteY135" fmla="*/ 915925 h 6858000"/>
              <a:gd name="connsiteX136" fmla="*/ 218379 w 1508539"/>
              <a:gd name="connsiteY136" fmla="*/ 896999 h 6858000"/>
              <a:gd name="connsiteX137" fmla="*/ 187787 w 1508539"/>
              <a:gd name="connsiteY137" fmla="*/ 821517 h 6858000"/>
              <a:gd name="connsiteX138" fmla="*/ 166737 w 1508539"/>
              <a:gd name="connsiteY138" fmla="*/ 751353 h 6858000"/>
              <a:gd name="connsiteX139" fmla="*/ 166295 w 1508539"/>
              <a:gd name="connsiteY139" fmla="*/ 721230 h 6858000"/>
              <a:gd name="connsiteX140" fmla="*/ 151966 w 1508539"/>
              <a:gd name="connsiteY140" fmla="*/ 681659 h 6858000"/>
              <a:gd name="connsiteX141" fmla="*/ 137385 w 1508539"/>
              <a:gd name="connsiteY141" fmla="*/ 635218 h 6858000"/>
              <a:gd name="connsiteX142" fmla="*/ 142396 w 1508539"/>
              <a:gd name="connsiteY142" fmla="*/ 613763 h 6858000"/>
              <a:gd name="connsiteX143" fmla="*/ 128338 w 1508539"/>
              <a:gd name="connsiteY143" fmla="*/ 598582 h 6858000"/>
              <a:gd name="connsiteX144" fmla="*/ 128019 w 1508539"/>
              <a:gd name="connsiteY144" fmla="*/ 576846 h 6858000"/>
              <a:gd name="connsiteX145" fmla="*/ 107645 w 1508539"/>
              <a:gd name="connsiteY145" fmla="*/ 530055 h 6858000"/>
              <a:gd name="connsiteX146" fmla="*/ 106893 w 1508539"/>
              <a:gd name="connsiteY146" fmla="*/ 465389 h 6858000"/>
              <a:gd name="connsiteX147" fmla="*/ 89816 w 1508539"/>
              <a:gd name="connsiteY147" fmla="*/ 424699 h 6858000"/>
              <a:gd name="connsiteX148" fmla="*/ 90191 w 1508539"/>
              <a:gd name="connsiteY148" fmla="*/ 404917 h 6858000"/>
              <a:gd name="connsiteX149" fmla="*/ 70148 w 1508539"/>
              <a:gd name="connsiteY149" fmla="*/ 367211 h 6858000"/>
              <a:gd name="connsiteX150" fmla="*/ 36452 w 1508539"/>
              <a:gd name="connsiteY150" fmla="*/ 268519 h 6858000"/>
              <a:gd name="connsiteX151" fmla="*/ 23935 w 1508539"/>
              <a:gd name="connsiteY151" fmla="*/ 160886 h 6858000"/>
              <a:gd name="connsiteX152" fmla="*/ 19312 w 1508539"/>
              <a:gd name="connsiteY152" fmla="*/ 47336 h 6858000"/>
              <a:gd name="connsiteX153" fmla="*/ 0 w 1508539"/>
              <a:gd name="connsiteY15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4721 w 1508539"/>
              <a:gd name="connsiteY63" fmla="*/ 4761984 h 6858000"/>
              <a:gd name="connsiteX64" fmla="*/ 650769 w 1508539"/>
              <a:gd name="connsiteY64" fmla="*/ 4690749 h 6858000"/>
              <a:gd name="connsiteX65" fmla="*/ 646249 w 1508539"/>
              <a:gd name="connsiteY65" fmla="*/ 4584173 h 6858000"/>
              <a:gd name="connsiteX66" fmla="*/ 641332 w 1508539"/>
              <a:gd name="connsiteY66" fmla="*/ 4444346 h 6858000"/>
              <a:gd name="connsiteX67" fmla="*/ 637897 w 1508539"/>
              <a:gd name="connsiteY67" fmla="*/ 4375228 h 6858000"/>
              <a:gd name="connsiteX68" fmla="*/ 618550 w 1508539"/>
              <a:gd name="connsiteY68" fmla="*/ 4214165 h 6858000"/>
              <a:gd name="connsiteX69" fmla="*/ 622623 w 1508539"/>
              <a:gd name="connsiteY69" fmla="*/ 4090296 h 6858000"/>
              <a:gd name="connsiteX70" fmla="*/ 607879 w 1508539"/>
              <a:gd name="connsiteY70" fmla="*/ 4033999 h 6858000"/>
              <a:gd name="connsiteX71" fmla="*/ 609028 w 1508539"/>
              <a:gd name="connsiteY71" fmla="*/ 4031933 h 6858000"/>
              <a:gd name="connsiteX72" fmla="*/ 607604 w 1508539"/>
              <a:gd name="connsiteY72" fmla="*/ 4013953 h 6858000"/>
              <a:gd name="connsiteX73" fmla="*/ 593899 w 1508539"/>
              <a:gd name="connsiteY73" fmla="*/ 3974753 h 6858000"/>
              <a:gd name="connsiteX74" fmla="*/ 595497 w 1508539"/>
              <a:gd name="connsiteY74" fmla="*/ 3969950 h 6858000"/>
              <a:gd name="connsiteX75" fmla="*/ 588919 w 1508539"/>
              <a:gd name="connsiteY75" fmla="*/ 3933779 h 6858000"/>
              <a:gd name="connsiteX76" fmla="*/ 590250 w 1508539"/>
              <a:gd name="connsiteY76" fmla="*/ 3933093 h 6858000"/>
              <a:gd name="connsiteX77" fmla="*/ 594604 w 1508539"/>
              <a:gd name="connsiteY77" fmla="*/ 3922082 h 6858000"/>
              <a:gd name="connsiteX78" fmla="*/ 599682 w 1508539"/>
              <a:gd name="connsiteY78" fmla="*/ 3901461 h 6858000"/>
              <a:gd name="connsiteX79" fmla="*/ 622276 w 1508539"/>
              <a:gd name="connsiteY79" fmla="*/ 3813873 h 6858000"/>
              <a:gd name="connsiteX80" fmla="*/ 621701 w 1508539"/>
              <a:gd name="connsiteY80" fmla="*/ 3806161 h 6858000"/>
              <a:gd name="connsiteX81" fmla="*/ 622008 w 1508539"/>
              <a:gd name="connsiteY81" fmla="*/ 3805957 h 6858000"/>
              <a:gd name="connsiteX82" fmla="*/ 622035 w 1508539"/>
              <a:gd name="connsiteY82" fmla="*/ 3797724 h 6858000"/>
              <a:gd name="connsiteX83" fmla="*/ 620650 w 1508539"/>
              <a:gd name="connsiteY83" fmla="*/ 3792098 h 6858000"/>
              <a:gd name="connsiteX84" fmla="*/ 619534 w 1508539"/>
              <a:gd name="connsiteY84" fmla="*/ 3777135 h 6858000"/>
              <a:gd name="connsiteX85" fmla="*/ 621267 w 1508539"/>
              <a:gd name="connsiteY85" fmla="*/ 3771656 h 6858000"/>
              <a:gd name="connsiteX86" fmla="*/ 625010 w 1508539"/>
              <a:gd name="connsiteY86" fmla="*/ 3769007 h 6858000"/>
              <a:gd name="connsiteX87" fmla="*/ 624476 w 1508539"/>
              <a:gd name="connsiteY87" fmla="*/ 3767709 h 6858000"/>
              <a:gd name="connsiteX88" fmla="*/ 633172 w 1508539"/>
              <a:gd name="connsiteY88" fmla="*/ 3738082 h 6858000"/>
              <a:gd name="connsiteX89" fmla="*/ 640518 w 1508539"/>
              <a:gd name="connsiteY89" fmla="*/ 3673397 h 6858000"/>
              <a:gd name="connsiteX90" fmla="*/ 639814 w 1508539"/>
              <a:gd name="connsiteY90" fmla="*/ 3637109 h 6858000"/>
              <a:gd name="connsiteX91" fmla="*/ 643257 w 1508539"/>
              <a:gd name="connsiteY91" fmla="*/ 3536883 h 6858000"/>
              <a:gd name="connsiteX92" fmla="*/ 650795 w 1508539"/>
              <a:gd name="connsiteY92" fmla="*/ 3435652 h 6858000"/>
              <a:gd name="connsiteX93" fmla="*/ 652466 w 1508539"/>
              <a:gd name="connsiteY93" fmla="*/ 3307769 h 6858000"/>
              <a:gd name="connsiteX94" fmla="*/ 670029 w 1508539"/>
              <a:gd name="connsiteY94" fmla="*/ 3250522 h 6858000"/>
              <a:gd name="connsiteX95" fmla="*/ 670454 w 1508539"/>
              <a:gd name="connsiteY95" fmla="*/ 3229163 h 6858000"/>
              <a:gd name="connsiteX96" fmla="*/ 672277 w 1508539"/>
              <a:gd name="connsiteY96" fmla="*/ 3217217 h 6858000"/>
              <a:gd name="connsiteX97" fmla="*/ 659112 w 1508539"/>
              <a:gd name="connsiteY97" fmla="*/ 3183755 h 6858000"/>
              <a:gd name="connsiteX98" fmla="*/ 659613 w 1508539"/>
              <a:gd name="connsiteY98" fmla="*/ 3178642 h 6858000"/>
              <a:gd name="connsiteX99" fmla="*/ 647213 w 1508539"/>
              <a:gd name="connsiteY99" fmla="*/ 3158586 h 6858000"/>
              <a:gd name="connsiteX100" fmla="*/ 632398 w 1508539"/>
              <a:gd name="connsiteY100" fmla="*/ 3129034 h 6858000"/>
              <a:gd name="connsiteX101" fmla="*/ 633063 w 1508539"/>
              <a:gd name="connsiteY101" fmla="*/ 3126682 h 6858000"/>
              <a:gd name="connsiteX102" fmla="*/ 623931 w 1508539"/>
              <a:gd name="connsiteY102" fmla="*/ 3114519 h 6858000"/>
              <a:gd name="connsiteX103" fmla="*/ 610540 w 1508539"/>
              <a:gd name="connsiteY103" fmla="*/ 3106272 h 6858000"/>
              <a:gd name="connsiteX104" fmla="*/ 583270 w 1508539"/>
              <a:gd name="connsiteY104" fmla="*/ 2958185 h 6858000"/>
              <a:gd name="connsiteX105" fmla="*/ 525884 w 1508539"/>
              <a:gd name="connsiteY105" fmla="*/ 2762989 h 6858000"/>
              <a:gd name="connsiteX106" fmla="*/ 474802 w 1508539"/>
              <a:gd name="connsiteY106" fmla="*/ 2554718 h 6858000"/>
              <a:gd name="connsiteX107" fmla="*/ 454896 w 1508539"/>
              <a:gd name="connsiteY107" fmla="*/ 2485734 h 6858000"/>
              <a:gd name="connsiteX108" fmla="*/ 445619 w 1508539"/>
              <a:gd name="connsiteY108" fmla="*/ 2447068 h 6858000"/>
              <a:gd name="connsiteX109" fmla="*/ 432580 w 1508539"/>
              <a:gd name="connsiteY109" fmla="*/ 2425819 h 6858000"/>
              <a:gd name="connsiteX110" fmla="*/ 438579 w 1508539"/>
              <a:gd name="connsiteY110" fmla="*/ 2402874 h 6858000"/>
              <a:gd name="connsiteX111" fmla="*/ 441191 w 1508539"/>
              <a:gd name="connsiteY111" fmla="*/ 2381443 h 6858000"/>
              <a:gd name="connsiteX112" fmla="*/ 417520 w 1508539"/>
              <a:gd name="connsiteY112" fmla="*/ 2261920 h 6858000"/>
              <a:gd name="connsiteX113" fmla="*/ 407407 w 1508539"/>
              <a:gd name="connsiteY113" fmla="*/ 2195378 h 6858000"/>
              <a:gd name="connsiteX114" fmla="*/ 391624 w 1508539"/>
              <a:gd name="connsiteY114" fmla="*/ 2155135 h 6858000"/>
              <a:gd name="connsiteX115" fmla="*/ 389082 w 1508539"/>
              <a:gd name="connsiteY115" fmla="*/ 2118008 h 6858000"/>
              <a:gd name="connsiteX116" fmla="*/ 390075 w 1508539"/>
              <a:gd name="connsiteY116" fmla="*/ 2050531 h 6858000"/>
              <a:gd name="connsiteX117" fmla="*/ 381881 w 1508539"/>
              <a:gd name="connsiteY117" fmla="*/ 1963269 h 6858000"/>
              <a:gd name="connsiteX118" fmla="*/ 363059 w 1508539"/>
              <a:gd name="connsiteY118" fmla="*/ 1906352 h 6858000"/>
              <a:gd name="connsiteX119" fmla="*/ 339616 w 1508539"/>
              <a:gd name="connsiteY119" fmla="*/ 1861531 h 6858000"/>
              <a:gd name="connsiteX120" fmla="*/ 293415 w 1508539"/>
              <a:gd name="connsiteY120" fmla="*/ 1732919 h 6858000"/>
              <a:gd name="connsiteX121" fmla="*/ 265726 w 1508539"/>
              <a:gd name="connsiteY121" fmla="*/ 1663540 h 6858000"/>
              <a:gd name="connsiteX122" fmla="*/ 264852 w 1508539"/>
              <a:gd name="connsiteY122" fmla="*/ 1615777 h 6858000"/>
              <a:gd name="connsiteX123" fmla="*/ 245647 w 1508539"/>
              <a:gd name="connsiteY123" fmla="*/ 1563678 h 6858000"/>
              <a:gd name="connsiteX124" fmla="*/ 258727 w 1508539"/>
              <a:gd name="connsiteY124" fmla="*/ 1519474 h 6858000"/>
              <a:gd name="connsiteX125" fmla="*/ 251469 w 1508539"/>
              <a:gd name="connsiteY125" fmla="*/ 1477995 h 6858000"/>
              <a:gd name="connsiteX126" fmla="*/ 237554 w 1508539"/>
              <a:gd name="connsiteY126" fmla="*/ 1373769 h 6858000"/>
              <a:gd name="connsiteX127" fmla="*/ 245861 w 1508539"/>
              <a:gd name="connsiteY127" fmla="*/ 1307086 h 6858000"/>
              <a:gd name="connsiteX128" fmla="*/ 247049 w 1508539"/>
              <a:gd name="connsiteY128" fmla="*/ 1189033 h 6858000"/>
              <a:gd name="connsiteX129" fmla="*/ 251734 w 1508539"/>
              <a:gd name="connsiteY129" fmla="*/ 1168288 h 6858000"/>
              <a:gd name="connsiteX130" fmla="*/ 244016 w 1508539"/>
              <a:gd name="connsiteY130" fmla="*/ 1142577 h 6858000"/>
              <a:gd name="connsiteX131" fmla="*/ 233322 w 1508539"/>
              <a:gd name="connsiteY131" fmla="*/ 1088484 h 6858000"/>
              <a:gd name="connsiteX132" fmla="*/ 222058 w 1508539"/>
              <a:gd name="connsiteY132" fmla="*/ 1016103 h 6858000"/>
              <a:gd name="connsiteX133" fmla="*/ 223514 w 1508539"/>
              <a:gd name="connsiteY133" fmla="*/ 932283 h 6858000"/>
              <a:gd name="connsiteX134" fmla="*/ 225750 w 1508539"/>
              <a:gd name="connsiteY134" fmla="*/ 915925 h 6858000"/>
              <a:gd name="connsiteX135" fmla="*/ 218379 w 1508539"/>
              <a:gd name="connsiteY135" fmla="*/ 896999 h 6858000"/>
              <a:gd name="connsiteX136" fmla="*/ 187787 w 1508539"/>
              <a:gd name="connsiteY136" fmla="*/ 821517 h 6858000"/>
              <a:gd name="connsiteX137" fmla="*/ 166737 w 1508539"/>
              <a:gd name="connsiteY137" fmla="*/ 751353 h 6858000"/>
              <a:gd name="connsiteX138" fmla="*/ 166295 w 1508539"/>
              <a:gd name="connsiteY138" fmla="*/ 721230 h 6858000"/>
              <a:gd name="connsiteX139" fmla="*/ 151966 w 1508539"/>
              <a:gd name="connsiteY139" fmla="*/ 681659 h 6858000"/>
              <a:gd name="connsiteX140" fmla="*/ 137385 w 1508539"/>
              <a:gd name="connsiteY140" fmla="*/ 635218 h 6858000"/>
              <a:gd name="connsiteX141" fmla="*/ 142396 w 1508539"/>
              <a:gd name="connsiteY141" fmla="*/ 613763 h 6858000"/>
              <a:gd name="connsiteX142" fmla="*/ 128338 w 1508539"/>
              <a:gd name="connsiteY142" fmla="*/ 598582 h 6858000"/>
              <a:gd name="connsiteX143" fmla="*/ 128019 w 1508539"/>
              <a:gd name="connsiteY143" fmla="*/ 576846 h 6858000"/>
              <a:gd name="connsiteX144" fmla="*/ 107645 w 1508539"/>
              <a:gd name="connsiteY144" fmla="*/ 530055 h 6858000"/>
              <a:gd name="connsiteX145" fmla="*/ 106893 w 1508539"/>
              <a:gd name="connsiteY145" fmla="*/ 465389 h 6858000"/>
              <a:gd name="connsiteX146" fmla="*/ 89816 w 1508539"/>
              <a:gd name="connsiteY146" fmla="*/ 424699 h 6858000"/>
              <a:gd name="connsiteX147" fmla="*/ 90191 w 1508539"/>
              <a:gd name="connsiteY147" fmla="*/ 404917 h 6858000"/>
              <a:gd name="connsiteX148" fmla="*/ 70148 w 1508539"/>
              <a:gd name="connsiteY148" fmla="*/ 367211 h 6858000"/>
              <a:gd name="connsiteX149" fmla="*/ 36452 w 1508539"/>
              <a:gd name="connsiteY149" fmla="*/ 268519 h 6858000"/>
              <a:gd name="connsiteX150" fmla="*/ 23935 w 1508539"/>
              <a:gd name="connsiteY150" fmla="*/ 160886 h 6858000"/>
              <a:gd name="connsiteX151" fmla="*/ 19312 w 1508539"/>
              <a:gd name="connsiteY151" fmla="*/ 47336 h 6858000"/>
              <a:gd name="connsiteX152" fmla="*/ 0 w 1508539"/>
              <a:gd name="connsiteY15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44150 w 1508539"/>
              <a:gd name="connsiteY62" fmla="*/ 4784526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42856 w 1508539"/>
              <a:gd name="connsiteY61" fmla="*/ 4797794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35187 w 1508539"/>
              <a:gd name="connsiteY60" fmla="*/ 4801535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980 w 1508539"/>
              <a:gd name="connsiteY24" fmla="*/ 6410269 h 6858000"/>
              <a:gd name="connsiteX25" fmla="*/ 241880 w 1508539"/>
              <a:gd name="connsiteY25" fmla="*/ 6384857 h 6858000"/>
              <a:gd name="connsiteX26" fmla="*/ 243397 w 1508539"/>
              <a:gd name="connsiteY26" fmla="*/ 6372381 h 6858000"/>
              <a:gd name="connsiteX27" fmla="*/ 240591 w 1508539"/>
              <a:gd name="connsiteY27" fmla="*/ 6367510 h 6858000"/>
              <a:gd name="connsiteX28" fmla="*/ 244471 w 1508539"/>
              <a:gd name="connsiteY28" fmla="*/ 6349778 h 6858000"/>
              <a:gd name="connsiteX29" fmla="*/ 246136 w 1508539"/>
              <a:gd name="connsiteY29" fmla="*/ 6348250 h 6858000"/>
              <a:gd name="connsiteX30" fmla="*/ 262170 w 1508539"/>
              <a:gd name="connsiteY30" fmla="*/ 6281972 h 6858000"/>
              <a:gd name="connsiteX31" fmla="*/ 272933 w 1508539"/>
              <a:gd name="connsiteY31" fmla="*/ 6211940 h 6858000"/>
              <a:gd name="connsiteX32" fmla="*/ 314428 w 1508539"/>
              <a:gd name="connsiteY32" fmla="*/ 6113913 h 6858000"/>
              <a:gd name="connsiteX33" fmla="*/ 318721 w 1508539"/>
              <a:gd name="connsiteY33" fmla="*/ 6028119 h 6858000"/>
              <a:gd name="connsiteX34" fmla="*/ 345501 w 1508539"/>
              <a:gd name="connsiteY34" fmla="*/ 5934687 h 6858000"/>
              <a:gd name="connsiteX35" fmla="*/ 379513 w 1508539"/>
              <a:gd name="connsiteY35" fmla="*/ 5765594 h 6858000"/>
              <a:gd name="connsiteX36" fmla="*/ 411349 w 1508539"/>
              <a:gd name="connsiteY36" fmla="*/ 5693685 h 6858000"/>
              <a:gd name="connsiteX37" fmla="*/ 431404 w 1508539"/>
              <a:gd name="connsiteY37" fmla="*/ 5665173 h 6858000"/>
              <a:gd name="connsiteX38" fmla="*/ 465121 w 1508539"/>
              <a:gd name="connsiteY38" fmla="*/ 5563435 h 6858000"/>
              <a:gd name="connsiteX39" fmla="*/ 494626 w 1508539"/>
              <a:gd name="connsiteY39" fmla="*/ 5476393 h 6858000"/>
              <a:gd name="connsiteX40" fmla="*/ 525819 w 1508539"/>
              <a:gd name="connsiteY40" fmla="*/ 5396260 h 6858000"/>
              <a:gd name="connsiteX41" fmla="*/ 541800 w 1508539"/>
              <a:gd name="connsiteY41" fmla="*/ 5330009 h 6858000"/>
              <a:gd name="connsiteX42" fmla="*/ 575293 w 1508539"/>
              <a:gd name="connsiteY42" fmla="*/ 5273739 h 6858000"/>
              <a:gd name="connsiteX43" fmla="*/ 584892 w 1508539"/>
              <a:gd name="connsiteY43" fmla="*/ 5241779 h 6858000"/>
              <a:gd name="connsiteX44" fmla="*/ 596118 w 1508539"/>
              <a:gd name="connsiteY44" fmla="*/ 5225268 h 6858000"/>
              <a:gd name="connsiteX45" fmla="*/ 597138 w 1508539"/>
              <a:gd name="connsiteY45" fmla="*/ 5217684 h 6858000"/>
              <a:gd name="connsiteX46" fmla="*/ 604479 w 1508539"/>
              <a:gd name="connsiteY46" fmla="*/ 5193377 h 6858000"/>
              <a:gd name="connsiteX47" fmla="*/ 607782 w 1508539"/>
              <a:gd name="connsiteY47" fmla="*/ 5179288 h 6858000"/>
              <a:gd name="connsiteX48" fmla="*/ 608766 w 1508539"/>
              <a:gd name="connsiteY48" fmla="*/ 5173621 h 6858000"/>
              <a:gd name="connsiteX49" fmla="*/ 604400 w 1508539"/>
              <a:gd name="connsiteY49" fmla="*/ 5159961 h 6858000"/>
              <a:gd name="connsiteX50" fmla="*/ 611077 w 1508539"/>
              <a:gd name="connsiteY50" fmla="*/ 5144295 h 6858000"/>
              <a:gd name="connsiteX51" fmla="*/ 608010 w 1508539"/>
              <a:gd name="connsiteY51" fmla="*/ 5125185 h 6858000"/>
              <a:gd name="connsiteX52" fmla="*/ 614840 w 1508539"/>
              <a:gd name="connsiteY52" fmla="*/ 5121884 h 6858000"/>
              <a:gd name="connsiteX53" fmla="*/ 621876 w 1508539"/>
              <a:gd name="connsiteY53" fmla="*/ 5067850 h 6858000"/>
              <a:gd name="connsiteX54" fmla="*/ 624607 w 1508539"/>
              <a:gd name="connsiteY54" fmla="*/ 5060861 h 6858000"/>
              <a:gd name="connsiteX55" fmla="*/ 621311 w 1508539"/>
              <a:gd name="connsiteY55" fmla="*/ 5034192 h 6858000"/>
              <a:gd name="connsiteX56" fmla="*/ 622865 w 1508539"/>
              <a:gd name="connsiteY56" fmla="*/ 4993030 h 6858000"/>
              <a:gd name="connsiteX57" fmla="*/ 629774 w 1508539"/>
              <a:gd name="connsiteY57" fmla="*/ 4946844 h 6858000"/>
              <a:gd name="connsiteX58" fmla="*/ 625630 w 1508539"/>
              <a:gd name="connsiteY58" fmla="*/ 4932692 h 6858000"/>
              <a:gd name="connsiteX59" fmla="*/ 641033 w 1508539"/>
              <a:gd name="connsiteY59" fmla="*/ 4858827 h 6858000"/>
              <a:gd name="connsiteX60" fmla="*/ 646936 w 1508539"/>
              <a:gd name="connsiteY60" fmla="*/ 4821170 h 6858000"/>
              <a:gd name="connsiteX61" fmla="*/ 651669 w 1508539"/>
              <a:gd name="connsiteY61" fmla="*/ 4780965 h 6858000"/>
              <a:gd name="connsiteX62" fmla="*/ 652962 w 1508539"/>
              <a:gd name="connsiteY62" fmla="*/ 4750867 h 6858000"/>
              <a:gd name="connsiteX63" fmla="*/ 650769 w 1508539"/>
              <a:gd name="connsiteY63" fmla="*/ 4690749 h 6858000"/>
              <a:gd name="connsiteX64" fmla="*/ 646249 w 1508539"/>
              <a:gd name="connsiteY64" fmla="*/ 4584173 h 6858000"/>
              <a:gd name="connsiteX65" fmla="*/ 641332 w 1508539"/>
              <a:gd name="connsiteY65" fmla="*/ 4444346 h 6858000"/>
              <a:gd name="connsiteX66" fmla="*/ 637897 w 1508539"/>
              <a:gd name="connsiteY66" fmla="*/ 4375228 h 6858000"/>
              <a:gd name="connsiteX67" fmla="*/ 618550 w 1508539"/>
              <a:gd name="connsiteY67" fmla="*/ 4214165 h 6858000"/>
              <a:gd name="connsiteX68" fmla="*/ 622623 w 1508539"/>
              <a:gd name="connsiteY68" fmla="*/ 4090296 h 6858000"/>
              <a:gd name="connsiteX69" fmla="*/ 607879 w 1508539"/>
              <a:gd name="connsiteY69" fmla="*/ 4033999 h 6858000"/>
              <a:gd name="connsiteX70" fmla="*/ 609028 w 1508539"/>
              <a:gd name="connsiteY70" fmla="*/ 4031933 h 6858000"/>
              <a:gd name="connsiteX71" fmla="*/ 607604 w 1508539"/>
              <a:gd name="connsiteY71" fmla="*/ 4013953 h 6858000"/>
              <a:gd name="connsiteX72" fmla="*/ 593899 w 1508539"/>
              <a:gd name="connsiteY72" fmla="*/ 3974753 h 6858000"/>
              <a:gd name="connsiteX73" fmla="*/ 595497 w 1508539"/>
              <a:gd name="connsiteY73" fmla="*/ 3969950 h 6858000"/>
              <a:gd name="connsiteX74" fmla="*/ 588919 w 1508539"/>
              <a:gd name="connsiteY74" fmla="*/ 3933779 h 6858000"/>
              <a:gd name="connsiteX75" fmla="*/ 590250 w 1508539"/>
              <a:gd name="connsiteY75" fmla="*/ 3933093 h 6858000"/>
              <a:gd name="connsiteX76" fmla="*/ 594604 w 1508539"/>
              <a:gd name="connsiteY76" fmla="*/ 3922082 h 6858000"/>
              <a:gd name="connsiteX77" fmla="*/ 599682 w 1508539"/>
              <a:gd name="connsiteY77" fmla="*/ 3901461 h 6858000"/>
              <a:gd name="connsiteX78" fmla="*/ 622276 w 1508539"/>
              <a:gd name="connsiteY78" fmla="*/ 3813873 h 6858000"/>
              <a:gd name="connsiteX79" fmla="*/ 621701 w 1508539"/>
              <a:gd name="connsiteY79" fmla="*/ 3806161 h 6858000"/>
              <a:gd name="connsiteX80" fmla="*/ 622008 w 1508539"/>
              <a:gd name="connsiteY80" fmla="*/ 3805957 h 6858000"/>
              <a:gd name="connsiteX81" fmla="*/ 622035 w 1508539"/>
              <a:gd name="connsiteY81" fmla="*/ 3797724 h 6858000"/>
              <a:gd name="connsiteX82" fmla="*/ 620650 w 1508539"/>
              <a:gd name="connsiteY82" fmla="*/ 3792098 h 6858000"/>
              <a:gd name="connsiteX83" fmla="*/ 619534 w 1508539"/>
              <a:gd name="connsiteY83" fmla="*/ 3777135 h 6858000"/>
              <a:gd name="connsiteX84" fmla="*/ 621267 w 1508539"/>
              <a:gd name="connsiteY84" fmla="*/ 3771656 h 6858000"/>
              <a:gd name="connsiteX85" fmla="*/ 625010 w 1508539"/>
              <a:gd name="connsiteY85" fmla="*/ 3769007 h 6858000"/>
              <a:gd name="connsiteX86" fmla="*/ 624476 w 1508539"/>
              <a:gd name="connsiteY86" fmla="*/ 3767709 h 6858000"/>
              <a:gd name="connsiteX87" fmla="*/ 633172 w 1508539"/>
              <a:gd name="connsiteY87" fmla="*/ 3738082 h 6858000"/>
              <a:gd name="connsiteX88" fmla="*/ 640518 w 1508539"/>
              <a:gd name="connsiteY88" fmla="*/ 3673397 h 6858000"/>
              <a:gd name="connsiteX89" fmla="*/ 639814 w 1508539"/>
              <a:gd name="connsiteY89" fmla="*/ 3637109 h 6858000"/>
              <a:gd name="connsiteX90" fmla="*/ 643257 w 1508539"/>
              <a:gd name="connsiteY90" fmla="*/ 3536883 h 6858000"/>
              <a:gd name="connsiteX91" fmla="*/ 650795 w 1508539"/>
              <a:gd name="connsiteY91" fmla="*/ 3435652 h 6858000"/>
              <a:gd name="connsiteX92" fmla="*/ 652466 w 1508539"/>
              <a:gd name="connsiteY92" fmla="*/ 3307769 h 6858000"/>
              <a:gd name="connsiteX93" fmla="*/ 670029 w 1508539"/>
              <a:gd name="connsiteY93" fmla="*/ 3250522 h 6858000"/>
              <a:gd name="connsiteX94" fmla="*/ 670454 w 1508539"/>
              <a:gd name="connsiteY94" fmla="*/ 3229163 h 6858000"/>
              <a:gd name="connsiteX95" fmla="*/ 672277 w 1508539"/>
              <a:gd name="connsiteY95" fmla="*/ 3217217 h 6858000"/>
              <a:gd name="connsiteX96" fmla="*/ 659112 w 1508539"/>
              <a:gd name="connsiteY96" fmla="*/ 3183755 h 6858000"/>
              <a:gd name="connsiteX97" fmla="*/ 659613 w 1508539"/>
              <a:gd name="connsiteY97" fmla="*/ 3178642 h 6858000"/>
              <a:gd name="connsiteX98" fmla="*/ 647213 w 1508539"/>
              <a:gd name="connsiteY98" fmla="*/ 3158586 h 6858000"/>
              <a:gd name="connsiteX99" fmla="*/ 632398 w 1508539"/>
              <a:gd name="connsiteY99" fmla="*/ 3129034 h 6858000"/>
              <a:gd name="connsiteX100" fmla="*/ 633063 w 1508539"/>
              <a:gd name="connsiteY100" fmla="*/ 3126682 h 6858000"/>
              <a:gd name="connsiteX101" fmla="*/ 623931 w 1508539"/>
              <a:gd name="connsiteY101" fmla="*/ 3114519 h 6858000"/>
              <a:gd name="connsiteX102" fmla="*/ 610540 w 1508539"/>
              <a:gd name="connsiteY102" fmla="*/ 3106272 h 6858000"/>
              <a:gd name="connsiteX103" fmla="*/ 583270 w 1508539"/>
              <a:gd name="connsiteY103" fmla="*/ 2958185 h 6858000"/>
              <a:gd name="connsiteX104" fmla="*/ 525884 w 1508539"/>
              <a:gd name="connsiteY104" fmla="*/ 2762989 h 6858000"/>
              <a:gd name="connsiteX105" fmla="*/ 474802 w 1508539"/>
              <a:gd name="connsiteY105" fmla="*/ 2554718 h 6858000"/>
              <a:gd name="connsiteX106" fmla="*/ 454896 w 1508539"/>
              <a:gd name="connsiteY106" fmla="*/ 2485734 h 6858000"/>
              <a:gd name="connsiteX107" fmla="*/ 445619 w 1508539"/>
              <a:gd name="connsiteY107" fmla="*/ 2447068 h 6858000"/>
              <a:gd name="connsiteX108" fmla="*/ 432580 w 1508539"/>
              <a:gd name="connsiteY108" fmla="*/ 2425819 h 6858000"/>
              <a:gd name="connsiteX109" fmla="*/ 438579 w 1508539"/>
              <a:gd name="connsiteY109" fmla="*/ 2402874 h 6858000"/>
              <a:gd name="connsiteX110" fmla="*/ 441191 w 1508539"/>
              <a:gd name="connsiteY110" fmla="*/ 2381443 h 6858000"/>
              <a:gd name="connsiteX111" fmla="*/ 417520 w 1508539"/>
              <a:gd name="connsiteY111" fmla="*/ 2261920 h 6858000"/>
              <a:gd name="connsiteX112" fmla="*/ 407407 w 1508539"/>
              <a:gd name="connsiteY112" fmla="*/ 2195378 h 6858000"/>
              <a:gd name="connsiteX113" fmla="*/ 391624 w 1508539"/>
              <a:gd name="connsiteY113" fmla="*/ 2155135 h 6858000"/>
              <a:gd name="connsiteX114" fmla="*/ 389082 w 1508539"/>
              <a:gd name="connsiteY114" fmla="*/ 2118008 h 6858000"/>
              <a:gd name="connsiteX115" fmla="*/ 390075 w 1508539"/>
              <a:gd name="connsiteY115" fmla="*/ 2050531 h 6858000"/>
              <a:gd name="connsiteX116" fmla="*/ 381881 w 1508539"/>
              <a:gd name="connsiteY116" fmla="*/ 1963269 h 6858000"/>
              <a:gd name="connsiteX117" fmla="*/ 363059 w 1508539"/>
              <a:gd name="connsiteY117" fmla="*/ 1906352 h 6858000"/>
              <a:gd name="connsiteX118" fmla="*/ 339616 w 1508539"/>
              <a:gd name="connsiteY118" fmla="*/ 1861531 h 6858000"/>
              <a:gd name="connsiteX119" fmla="*/ 293415 w 1508539"/>
              <a:gd name="connsiteY119" fmla="*/ 1732919 h 6858000"/>
              <a:gd name="connsiteX120" fmla="*/ 265726 w 1508539"/>
              <a:gd name="connsiteY120" fmla="*/ 1663540 h 6858000"/>
              <a:gd name="connsiteX121" fmla="*/ 264852 w 1508539"/>
              <a:gd name="connsiteY121" fmla="*/ 1615777 h 6858000"/>
              <a:gd name="connsiteX122" fmla="*/ 245647 w 1508539"/>
              <a:gd name="connsiteY122" fmla="*/ 1563678 h 6858000"/>
              <a:gd name="connsiteX123" fmla="*/ 258727 w 1508539"/>
              <a:gd name="connsiteY123" fmla="*/ 1519474 h 6858000"/>
              <a:gd name="connsiteX124" fmla="*/ 251469 w 1508539"/>
              <a:gd name="connsiteY124" fmla="*/ 1477995 h 6858000"/>
              <a:gd name="connsiteX125" fmla="*/ 237554 w 1508539"/>
              <a:gd name="connsiteY125" fmla="*/ 1373769 h 6858000"/>
              <a:gd name="connsiteX126" fmla="*/ 245861 w 1508539"/>
              <a:gd name="connsiteY126" fmla="*/ 1307086 h 6858000"/>
              <a:gd name="connsiteX127" fmla="*/ 247049 w 1508539"/>
              <a:gd name="connsiteY127" fmla="*/ 1189033 h 6858000"/>
              <a:gd name="connsiteX128" fmla="*/ 251734 w 1508539"/>
              <a:gd name="connsiteY128" fmla="*/ 1168288 h 6858000"/>
              <a:gd name="connsiteX129" fmla="*/ 244016 w 1508539"/>
              <a:gd name="connsiteY129" fmla="*/ 1142577 h 6858000"/>
              <a:gd name="connsiteX130" fmla="*/ 233322 w 1508539"/>
              <a:gd name="connsiteY130" fmla="*/ 1088484 h 6858000"/>
              <a:gd name="connsiteX131" fmla="*/ 222058 w 1508539"/>
              <a:gd name="connsiteY131" fmla="*/ 1016103 h 6858000"/>
              <a:gd name="connsiteX132" fmla="*/ 223514 w 1508539"/>
              <a:gd name="connsiteY132" fmla="*/ 932283 h 6858000"/>
              <a:gd name="connsiteX133" fmla="*/ 225750 w 1508539"/>
              <a:gd name="connsiteY133" fmla="*/ 915925 h 6858000"/>
              <a:gd name="connsiteX134" fmla="*/ 218379 w 1508539"/>
              <a:gd name="connsiteY134" fmla="*/ 896999 h 6858000"/>
              <a:gd name="connsiteX135" fmla="*/ 187787 w 1508539"/>
              <a:gd name="connsiteY135" fmla="*/ 821517 h 6858000"/>
              <a:gd name="connsiteX136" fmla="*/ 166737 w 1508539"/>
              <a:gd name="connsiteY136" fmla="*/ 751353 h 6858000"/>
              <a:gd name="connsiteX137" fmla="*/ 166295 w 1508539"/>
              <a:gd name="connsiteY137" fmla="*/ 721230 h 6858000"/>
              <a:gd name="connsiteX138" fmla="*/ 151966 w 1508539"/>
              <a:gd name="connsiteY138" fmla="*/ 681659 h 6858000"/>
              <a:gd name="connsiteX139" fmla="*/ 137385 w 1508539"/>
              <a:gd name="connsiteY139" fmla="*/ 635218 h 6858000"/>
              <a:gd name="connsiteX140" fmla="*/ 142396 w 1508539"/>
              <a:gd name="connsiteY140" fmla="*/ 613763 h 6858000"/>
              <a:gd name="connsiteX141" fmla="*/ 128338 w 1508539"/>
              <a:gd name="connsiteY141" fmla="*/ 598582 h 6858000"/>
              <a:gd name="connsiteX142" fmla="*/ 128019 w 1508539"/>
              <a:gd name="connsiteY142" fmla="*/ 576846 h 6858000"/>
              <a:gd name="connsiteX143" fmla="*/ 107645 w 1508539"/>
              <a:gd name="connsiteY143" fmla="*/ 530055 h 6858000"/>
              <a:gd name="connsiteX144" fmla="*/ 106893 w 1508539"/>
              <a:gd name="connsiteY144" fmla="*/ 465389 h 6858000"/>
              <a:gd name="connsiteX145" fmla="*/ 89816 w 1508539"/>
              <a:gd name="connsiteY145" fmla="*/ 424699 h 6858000"/>
              <a:gd name="connsiteX146" fmla="*/ 90191 w 1508539"/>
              <a:gd name="connsiteY146" fmla="*/ 404917 h 6858000"/>
              <a:gd name="connsiteX147" fmla="*/ 70148 w 1508539"/>
              <a:gd name="connsiteY147" fmla="*/ 367211 h 6858000"/>
              <a:gd name="connsiteX148" fmla="*/ 36452 w 1508539"/>
              <a:gd name="connsiteY148" fmla="*/ 268519 h 6858000"/>
              <a:gd name="connsiteX149" fmla="*/ 23935 w 1508539"/>
              <a:gd name="connsiteY149" fmla="*/ 160886 h 6858000"/>
              <a:gd name="connsiteX150" fmla="*/ 19312 w 1508539"/>
              <a:gd name="connsiteY150" fmla="*/ 47336 h 6858000"/>
              <a:gd name="connsiteX151" fmla="*/ 0 w 1508539"/>
              <a:gd name="connsiteY15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3397 w 1508539"/>
              <a:gd name="connsiteY25" fmla="*/ 6372381 h 6858000"/>
              <a:gd name="connsiteX26" fmla="*/ 240591 w 1508539"/>
              <a:gd name="connsiteY26" fmla="*/ 6367510 h 6858000"/>
              <a:gd name="connsiteX27" fmla="*/ 244471 w 1508539"/>
              <a:gd name="connsiteY27" fmla="*/ 6349778 h 6858000"/>
              <a:gd name="connsiteX28" fmla="*/ 246136 w 1508539"/>
              <a:gd name="connsiteY28" fmla="*/ 6348250 h 6858000"/>
              <a:gd name="connsiteX29" fmla="*/ 262170 w 1508539"/>
              <a:gd name="connsiteY29" fmla="*/ 6281972 h 6858000"/>
              <a:gd name="connsiteX30" fmla="*/ 272933 w 1508539"/>
              <a:gd name="connsiteY30" fmla="*/ 6211940 h 6858000"/>
              <a:gd name="connsiteX31" fmla="*/ 314428 w 1508539"/>
              <a:gd name="connsiteY31" fmla="*/ 6113913 h 6858000"/>
              <a:gd name="connsiteX32" fmla="*/ 318721 w 1508539"/>
              <a:gd name="connsiteY32" fmla="*/ 6028119 h 6858000"/>
              <a:gd name="connsiteX33" fmla="*/ 345501 w 1508539"/>
              <a:gd name="connsiteY33" fmla="*/ 5934687 h 6858000"/>
              <a:gd name="connsiteX34" fmla="*/ 379513 w 1508539"/>
              <a:gd name="connsiteY34" fmla="*/ 5765594 h 6858000"/>
              <a:gd name="connsiteX35" fmla="*/ 411349 w 1508539"/>
              <a:gd name="connsiteY35" fmla="*/ 5693685 h 6858000"/>
              <a:gd name="connsiteX36" fmla="*/ 431404 w 1508539"/>
              <a:gd name="connsiteY36" fmla="*/ 5665173 h 6858000"/>
              <a:gd name="connsiteX37" fmla="*/ 465121 w 1508539"/>
              <a:gd name="connsiteY37" fmla="*/ 5563435 h 6858000"/>
              <a:gd name="connsiteX38" fmla="*/ 494626 w 1508539"/>
              <a:gd name="connsiteY38" fmla="*/ 5476393 h 6858000"/>
              <a:gd name="connsiteX39" fmla="*/ 525819 w 1508539"/>
              <a:gd name="connsiteY39" fmla="*/ 5396260 h 6858000"/>
              <a:gd name="connsiteX40" fmla="*/ 541800 w 1508539"/>
              <a:gd name="connsiteY40" fmla="*/ 5330009 h 6858000"/>
              <a:gd name="connsiteX41" fmla="*/ 575293 w 1508539"/>
              <a:gd name="connsiteY41" fmla="*/ 5273739 h 6858000"/>
              <a:gd name="connsiteX42" fmla="*/ 584892 w 1508539"/>
              <a:gd name="connsiteY42" fmla="*/ 5241779 h 6858000"/>
              <a:gd name="connsiteX43" fmla="*/ 596118 w 1508539"/>
              <a:gd name="connsiteY43" fmla="*/ 5225268 h 6858000"/>
              <a:gd name="connsiteX44" fmla="*/ 597138 w 1508539"/>
              <a:gd name="connsiteY44" fmla="*/ 5217684 h 6858000"/>
              <a:gd name="connsiteX45" fmla="*/ 604479 w 1508539"/>
              <a:gd name="connsiteY45" fmla="*/ 5193377 h 6858000"/>
              <a:gd name="connsiteX46" fmla="*/ 607782 w 1508539"/>
              <a:gd name="connsiteY46" fmla="*/ 5179288 h 6858000"/>
              <a:gd name="connsiteX47" fmla="*/ 608766 w 1508539"/>
              <a:gd name="connsiteY47" fmla="*/ 5173621 h 6858000"/>
              <a:gd name="connsiteX48" fmla="*/ 604400 w 1508539"/>
              <a:gd name="connsiteY48" fmla="*/ 5159961 h 6858000"/>
              <a:gd name="connsiteX49" fmla="*/ 611077 w 1508539"/>
              <a:gd name="connsiteY49" fmla="*/ 5144295 h 6858000"/>
              <a:gd name="connsiteX50" fmla="*/ 608010 w 1508539"/>
              <a:gd name="connsiteY50" fmla="*/ 5125185 h 6858000"/>
              <a:gd name="connsiteX51" fmla="*/ 614840 w 1508539"/>
              <a:gd name="connsiteY51" fmla="*/ 5121884 h 6858000"/>
              <a:gd name="connsiteX52" fmla="*/ 621876 w 1508539"/>
              <a:gd name="connsiteY52" fmla="*/ 5067850 h 6858000"/>
              <a:gd name="connsiteX53" fmla="*/ 624607 w 1508539"/>
              <a:gd name="connsiteY53" fmla="*/ 5060861 h 6858000"/>
              <a:gd name="connsiteX54" fmla="*/ 621311 w 1508539"/>
              <a:gd name="connsiteY54" fmla="*/ 5034192 h 6858000"/>
              <a:gd name="connsiteX55" fmla="*/ 622865 w 1508539"/>
              <a:gd name="connsiteY55" fmla="*/ 4993030 h 6858000"/>
              <a:gd name="connsiteX56" fmla="*/ 629774 w 1508539"/>
              <a:gd name="connsiteY56" fmla="*/ 4946844 h 6858000"/>
              <a:gd name="connsiteX57" fmla="*/ 625630 w 1508539"/>
              <a:gd name="connsiteY57" fmla="*/ 4932692 h 6858000"/>
              <a:gd name="connsiteX58" fmla="*/ 641033 w 1508539"/>
              <a:gd name="connsiteY58" fmla="*/ 4858827 h 6858000"/>
              <a:gd name="connsiteX59" fmla="*/ 646936 w 1508539"/>
              <a:gd name="connsiteY59" fmla="*/ 4821170 h 6858000"/>
              <a:gd name="connsiteX60" fmla="*/ 651669 w 1508539"/>
              <a:gd name="connsiteY60" fmla="*/ 4780965 h 6858000"/>
              <a:gd name="connsiteX61" fmla="*/ 652962 w 1508539"/>
              <a:gd name="connsiteY61" fmla="*/ 4750867 h 6858000"/>
              <a:gd name="connsiteX62" fmla="*/ 650769 w 1508539"/>
              <a:gd name="connsiteY62" fmla="*/ 4690749 h 6858000"/>
              <a:gd name="connsiteX63" fmla="*/ 646249 w 1508539"/>
              <a:gd name="connsiteY63" fmla="*/ 4584173 h 6858000"/>
              <a:gd name="connsiteX64" fmla="*/ 641332 w 1508539"/>
              <a:gd name="connsiteY64" fmla="*/ 4444346 h 6858000"/>
              <a:gd name="connsiteX65" fmla="*/ 637897 w 1508539"/>
              <a:gd name="connsiteY65" fmla="*/ 4375228 h 6858000"/>
              <a:gd name="connsiteX66" fmla="*/ 618550 w 1508539"/>
              <a:gd name="connsiteY66" fmla="*/ 4214165 h 6858000"/>
              <a:gd name="connsiteX67" fmla="*/ 622623 w 1508539"/>
              <a:gd name="connsiteY67" fmla="*/ 4090296 h 6858000"/>
              <a:gd name="connsiteX68" fmla="*/ 607879 w 1508539"/>
              <a:gd name="connsiteY68" fmla="*/ 4033999 h 6858000"/>
              <a:gd name="connsiteX69" fmla="*/ 609028 w 1508539"/>
              <a:gd name="connsiteY69" fmla="*/ 4031933 h 6858000"/>
              <a:gd name="connsiteX70" fmla="*/ 607604 w 1508539"/>
              <a:gd name="connsiteY70" fmla="*/ 4013953 h 6858000"/>
              <a:gd name="connsiteX71" fmla="*/ 593899 w 1508539"/>
              <a:gd name="connsiteY71" fmla="*/ 3974753 h 6858000"/>
              <a:gd name="connsiteX72" fmla="*/ 595497 w 1508539"/>
              <a:gd name="connsiteY72" fmla="*/ 3969950 h 6858000"/>
              <a:gd name="connsiteX73" fmla="*/ 588919 w 1508539"/>
              <a:gd name="connsiteY73" fmla="*/ 3933779 h 6858000"/>
              <a:gd name="connsiteX74" fmla="*/ 590250 w 1508539"/>
              <a:gd name="connsiteY74" fmla="*/ 3933093 h 6858000"/>
              <a:gd name="connsiteX75" fmla="*/ 594604 w 1508539"/>
              <a:gd name="connsiteY75" fmla="*/ 3922082 h 6858000"/>
              <a:gd name="connsiteX76" fmla="*/ 599682 w 1508539"/>
              <a:gd name="connsiteY76" fmla="*/ 3901461 h 6858000"/>
              <a:gd name="connsiteX77" fmla="*/ 622276 w 1508539"/>
              <a:gd name="connsiteY77" fmla="*/ 3813873 h 6858000"/>
              <a:gd name="connsiteX78" fmla="*/ 621701 w 1508539"/>
              <a:gd name="connsiteY78" fmla="*/ 3806161 h 6858000"/>
              <a:gd name="connsiteX79" fmla="*/ 622008 w 1508539"/>
              <a:gd name="connsiteY79" fmla="*/ 3805957 h 6858000"/>
              <a:gd name="connsiteX80" fmla="*/ 622035 w 1508539"/>
              <a:gd name="connsiteY80" fmla="*/ 3797724 h 6858000"/>
              <a:gd name="connsiteX81" fmla="*/ 620650 w 1508539"/>
              <a:gd name="connsiteY81" fmla="*/ 3792098 h 6858000"/>
              <a:gd name="connsiteX82" fmla="*/ 619534 w 1508539"/>
              <a:gd name="connsiteY82" fmla="*/ 3777135 h 6858000"/>
              <a:gd name="connsiteX83" fmla="*/ 621267 w 1508539"/>
              <a:gd name="connsiteY83" fmla="*/ 3771656 h 6858000"/>
              <a:gd name="connsiteX84" fmla="*/ 625010 w 1508539"/>
              <a:gd name="connsiteY84" fmla="*/ 3769007 h 6858000"/>
              <a:gd name="connsiteX85" fmla="*/ 624476 w 1508539"/>
              <a:gd name="connsiteY85" fmla="*/ 3767709 h 6858000"/>
              <a:gd name="connsiteX86" fmla="*/ 633172 w 1508539"/>
              <a:gd name="connsiteY86" fmla="*/ 3738082 h 6858000"/>
              <a:gd name="connsiteX87" fmla="*/ 640518 w 1508539"/>
              <a:gd name="connsiteY87" fmla="*/ 3673397 h 6858000"/>
              <a:gd name="connsiteX88" fmla="*/ 639814 w 1508539"/>
              <a:gd name="connsiteY88" fmla="*/ 3637109 h 6858000"/>
              <a:gd name="connsiteX89" fmla="*/ 643257 w 1508539"/>
              <a:gd name="connsiteY89" fmla="*/ 3536883 h 6858000"/>
              <a:gd name="connsiteX90" fmla="*/ 650795 w 1508539"/>
              <a:gd name="connsiteY90" fmla="*/ 3435652 h 6858000"/>
              <a:gd name="connsiteX91" fmla="*/ 652466 w 1508539"/>
              <a:gd name="connsiteY91" fmla="*/ 3307769 h 6858000"/>
              <a:gd name="connsiteX92" fmla="*/ 670029 w 1508539"/>
              <a:gd name="connsiteY92" fmla="*/ 3250522 h 6858000"/>
              <a:gd name="connsiteX93" fmla="*/ 670454 w 1508539"/>
              <a:gd name="connsiteY93" fmla="*/ 3229163 h 6858000"/>
              <a:gd name="connsiteX94" fmla="*/ 672277 w 1508539"/>
              <a:gd name="connsiteY94" fmla="*/ 3217217 h 6858000"/>
              <a:gd name="connsiteX95" fmla="*/ 659112 w 1508539"/>
              <a:gd name="connsiteY95" fmla="*/ 3183755 h 6858000"/>
              <a:gd name="connsiteX96" fmla="*/ 659613 w 1508539"/>
              <a:gd name="connsiteY96" fmla="*/ 3178642 h 6858000"/>
              <a:gd name="connsiteX97" fmla="*/ 647213 w 1508539"/>
              <a:gd name="connsiteY97" fmla="*/ 3158586 h 6858000"/>
              <a:gd name="connsiteX98" fmla="*/ 632398 w 1508539"/>
              <a:gd name="connsiteY98" fmla="*/ 3129034 h 6858000"/>
              <a:gd name="connsiteX99" fmla="*/ 633063 w 1508539"/>
              <a:gd name="connsiteY99" fmla="*/ 3126682 h 6858000"/>
              <a:gd name="connsiteX100" fmla="*/ 623931 w 1508539"/>
              <a:gd name="connsiteY100" fmla="*/ 3114519 h 6858000"/>
              <a:gd name="connsiteX101" fmla="*/ 610540 w 1508539"/>
              <a:gd name="connsiteY101" fmla="*/ 3106272 h 6858000"/>
              <a:gd name="connsiteX102" fmla="*/ 583270 w 1508539"/>
              <a:gd name="connsiteY102" fmla="*/ 2958185 h 6858000"/>
              <a:gd name="connsiteX103" fmla="*/ 525884 w 1508539"/>
              <a:gd name="connsiteY103" fmla="*/ 2762989 h 6858000"/>
              <a:gd name="connsiteX104" fmla="*/ 474802 w 1508539"/>
              <a:gd name="connsiteY104" fmla="*/ 2554718 h 6858000"/>
              <a:gd name="connsiteX105" fmla="*/ 454896 w 1508539"/>
              <a:gd name="connsiteY105" fmla="*/ 2485734 h 6858000"/>
              <a:gd name="connsiteX106" fmla="*/ 445619 w 1508539"/>
              <a:gd name="connsiteY106" fmla="*/ 2447068 h 6858000"/>
              <a:gd name="connsiteX107" fmla="*/ 432580 w 1508539"/>
              <a:gd name="connsiteY107" fmla="*/ 2425819 h 6858000"/>
              <a:gd name="connsiteX108" fmla="*/ 438579 w 1508539"/>
              <a:gd name="connsiteY108" fmla="*/ 2402874 h 6858000"/>
              <a:gd name="connsiteX109" fmla="*/ 441191 w 1508539"/>
              <a:gd name="connsiteY109" fmla="*/ 2381443 h 6858000"/>
              <a:gd name="connsiteX110" fmla="*/ 417520 w 1508539"/>
              <a:gd name="connsiteY110" fmla="*/ 2261920 h 6858000"/>
              <a:gd name="connsiteX111" fmla="*/ 407407 w 1508539"/>
              <a:gd name="connsiteY111" fmla="*/ 2195378 h 6858000"/>
              <a:gd name="connsiteX112" fmla="*/ 391624 w 1508539"/>
              <a:gd name="connsiteY112" fmla="*/ 2155135 h 6858000"/>
              <a:gd name="connsiteX113" fmla="*/ 389082 w 1508539"/>
              <a:gd name="connsiteY113" fmla="*/ 2118008 h 6858000"/>
              <a:gd name="connsiteX114" fmla="*/ 390075 w 1508539"/>
              <a:gd name="connsiteY114" fmla="*/ 2050531 h 6858000"/>
              <a:gd name="connsiteX115" fmla="*/ 381881 w 1508539"/>
              <a:gd name="connsiteY115" fmla="*/ 1963269 h 6858000"/>
              <a:gd name="connsiteX116" fmla="*/ 363059 w 1508539"/>
              <a:gd name="connsiteY116" fmla="*/ 1906352 h 6858000"/>
              <a:gd name="connsiteX117" fmla="*/ 339616 w 1508539"/>
              <a:gd name="connsiteY117" fmla="*/ 1861531 h 6858000"/>
              <a:gd name="connsiteX118" fmla="*/ 293415 w 1508539"/>
              <a:gd name="connsiteY118" fmla="*/ 1732919 h 6858000"/>
              <a:gd name="connsiteX119" fmla="*/ 265726 w 1508539"/>
              <a:gd name="connsiteY119" fmla="*/ 1663540 h 6858000"/>
              <a:gd name="connsiteX120" fmla="*/ 264852 w 1508539"/>
              <a:gd name="connsiteY120" fmla="*/ 1615777 h 6858000"/>
              <a:gd name="connsiteX121" fmla="*/ 245647 w 1508539"/>
              <a:gd name="connsiteY121" fmla="*/ 1563678 h 6858000"/>
              <a:gd name="connsiteX122" fmla="*/ 258727 w 1508539"/>
              <a:gd name="connsiteY122" fmla="*/ 1519474 h 6858000"/>
              <a:gd name="connsiteX123" fmla="*/ 251469 w 1508539"/>
              <a:gd name="connsiteY123" fmla="*/ 1477995 h 6858000"/>
              <a:gd name="connsiteX124" fmla="*/ 237554 w 1508539"/>
              <a:gd name="connsiteY124" fmla="*/ 1373769 h 6858000"/>
              <a:gd name="connsiteX125" fmla="*/ 245861 w 1508539"/>
              <a:gd name="connsiteY125" fmla="*/ 1307086 h 6858000"/>
              <a:gd name="connsiteX126" fmla="*/ 247049 w 1508539"/>
              <a:gd name="connsiteY126" fmla="*/ 1189033 h 6858000"/>
              <a:gd name="connsiteX127" fmla="*/ 251734 w 1508539"/>
              <a:gd name="connsiteY127" fmla="*/ 1168288 h 6858000"/>
              <a:gd name="connsiteX128" fmla="*/ 244016 w 1508539"/>
              <a:gd name="connsiteY128" fmla="*/ 1142577 h 6858000"/>
              <a:gd name="connsiteX129" fmla="*/ 233322 w 1508539"/>
              <a:gd name="connsiteY129" fmla="*/ 1088484 h 6858000"/>
              <a:gd name="connsiteX130" fmla="*/ 222058 w 1508539"/>
              <a:gd name="connsiteY130" fmla="*/ 1016103 h 6858000"/>
              <a:gd name="connsiteX131" fmla="*/ 223514 w 1508539"/>
              <a:gd name="connsiteY131" fmla="*/ 932283 h 6858000"/>
              <a:gd name="connsiteX132" fmla="*/ 225750 w 1508539"/>
              <a:gd name="connsiteY132" fmla="*/ 915925 h 6858000"/>
              <a:gd name="connsiteX133" fmla="*/ 218379 w 1508539"/>
              <a:gd name="connsiteY133" fmla="*/ 896999 h 6858000"/>
              <a:gd name="connsiteX134" fmla="*/ 187787 w 1508539"/>
              <a:gd name="connsiteY134" fmla="*/ 821517 h 6858000"/>
              <a:gd name="connsiteX135" fmla="*/ 166737 w 1508539"/>
              <a:gd name="connsiteY135" fmla="*/ 751353 h 6858000"/>
              <a:gd name="connsiteX136" fmla="*/ 166295 w 1508539"/>
              <a:gd name="connsiteY136" fmla="*/ 721230 h 6858000"/>
              <a:gd name="connsiteX137" fmla="*/ 151966 w 1508539"/>
              <a:gd name="connsiteY137" fmla="*/ 681659 h 6858000"/>
              <a:gd name="connsiteX138" fmla="*/ 137385 w 1508539"/>
              <a:gd name="connsiteY138" fmla="*/ 635218 h 6858000"/>
              <a:gd name="connsiteX139" fmla="*/ 142396 w 1508539"/>
              <a:gd name="connsiteY139" fmla="*/ 613763 h 6858000"/>
              <a:gd name="connsiteX140" fmla="*/ 128338 w 1508539"/>
              <a:gd name="connsiteY140" fmla="*/ 598582 h 6858000"/>
              <a:gd name="connsiteX141" fmla="*/ 128019 w 1508539"/>
              <a:gd name="connsiteY141" fmla="*/ 576846 h 6858000"/>
              <a:gd name="connsiteX142" fmla="*/ 107645 w 1508539"/>
              <a:gd name="connsiteY142" fmla="*/ 530055 h 6858000"/>
              <a:gd name="connsiteX143" fmla="*/ 106893 w 1508539"/>
              <a:gd name="connsiteY143" fmla="*/ 465389 h 6858000"/>
              <a:gd name="connsiteX144" fmla="*/ 89816 w 1508539"/>
              <a:gd name="connsiteY144" fmla="*/ 424699 h 6858000"/>
              <a:gd name="connsiteX145" fmla="*/ 90191 w 1508539"/>
              <a:gd name="connsiteY145" fmla="*/ 404917 h 6858000"/>
              <a:gd name="connsiteX146" fmla="*/ 70148 w 1508539"/>
              <a:gd name="connsiteY146" fmla="*/ 367211 h 6858000"/>
              <a:gd name="connsiteX147" fmla="*/ 36452 w 1508539"/>
              <a:gd name="connsiteY147" fmla="*/ 268519 h 6858000"/>
              <a:gd name="connsiteX148" fmla="*/ 23935 w 1508539"/>
              <a:gd name="connsiteY148" fmla="*/ 160886 h 6858000"/>
              <a:gd name="connsiteX149" fmla="*/ 19312 w 1508539"/>
              <a:gd name="connsiteY149" fmla="*/ 47336 h 6858000"/>
              <a:gd name="connsiteX150" fmla="*/ 0 w 1508539"/>
              <a:gd name="connsiteY15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57315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57174 w 1508539"/>
              <a:gd name="connsiteY3" fmla="*/ 6858000 h 6858000"/>
              <a:gd name="connsiteX4" fmla="*/ 139560 w 1508539"/>
              <a:gd name="connsiteY4" fmla="*/ 6857735 h 6858000"/>
              <a:gd name="connsiteX5" fmla="*/ 69364 w 1508539"/>
              <a:gd name="connsiteY5" fmla="*/ 6809549 h 6858000"/>
              <a:gd name="connsiteX6" fmla="*/ 101575 w 1508539"/>
              <a:gd name="connsiteY6" fmla="*/ 6715115 h 6858000"/>
              <a:gd name="connsiteX7" fmla="*/ 111426 w 1508539"/>
              <a:gd name="connsiteY7" fmla="*/ 6680170 h 6858000"/>
              <a:gd name="connsiteX8" fmla="*/ 136976 w 1508539"/>
              <a:gd name="connsiteY8" fmla="*/ 6621207 h 6858000"/>
              <a:gd name="connsiteX9" fmla="*/ 153633 w 1508539"/>
              <a:gd name="connsiteY9" fmla="*/ 6596265 h 6858000"/>
              <a:gd name="connsiteX10" fmla="*/ 153512 w 1508539"/>
              <a:gd name="connsiteY10" fmla="*/ 6594818 h 6858000"/>
              <a:gd name="connsiteX11" fmla="*/ 157757 w 1508539"/>
              <a:gd name="connsiteY11" fmla="*/ 6593735 h 6858000"/>
              <a:gd name="connsiteX12" fmla="*/ 160954 w 1508539"/>
              <a:gd name="connsiteY12" fmla="*/ 6589172 h 6858000"/>
              <a:gd name="connsiteX13" fmla="*/ 164248 w 1508539"/>
              <a:gd name="connsiteY13" fmla="*/ 6574442 h 6858000"/>
              <a:gd name="connsiteX14" fmla="*/ 164588 w 1508539"/>
              <a:gd name="connsiteY14" fmla="*/ 6568530 h 6858000"/>
              <a:gd name="connsiteX15" fmla="*/ 166997 w 1508539"/>
              <a:gd name="connsiteY15" fmla="*/ 6560674 h 6858000"/>
              <a:gd name="connsiteX16" fmla="*/ 167342 w 1508539"/>
              <a:gd name="connsiteY16" fmla="*/ 6560598 h 6858000"/>
              <a:gd name="connsiteX17" fmla="*/ 169039 w 1508539"/>
              <a:gd name="connsiteY17" fmla="*/ 6553006 h 6858000"/>
              <a:gd name="connsiteX18" fmla="*/ 173735 w 1508539"/>
              <a:gd name="connsiteY18" fmla="*/ 6514360 h 6858000"/>
              <a:gd name="connsiteX19" fmla="*/ 215389 w 1508539"/>
              <a:gd name="connsiteY19" fmla="*/ 6478062 h 6858000"/>
              <a:gd name="connsiteX20" fmla="*/ 226078 w 1508539"/>
              <a:gd name="connsiteY20" fmla="*/ 6460325 h 6858000"/>
              <a:gd name="connsiteX21" fmla="*/ 233311 w 1508539"/>
              <a:gd name="connsiteY21" fmla="*/ 6451488 h 6858000"/>
              <a:gd name="connsiteX22" fmla="*/ 234746 w 1508539"/>
              <a:gd name="connsiteY22" fmla="*/ 6451348 h 6858000"/>
              <a:gd name="connsiteX23" fmla="*/ 239104 w 1508539"/>
              <a:gd name="connsiteY23" fmla="*/ 6414240 h 6858000"/>
              <a:gd name="connsiteX24" fmla="*/ 241880 w 1508539"/>
              <a:gd name="connsiteY24" fmla="*/ 6384857 h 6858000"/>
              <a:gd name="connsiteX25" fmla="*/ 240591 w 1508539"/>
              <a:gd name="connsiteY25" fmla="*/ 6367510 h 6858000"/>
              <a:gd name="connsiteX26" fmla="*/ 244471 w 1508539"/>
              <a:gd name="connsiteY26" fmla="*/ 6349778 h 6858000"/>
              <a:gd name="connsiteX27" fmla="*/ 246136 w 1508539"/>
              <a:gd name="connsiteY27" fmla="*/ 6348250 h 6858000"/>
              <a:gd name="connsiteX28" fmla="*/ 262170 w 1508539"/>
              <a:gd name="connsiteY28" fmla="*/ 6281972 h 6858000"/>
              <a:gd name="connsiteX29" fmla="*/ 272933 w 1508539"/>
              <a:gd name="connsiteY29" fmla="*/ 6211940 h 6858000"/>
              <a:gd name="connsiteX30" fmla="*/ 314428 w 1508539"/>
              <a:gd name="connsiteY30" fmla="*/ 6113913 h 6858000"/>
              <a:gd name="connsiteX31" fmla="*/ 318721 w 1508539"/>
              <a:gd name="connsiteY31" fmla="*/ 6028119 h 6858000"/>
              <a:gd name="connsiteX32" fmla="*/ 345501 w 1508539"/>
              <a:gd name="connsiteY32" fmla="*/ 5934687 h 6858000"/>
              <a:gd name="connsiteX33" fmla="*/ 379513 w 1508539"/>
              <a:gd name="connsiteY33" fmla="*/ 5765594 h 6858000"/>
              <a:gd name="connsiteX34" fmla="*/ 411349 w 1508539"/>
              <a:gd name="connsiteY34" fmla="*/ 5693685 h 6858000"/>
              <a:gd name="connsiteX35" fmla="*/ 431404 w 1508539"/>
              <a:gd name="connsiteY35" fmla="*/ 5665173 h 6858000"/>
              <a:gd name="connsiteX36" fmla="*/ 465121 w 1508539"/>
              <a:gd name="connsiteY36" fmla="*/ 5563435 h 6858000"/>
              <a:gd name="connsiteX37" fmla="*/ 494626 w 1508539"/>
              <a:gd name="connsiteY37" fmla="*/ 5476393 h 6858000"/>
              <a:gd name="connsiteX38" fmla="*/ 525819 w 1508539"/>
              <a:gd name="connsiteY38" fmla="*/ 5396260 h 6858000"/>
              <a:gd name="connsiteX39" fmla="*/ 541800 w 1508539"/>
              <a:gd name="connsiteY39" fmla="*/ 5330009 h 6858000"/>
              <a:gd name="connsiteX40" fmla="*/ 575293 w 1508539"/>
              <a:gd name="connsiteY40" fmla="*/ 5273739 h 6858000"/>
              <a:gd name="connsiteX41" fmla="*/ 584892 w 1508539"/>
              <a:gd name="connsiteY41" fmla="*/ 5241779 h 6858000"/>
              <a:gd name="connsiteX42" fmla="*/ 596118 w 1508539"/>
              <a:gd name="connsiteY42" fmla="*/ 5225268 h 6858000"/>
              <a:gd name="connsiteX43" fmla="*/ 597138 w 1508539"/>
              <a:gd name="connsiteY43" fmla="*/ 5217684 h 6858000"/>
              <a:gd name="connsiteX44" fmla="*/ 604479 w 1508539"/>
              <a:gd name="connsiteY44" fmla="*/ 5193377 h 6858000"/>
              <a:gd name="connsiteX45" fmla="*/ 607782 w 1508539"/>
              <a:gd name="connsiteY45" fmla="*/ 5179288 h 6858000"/>
              <a:gd name="connsiteX46" fmla="*/ 608766 w 1508539"/>
              <a:gd name="connsiteY46" fmla="*/ 5173621 h 6858000"/>
              <a:gd name="connsiteX47" fmla="*/ 604400 w 1508539"/>
              <a:gd name="connsiteY47" fmla="*/ 5159961 h 6858000"/>
              <a:gd name="connsiteX48" fmla="*/ 611077 w 1508539"/>
              <a:gd name="connsiteY48" fmla="*/ 5144295 h 6858000"/>
              <a:gd name="connsiteX49" fmla="*/ 608010 w 1508539"/>
              <a:gd name="connsiteY49" fmla="*/ 5125185 h 6858000"/>
              <a:gd name="connsiteX50" fmla="*/ 614840 w 1508539"/>
              <a:gd name="connsiteY50" fmla="*/ 5121884 h 6858000"/>
              <a:gd name="connsiteX51" fmla="*/ 621876 w 1508539"/>
              <a:gd name="connsiteY51" fmla="*/ 5067850 h 6858000"/>
              <a:gd name="connsiteX52" fmla="*/ 624607 w 1508539"/>
              <a:gd name="connsiteY52" fmla="*/ 5060861 h 6858000"/>
              <a:gd name="connsiteX53" fmla="*/ 621311 w 1508539"/>
              <a:gd name="connsiteY53" fmla="*/ 5034192 h 6858000"/>
              <a:gd name="connsiteX54" fmla="*/ 622865 w 1508539"/>
              <a:gd name="connsiteY54" fmla="*/ 4993030 h 6858000"/>
              <a:gd name="connsiteX55" fmla="*/ 629774 w 1508539"/>
              <a:gd name="connsiteY55" fmla="*/ 4946844 h 6858000"/>
              <a:gd name="connsiteX56" fmla="*/ 625630 w 1508539"/>
              <a:gd name="connsiteY56" fmla="*/ 4932692 h 6858000"/>
              <a:gd name="connsiteX57" fmla="*/ 641033 w 1508539"/>
              <a:gd name="connsiteY57" fmla="*/ 4858827 h 6858000"/>
              <a:gd name="connsiteX58" fmla="*/ 646936 w 1508539"/>
              <a:gd name="connsiteY58" fmla="*/ 4821170 h 6858000"/>
              <a:gd name="connsiteX59" fmla="*/ 651669 w 1508539"/>
              <a:gd name="connsiteY59" fmla="*/ 4780965 h 6858000"/>
              <a:gd name="connsiteX60" fmla="*/ 652962 w 1508539"/>
              <a:gd name="connsiteY60" fmla="*/ 4750867 h 6858000"/>
              <a:gd name="connsiteX61" fmla="*/ 650769 w 1508539"/>
              <a:gd name="connsiteY61" fmla="*/ 4690749 h 6858000"/>
              <a:gd name="connsiteX62" fmla="*/ 646249 w 1508539"/>
              <a:gd name="connsiteY62" fmla="*/ 4584173 h 6858000"/>
              <a:gd name="connsiteX63" fmla="*/ 641332 w 1508539"/>
              <a:gd name="connsiteY63" fmla="*/ 4444346 h 6858000"/>
              <a:gd name="connsiteX64" fmla="*/ 637897 w 1508539"/>
              <a:gd name="connsiteY64" fmla="*/ 4375228 h 6858000"/>
              <a:gd name="connsiteX65" fmla="*/ 618550 w 1508539"/>
              <a:gd name="connsiteY65" fmla="*/ 4214165 h 6858000"/>
              <a:gd name="connsiteX66" fmla="*/ 622623 w 1508539"/>
              <a:gd name="connsiteY66" fmla="*/ 4090296 h 6858000"/>
              <a:gd name="connsiteX67" fmla="*/ 607879 w 1508539"/>
              <a:gd name="connsiteY67" fmla="*/ 4033999 h 6858000"/>
              <a:gd name="connsiteX68" fmla="*/ 609028 w 1508539"/>
              <a:gd name="connsiteY68" fmla="*/ 4031933 h 6858000"/>
              <a:gd name="connsiteX69" fmla="*/ 607604 w 1508539"/>
              <a:gd name="connsiteY69" fmla="*/ 4013953 h 6858000"/>
              <a:gd name="connsiteX70" fmla="*/ 593899 w 1508539"/>
              <a:gd name="connsiteY70" fmla="*/ 3974753 h 6858000"/>
              <a:gd name="connsiteX71" fmla="*/ 595497 w 1508539"/>
              <a:gd name="connsiteY71" fmla="*/ 3969950 h 6858000"/>
              <a:gd name="connsiteX72" fmla="*/ 588919 w 1508539"/>
              <a:gd name="connsiteY72" fmla="*/ 3933779 h 6858000"/>
              <a:gd name="connsiteX73" fmla="*/ 590250 w 1508539"/>
              <a:gd name="connsiteY73" fmla="*/ 3933093 h 6858000"/>
              <a:gd name="connsiteX74" fmla="*/ 594604 w 1508539"/>
              <a:gd name="connsiteY74" fmla="*/ 3922082 h 6858000"/>
              <a:gd name="connsiteX75" fmla="*/ 599682 w 1508539"/>
              <a:gd name="connsiteY75" fmla="*/ 3901461 h 6858000"/>
              <a:gd name="connsiteX76" fmla="*/ 622276 w 1508539"/>
              <a:gd name="connsiteY76" fmla="*/ 3813873 h 6858000"/>
              <a:gd name="connsiteX77" fmla="*/ 621701 w 1508539"/>
              <a:gd name="connsiteY77" fmla="*/ 3806161 h 6858000"/>
              <a:gd name="connsiteX78" fmla="*/ 622008 w 1508539"/>
              <a:gd name="connsiteY78" fmla="*/ 3805957 h 6858000"/>
              <a:gd name="connsiteX79" fmla="*/ 622035 w 1508539"/>
              <a:gd name="connsiteY79" fmla="*/ 3797724 h 6858000"/>
              <a:gd name="connsiteX80" fmla="*/ 620650 w 1508539"/>
              <a:gd name="connsiteY80" fmla="*/ 3792098 h 6858000"/>
              <a:gd name="connsiteX81" fmla="*/ 619534 w 1508539"/>
              <a:gd name="connsiteY81" fmla="*/ 3777135 h 6858000"/>
              <a:gd name="connsiteX82" fmla="*/ 621267 w 1508539"/>
              <a:gd name="connsiteY82" fmla="*/ 3771656 h 6858000"/>
              <a:gd name="connsiteX83" fmla="*/ 625010 w 1508539"/>
              <a:gd name="connsiteY83" fmla="*/ 3769007 h 6858000"/>
              <a:gd name="connsiteX84" fmla="*/ 624476 w 1508539"/>
              <a:gd name="connsiteY84" fmla="*/ 3767709 h 6858000"/>
              <a:gd name="connsiteX85" fmla="*/ 633172 w 1508539"/>
              <a:gd name="connsiteY85" fmla="*/ 3738082 h 6858000"/>
              <a:gd name="connsiteX86" fmla="*/ 640518 w 1508539"/>
              <a:gd name="connsiteY86" fmla="*/ 3673397 h 6858000"/>
              <a:gd name="connsiteX87" fmla="*/ 639814 w 1508539"/>
              <a:gd name="connsiteY87" fmla="*/ 3637109 h 6858000"/>
              <a:gd name="connsiteX88" fmla="*/ 643257 w 1508539"/>
              <a:gd name="connsiteY88" fmla="*/ 3536883 h 6858000"/>
              <a:gd name="connsiteX89" fmla="*/ 650795 w 1508539"/>
              <a:gd name="connsiteY89" fmla="*/ 3435652 h 6858000"/>
              <a:gd name="connsiteX90" fmla="*/ 652466 w 1508539"/>
              <a:gd name="connsiteY90" fmla="*/ 3307769 h 6858000"/>
              <a:gd name="connsiteX91" fmla="*/ 670029 w 1508539"/>
              <a:gd name="connsiteY91" fmla="*/ 3250522 h 6858000"/>
              <a:gd name="connsiteX92" fmla="*/ 670454 w 1508539"/>
              <a:gd name="connsiteY92" fmla="*/ 3229163 h 6858000"/>
              <a:gd name="connsiteX93" fmla="*/ 672277 w 1508539"/>
              <a:gd name="connsiteY93" fmla="*/ 3217217 h 6858000"/>
              <a:gd name="connsiteX94" fmla="*/ 659112 w 1508539"/>
              <a:gd name="connsiteY94" fmla="*/ 3183755 h 6858000"/>
              <a:gd name="connsiteX95" fmla="*/ 659613 w 1508539"/>
              <a:gd name="connsiteY95" fmla="*/ 3178642 h 6858000"/>
              <a:gd name="connsiteX96" fmla="*/ 647213 w 1508539"/>
              <a:gd name="connsiteY96" fmla="*/ 3158586 h 6858000"/>
              <a:gd name="connsiteX97" fmla="*/ 632398 w 1508539"/>
              <a:gd name="connsiteY97" fmla="*/ 3129034 h 6858000"/>
              <a:gd name="connsiteX98" fmla="*/ 633063 w 1508539"/>
              <a:gd name="connsiteY98" fmla="*/ 3126682 h 6858000"/>
              <a:gd name="connsiteX99" fmla="*/ 623931 w 1508539"/>
              <a:gd name="connsiteY99" fmla="*/ 3114519 h 6858000"/>
              <a:gd name="connsiteX100" fmla="*/ 610540 w 1508539"/>
              <a:gd name="connsiteY100" fmla="*/ 3106272 h 6858000"/>
              <a:gd name="connsiteX101" fmla="*/ 583270 w 1508539"/>
              <a:gd name="connsiteY101" fmla="*/ 2958185 h 6858000"/>
              <a:gd name="connsiteX102" fmla="*/ 525884 w 1508539"/>
              <a:gd name="connsiteY102" fmla="*/ 2762989 h 6858000"/>
              <a:gd name="connsiteX103" fmla="*/ 474802 w 1508539"/>
              <a:gd name="connsiteY103" fmla="*/ 2554718 h 6858000"/>
              <a:gd name="connsiteX104" fmla="*/ 454896 w 1508539"/>
              <a:gd name="connsiteY104" fmla="*/ 2485734 h 6858000"/>
              <a:gd name="connsiteX105" fmla="*/ 445619 w 1508539"/>
              <a:gd name="connsiteY105" fmla="*/ 2447068 h 6858000"/>
              <a:gd name="connsiteX106" fmla="*/ 432580 w 1508539"/>
              <a:gd name="connsiteY106" fmla="*/ 2425819 h 6858000"/>
              <a:gd name="connsiteX107" fmla="*/ 438579 w 1508539"/>
              <a:gd name="connsiteY107" fmla="*/ 2402874 h 6858000"/>
              <a:gd name="connsiteX108" fmla="*/ 441191 w 1508539"/>
              <a:gd name="connsiteY108" fmla="*/ 2381443 h 6858000"/>
              <a:gd name="connsiteX109" fmla="*/ 417520 w 1508539"/>
              <a:gd name="connsiteY109" fmla="*/ 2261920 h 6858000"/>
              <a:gd name="connsiteX110" fmla="*/ 407407 w 1508539"/>
              <a:gd name="connsiteY110" fmla="*/ 2195378 h 6858000"/>
              <a:gd name="connsiteX111" fmla="*/ 391624 w 1508539"/>
              <a:gd name="connsiteY111" fmla="*/ 2155135 h 6858000"/>
              <a:gd name="connsiteX112" fmla="*/ 389082 w 1508539"/>
              <a:gd name="connsiteY112" fmla="*/ 2118008 h 6858000"/>
              <a:gd name="connsiteX113" fmla="*/ 390075 w 1508539"/>
              <a:gd name="connsiteY113" fmla="*/ 2050531 h 6858000"/>
              <a:gd name="connsiteX114" fmla="*/ 381881 w 1508539"/>
              <a:gd name="connsiteY114" fmla="*/ 1963269 h 6858000"/>
              <a:gd name="connsiteX115" fmla="*/ 363059 w 1508539"/>
              <a:gd name="connsiteY115" fmla="*/ 1906352 h 6858000"/>
              <a:gd name="connsiteX116" fmla="*/ 339616 w 1508539"/>
              <a:gd name="connsiteY116" fmla="*/ 1861531 h 6858000"/>
              <a:gd name="connsiteX117" fmla="*/ 293415 w 1508539"/>
              <a:gd name="connsiteY117" fmla="*/ 1732919 h 6858000"/>
              <a:gd name="connsiteX118" fmla="*/ 265726 w 1508539"/>
              <a:gd name="connsiteY118" fmla="*/ 1663540 h 6858000"/>
              <a:gd name="connsiteX119" fmla="*/ 264852 w 1508539"/>
              <a:gd name="connsiteY119" fmla="*/ 1615777 h 6858000"/>
              <a:gd name="connsiteX120" fmla="*/ 245647 w 1508539"/>
              <a:gd name="connsiteY120" fmla="*/ 1563678 h 6858000"/>
              <a:gd name="connsiteX121" fmla="*/ 258727 w 1508539"/>
              <a:gd name="connsiteY121" fmla="*/ 1519474 h 6858000"/>
              <a:gd name="connsiteX122" fmla="*/ 251469 w 1508539"/>
              <a:gd name="connsiteY122" fmla="*/ 1477995 h 6858000"/>
              <a:gd name="connsiteX123" fmla="*/ 237554 w 1508539"/>
              <a:gd name="connsiteY123" fmla="*/ 1373769 h 6858000"/>
              <a:gd name="connsiteX124" fmla="*/ 245861 w 1508539"/>
              <a:gd name="connsiteY124" fmla="*/ 1307086 h 6858000"/>
              <a:gd name="connsiteX125" fmla="*/ 247049 w 1508539"/>
              <a:gd name="connsiteY125" fmla="*/ 1189033 h 6858000"/>
              <a:gd name="connsiteX126" fmla="*/ 251734 w 1508539"/>
              <a:gd name="connsiteY126" fmla="*/ 1168288 h 6858000"/>
              <a:gd name="connsiteX127" fmla="*/ 244016 w 1508539"/>
              <a:gd name="connsiteY127" fmla="*/ 1142577 h 6858000"/>
              <a:gd name="connsiteX128" fmla="*/ 233322 w 1508539"/>
              <a:gd name="connsiteY128" fmla="*/ 1088484 h 6858000"/>
              <a:gd name="connsiteX129" fmla="*/ 222058 w 1508539"/>
              <a:gd name="connsiteY129" fmla="*/ 1016103 h 6858000"/>
              <a:gd name="connsiteX130" fmla="*/ 223514 w 1508539"/>
              <a:gd name="connsiteY130" fmla="*/ 932283 h 6858000"/>
              <a:gd name="connsiteX131" fmla="*/ 225750 w 1508539"/>
              <a:gd name="connsiteY131" fmla="*/ 915925 h 6858000"/>
              <a:gd name="connsiteX132" fmla="*/ 218379 w 1508539"/>
              <a:gd name="connsiteY132" fmla="*/ 896999 h 6858000"/>
              <a:gd name="connsiteX133" fmla="*/ 187787 w 1508539"/>
              <a:gd name="connsiteY133" fmla="*/ 821517 h 6858000"/>
              <a:gd name="connsiteX134" fmla="*/ 166737 w 1508539"/>
              <a:gd name="connsiteY134" fmla="*/ 751353 h 6858000"/>
              <a:gd name="connsiteX135" fmla="*/ 166295 w 1508539"/>
              <a:gd name="connsiteY135" fmla="*/ 721230 h 6858000"/>
              <a:gd name="connsiteX136" fmla="*/ 151966 w 1508539"/>
              <a:gd name="connsiteY136" fmla="*/ 681659 h 6858000"/>
              <a:gd name="connsiteX137" fmla="*/ 137385 w 1508539"/>
              <a:gd name="connsiteY137" fmla="*/ 635218 h 6858000"/>
              <a:gd name="connsiteX138" fmla="*/ 142396 w 1508539"/>
              <a:gd name="connsiteY138" fmla="*/ 613763 h 6858000"/>
              <a:gd name="connsiteX139" fmla="*/ 128338 w 1508539"/>
              <a:gd name="connsiteY139" fmla="*/ 598582 h 6858000"/>
              <a:gd name="connsiteX140" fmla="*/ 128019 w 1508539"/>
              <a:gd name="connsiteY140" fmla="*/ 576846 h 6858000"/>
              <a:gd name="connsiteX141" fmla="*/ 107645 w 1508539"/>
              <a:gd name="connsiteY141" fmla="*/ 530055 h 6858000"/>
              <a:gd name="connsiteX142" fmla="*/ 106893 w 1508539"/>
              <a:gd name="connsiteY142" fmla="*/ 465389 h 6858000"/>
              <a:gd name="connsiteX143" fmla="*/ 89816 w 1508539"/>
              <a:gd name="connsiteY143" fmla="*/ 424699 h 6858000"/>
              <a:gd name="connsiteX144" fmla="*/ 90191 w 1508539"/>
              <a:gd name="connsiteY144" fmla="*/ 404917 h 6858000"/>
              <a:gd name="connsiteX145" fmla="*/ 70148 w 1508539"/>
              <a:gd name="connsiteY145" fmla="*/ 367211 h 6858000"/>
              <a:gd name="connsiteX146" fmla="*/ 36452 w 1508539"/>
              <a:gd name="connsiteY146" fmla="*/ 268519 h 6858000"/>
              <a:gd name="connsiteX147" fmla="*/ 23935 w 1508539"/>
              <a:gd name="connsiteY147" fmla="*/ 160886 h 6858000"/>
              <a:gd name="connsiteX148" fmla="*/ 19312 w 1508539"/>
              <a:gd name="connsiteY148" fmla="*/ 47336 h 6858000"/>
              <a:gd name="connsiteX149" fmla="*/ 0 w 1508539"/>
              <a:gd name="connsiteY14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69364 w 1508539"/>
              <a:gd name="connsiteY4" fmla="*/ 6809549 h 6858000"/>
              <a:gd name="connsiteX5" fmla="*/ 101575 w 1508539"/>
              <a:gd name="connsiteY5" fmla="*/ 6715115 h 6858000"/>
              <a:gd name="connsiteX6" fmla="*/ 111426 w 1508539"/>
              <a:gd name="connsiteY6" fmla="*/ 6680170 h 6858000"/>
              <a:gd name="connsiteX7" fmla="*/ 136976 w 1508539"/>
              <a:gd name="connsiteY7" fmla="*/ 6621207 h 6858000"/>
              <a:gd name="connsiteX8" fmla="*/ 153633 w 1508539"/>
              <a:gd name="connsiteY8" fmla="*/ 6596265 h 6858000"/>
              <a:gd name="connsiteX9" fmla="*/ 153512 w 1508539"/>
              <a:gd name="connsiteY9" fmla="*/ 6594818 h 6858000"/>
              <a:gd name="connsiteX10" fmla="*/ 157757 w 1508539"/>
              <a:gd name="connsiteY10" fmla="*/ 6593735 h 6858000"/>
              <a:gd name="connsiteX11" fmla="*/ 160954 w 1508539"/>
              <a:gd name="connsiteY11" fmla="*/ 6589172 h 6858000"/>
              <a:gd name="connsiteX12" fmla="*/ 164248 w 1508539"/>
              <a:gd name="connsiteY12" fmla="*/ 6574442 h 6858000"/>
              <a:gd name="connsiteX13" fmla="*/ 164588 w 1508539"/>
              <a:gd name="connsiteY13" fmla="*/ 6568530 h 6858000"/>
              <a:gd name="connsiteX14" fmla="*/ 166997 w 1508539"/>
              <a:gd name="connsiteY14" fmla="*/ 6560674 h 6858000"/>
              <a:gd name="connsiteX15" fmla="*/ 167342 w 1508539"/>
              <a:gd name="connsiteY15" fmla="*/ 6560598 h 6858000"/>
              <a:gd name="connsiteX16" fmla="*/ 169039 w 1508539"/>
              <a:gd name="connsiteY16" fmla="*/ 6553006 h 6858000"/>
              <a:gd name="connsiteX17" fmla="*/ 173735 w 1508539"/>
              <a:gd name="connsiteY17" fmla="*/ 6514360 h 6858000"/>
              <a:gd name="connsiteX18" fmla="*/ 215389 w 1508539"/>
              <a:gd name="connsiteY18" fmla="*/ 6478062 h 6858000"/>
              <a:gd name="connsiteX19" fmla="*/ 226078 w 1508539"/>
              <a:gd name="connsiteY19" fmla="*/ 6460325 h 6858000"/>
              <a:gd name="connsiteX20" fmla="*/ 233311 w 1508539"/>
              <a:gd name="connsiteY20" fmla="*/ 6451488 h 6858000"/>
              <a:gd name="connsiteX21" fmla="*/ 234746 w 1508539"/>
              <a:gd name="connsiteY21" fmla="*/ 6451348 h 6858000"/>
              <a:gd name="connsiteX22" fmla="*/ 239104 w 1508539"/>
              <a:gd name="connsiteY22" fmla="*/ 6414240 h 6858000"/>
              <a:gd name="connsiteX23" fmla="*/ 241880 w 1508539"/>
              <a:gd name="connsiteY23" fmla="*/ 6384857 h 6858000"/>
              <a:gd name="connsiteX24" fmla="*/ 240591 w 1508539"/>
              <a:gd name="connsiteY24" fmla="*/ 6367510 h 6858000"/>
              <a:gd name="connsiteX25" fmla="*/ 244471 w 1508539"/>
              <a:gd name="connsiteY25" fmla="*/ 6349778 h 6858000"/>
              <a:gd name="connsiteX26" fmla="*/ 246136 w 1508539"/>
              <a:gd name="connsiteY26" fmla="*/ 6348250 h 6858000"/>
              <a:gd name="connsiteX27" fmla="*/ 262170 w 1508539"/>
              <a:gd name="connsiteY27" fmla="*/ 6281972 h 6858000"/>
              <a:gd name="connsiteX28" fmla="*/ 272933 w 1508539"/>
              <a:gd name="connsiteY28" fmla="*/ 6211940 h 6858000"/>
              <a:gd name="connsiteX29" fmla="*/ 314428 w 1508539"/>
              <a:gd name="connsiteY29" fmla="*/ 6113913 h 6858000"/>
              <a:gd name="connsiteX30" fmla="*/ 318721 w 1508539"/>
              <a:gd name="connsiteY30" fmla="*/ 6028119 h 6858000"/>
              <a:gd name="connsiteX31" fmla="*/ 345501 w 1508539"/>
              <a:gd name="connsiteY31" fmla="*/ 5934687 h 6858000"/>
              <a:gd name="connsiteX32" fmla="*/ 379513 w 1508539"/>
              <a:gd name="connsiteY32" fmla="*/ 5765594 h 6858000"/>
              <a:gd name="connsiteX33" fmla="*/ 411349 w 1508539"/>
              <a:gd name="connsiteY33" fmla="*/ 5693685 h 6858000"/>
              <a:gd name="connsiteX34" fmla="*/ 431404 w 1508539"/>
              <a:gd name="connsiteY34" fmla="*/ 5665173 h 6858000"/>
              <a:gd name="connsiteX35" fmla="*/ 465121 w 1508539"/>
              <a:gd name="connsiteY35" fmla="*/ 5563435 h 6858000"/>
              <a:gd name="connsiteX36" fmla="*/ 494626 w 1508539"/>
              <a:gd name="connsiteY36" fmla="*/ 5476393 h 6858000"/>
              <a:gd name="connsiteX37" fmla="*/ 525819 w 1508539"/>
              <a:gd name="connsiteY37" fmla="*/ 5396260 h 6858000"/>
              <a:gd name="connsiteX38" fmla="*/ 541800 w 1508539"/>
              <a:gd name="connsiteY38" fmla="*/ 5330009 h 6858000"/>
              <a:gd name="connsiteX39" fmla="*/ 575293 w 1508539"/>
              <a:gd name="connsiteY39" fmla="*/ 5273739 h 6858000"/>
              <a:gd name="connsiteX40" fmla="*/ 584892 w 1508539"/>
              <a:gd name="connsiteY40" fmla="*/ 5241779 h 6858000"/>
              <a:gd name="connsiteX41" fmla="*/ 596118 w 1508539"/>
              <a:gd name="connsiteY41" fmla="*/ 5225268 h 6858000"/>
              <a:gd name="connsiteX42" fmla="*/ 597138 w 1508539"/>
              <a:gd name="connsiteY42" fmla="*/ 5217684 h 6858000"/>
              <a:gd name="connsiteX43" fmla="*/ 604479 w 1508539"/>
              <a:gd name="connsiteY43" fmla="*/ 5193377 h 6858000"/>
              <a:gd name="connsiteX44" fmla="*/ 607782 w 1508539"/>
              <a:gd name="connsiteY44" fmla="*/ 5179288 h 6858000"/>
              <a:gd name="connsiteX45" fmla="*/ 608766 w 1508539"/>
              <a:gd name="connsiteY45" fmla="*/ 5173621 h 6858000"/>
              <a:gd name="connsiteX46" fmla="*/ 604400 w 1508539"/>
              <a:gd name="connsiteY46" fmla="*/ 5159961 h 6858000"/>
              <a:gd name="connsiteX47" fmla="*/ 611077 w 1508539"/>
              <a:gd name="connsiteY47" fmla="*/ 5144295 h 6858000"/>
              <a:gd name="connsiteX48" fmla="*/ 608010 w 1508539"/>
              <a:gd name="connsiteY48" fmla="*/ 5125185 h 6858000"/>
              <a:gd name="connsiteX49" fmla="*/ 614840 w 1508539"/>
              <a:gd name="connsiteY49" fmla="*/ 5121884 h 6858000"/>
              <a:gd name="connsiteX50" fmla="*/ 621876 w 1508539"/>
              <a:gd name="connsiteY50" fmla="*/ 5067850 h 6858000"/>
              <a:gd name="connsiteX51" fmla="*/ 624607 w 1508539"/>
              <a:gd name="connsiteY51" fmla="*/ 5060861 h 6858000"/>
              <a:gd name="connsiteX52" fmla="*/ 621311 w 1508539"/>
              <a:gd name="connsiteY52" fmla="*/ 5034192 h 6858000"/>
              <a:gd name="connsiteX53" fmla="*/ 622865 w 1508539"/>
              <a:gd name="connsiteY53" fmla="*/ 4993030 h 6858000"/>
              <a:gd name="connsiteX54" fmla="*/ 629774 w 1508539"/>
              <a:gd name="connsiteY54" fmla="*/ 4946844 h 6858000"/>
              <a:gd name="connsiteX55" fmla="*/ 625630 w 1508539"/>
              <a:gd name="connsiteY55" fmla="*/ 4932692 h 6858000"/>
              <a:gd name="connsiteX56" fmla="*/ 641033 w 1508539"/>
              <a:gd name="connsiteY56" fmla="*/ 4858827 h 6858000"/>
              <a:gd name="connsiteX57" fmla="*/ 646936 w 1508539"/>
              <a:gd name="connsiteY57" fmla="*/ 4821170 h 6858000"/>
              <a:gd name="connsiteX58" fmla="*/ 651669 w 1508539"/>
              <a:gd name="connsiteY58" fmla="*/ 4780965 h 6858000"/>
              <a:gd name="connsiteX59" fmla="*/ 652962 w 1508539"/>
              <a:gd name="connsiteY59" fmla="*/ 4750867 h 6858000"/>
              <a:gd name="connsiteX60" fmla="*/ 650769 w 1508539"/>
              <a:gd name="connsiteY60" fmla="*/ 4690749 h 6858000"/>
              <a:gd name="connsiteX61" fmla="*/ 646249 w 1508539"/>
              <a:gd name="connsiteY61" fmla="*/ 4584173 h 6858000"/>
              <a:gd name="connsiteX62" fmla="*/ 641332 w 1508539"/>
              <a:gd name="connsiteY62" fmla="*/ 4444346 h 6858000"/>
              <a:gd name="connsiteX63" fmla="*/ 637897 w 1508539"/>
              <a:gd name="connsiteY63" fmla="*/ 4375228 h 6858000"/>
              <a:gd name="connsiteX64" fmla="*/ 618550 w 1508539"/>
              <a:gd name="connsiteY64" fmla="*/ 4214165 h 6858000"/>
              <a:gd name="connsiteX65" fmla="*/ 622623 w 1508539"/>
              <a:gd name="connsiteY65" fmla="*/ 4090296 h 6858000"/>
              <a:gd name="connsiteX66" fmla="*/ 607879 w 1508539"/>
              <a:gd name="connsiteY66" fmla="*/ 4033999 h 6858000"/>
              <a:gd name="connsiteX67" fmla="*/ 609028 w 1508539"/>
              <a:gd name="connsiteY67" fmla="*/ 4031933 h 6858000"/>
              <a:gd name="connsiteX68" fmla="*/ 607604 w 1508539"/>
              <a:gd name="connsiteY68" fmla="*/ 4013953 h 6858000"/>
              <a:gd name="connsiteX69" fmla="*/ 593899 w 1508539"/>
              <a:gd name="connsiteY69" fmla="*/ 3974753 h 6858000"/>
              <a:gd name="connsiteX70" fmla="*/ 595497 w 1508539"/>
              <a:gd name="connsiteY70" fmla="*/ 3969950 h 6858000"/>
              <a:gd name="connsiteX71" fmla="*/ 588919 w 1508539"/>
              <a:gd name="connsiteY71" fmla="*/ 3933779 h 6858000"/>
              <a:gd name="connsiteX72" fmla="*/ 590250 w 1508539"/>
              <a:gd name="connsiteY72" fmla="*/ 3933093 h 6858000"/>
              <a:gd name="connsiteX73" fmla="*/ 594604 w 1508539"/>
              <a:gd name="connsiteY73" fmla="*/ 3922082 h 6858000"/>
              <a:gd name="connsiteX74" fmla="*/ 599682 w 1508539"/>
              <a:gd name="connsiteY74" fmla="*/ 3901461 h 6858000"/>
              <a:gd name="connsiteX75" fmla="*/ 622276 w 1508539"/>
              <a:gd name="connsiteY75" fmla="*/ 3813873 h 6858000"/>
              <a:gd name="connsiteX76" fmla="*/ 621701 w 1508539"/>
              <a:gd name="connsiteY76" fmla="*/ 3806161 h 6858000"/>
              <a:gd name="connsiteX77" fmla="*/ 622008 w 1508539"/>
              <a:gd name="connsiteY77" fmla="*/ 3805957 h 6858000"/>
              <a:gd name="connsiteX78" fmla="*/ 622035 w 1508539"/>
              <a:gd name="connsiteY78" fmla="*/ 3797724 h 6858000"/>
              <a:gd name="connsiteX79" fmla="*/ 620650 w 1508539"/>
              <a:gd name="connsiteY79" fmla="*/ 3792098 h 6858000"/>
              <a:gd name="connsiteX80" fmla="*/ 619534 w 1508539"/>
              <a:gd name="connsiteY80" fmla="*/ 3777135 h 6858000"/>
              <a:gd name="connsiteX81" fmla="*/ 621267 w 1508539"/>
              <a:gd name="connsiteY81" fmla="*/ 3771656 h 6858000"/>
              <a:gd name="connsiteX82" fmla="*/ 625010 w 1508539"/>
              <a:gd name="connsiteY82" fmla="*/ 3769007 h 6858000"/>
              <a:gd name="connsiteX83" fmla="*/ 624476 w 1508539"/>
              <a:gd name="connsiteY83" fmla="*/ 3767709 h 6858000"/>
              <a:gd name="connsiteX84" fmla="*/ 633172 w 1508539"/>
              <a:gd name="connsiteY84" fmla="*/ 3738082 h 6858000"/>
              <a:gd name="connsiteX85" fmla="*/ 640518 w 1508539"/>
              <a:gd name="connsiteY85" fmla="*/ 3673397 h 6858000"/>
              <a:gd name="connsiteX86" fmla="*/ 639814 w 1508539"/>
              <a:gd name="connsiteY86" fmla="*/ 3637109 h 6858000"/>
              <a:gd name="connsiteX87" fmla="*/ 643257 w 1508539"/>
              <a:gd name="connsiteY87" fmla="*/ 3536883 h 6858000"/>
              <a:gd name="connsiteX88" fmla="*/ 650795 w 1508539"/>
              <a:gd name="connsiteY88" fmla="*/ 3435652 h 6858000"/>
              <a:gd name="connsiteX89" fmla="*/ 652466 w 1508539"/>
              <a:gd name="connsiteY89" fmla="*/ 3307769 h 6858000"/>
              <a:gd name="connsiteX90" fmla="*/ 670029 w 1508539"/>
              <a:gd name="connsiteY90" fmla="*/ 3250522 h 6858000"/>
              <a:gd name="connsiteX91" fmla="*/ 670454 w 1508539"/>
              <a:gd name="connsiteY91" fmla="*/ 3229163 h 6858000"/>
              <a:gd name="connsiteX92" fmla="*/ 672277 w 1508539"/>
              <a:gd name="connsiteY92" fmla="*/ 3217217 h 6858000"/>
              <a:gd name="connsiteX93" fmla="*/ 659112 w 1508539"/>
              <a:gd name="connsiteY93" fmla="*/ 3183755 h 6858000"/>
              <a:gd name="connsiteX94" fmla="*/ 659613 w 1508539"/>
              <a:gd name="connsiteY94" fmla="*/ 3178642 h 6858000"/>
              <a:gd name="connsiteX95" fmla="*/ 647213 w 1508539"/>
              <a:gd name="connsiteY95" fmla="*/ 3158586 h 6858000"/>
              <a:gd name="connsiteX96" fmla="*/ 632398 w 1508539"/>
              <a:gd name="connsiteY96" fmla="*/ 3129034 h 6858000"/>
              <a:gd name="connsiteX97" fmla="*/ 633063 w 1508539"/>
              <a:gd name="connsiteY97" fmla="*/ 3126682 h 6858000"/>
              <a:gd name="connsiteX98" fmla="*/ 623931 w 1508539"/>
              <a:gd name="connsiteY98" fmla="*/ 3114519 h 6858000"/>
              <a:gd name="connsiteX99" fmla="*/ 610540 w 1508539"/>
              <a:gd name="connsiteY99" fmla="*/ 3106272 h 6858000"/>
              <a:gd name="connsiteX100" fmla="*/ 583270 w 1508539"/>
              <a:gd name="connsiteY100" fmla="*/ 2958185 h 6858000"/>
              <a:gd name="connsiteX101" fmla="*/ 525884 w 1508539"/>
              <a:gd name="connsiteY101" fmla="*/ 2762989 h 6858000"/>
              <a:gd name="connsiteX102" fmla="*/ 474802 w 1508539"/>
              <a:gd name="connsiteY102" fmla="*/ 2554718 h 6858000"/>
              <a:gd name="connsiteX103" fmla="*/ 454896 w 1508539"/>
              <a:gd name="connsiteY103" fmla="*/ 2485734 h 6858000"/>
              <a:gd name="connsiteX104" fmla="*/ 445619 w 1508539"/>
              <a:gd name="connsiteY104" fmla="*/ 2447068 h 6858000"/>
              <a:gd name="connsiteX105" fmla="*/ 432580 w 1508539"/>
              <a:gd name="connsiteY105" fmla="*/ 2425819 h 6858000"/>
              <a:gd name="connsiteX106" fmla="*/ 438579 w 1508539"/>
              <a:gd name="connsiteY106" fmla="*/ 2402874 h 6858000"/>
              <a:gd name="connsiteX107" fmla="*/ 441191 w 1508539"/>
              <a:gd name="connsiteY107" fmla="*/ 2381443 h 6858000"/>
              <a:gd name="connsiteX108" fmla="*/ 417520 w 1508539"/>
              <a:gd name="connsiteY108" fmla="*/ 2261920 h 6858000"/>
              <a:gd name="connsiteX109" fmla="*/ 407407 w 1508539"/>
              <a:gd name="connsiteY109" fmla="*/ 2195378 h 6858000"/>
              <a:gd name="connsiteX110" fmla="*/ 391624 w 1508539"/>
              <a:gd name="connsiteY110" fmla="*/ 2155135 h 6858000"/>
              <a:gd name="connsiteX111" fmla="*/ 389082 w 1508539"/>
              <a:gd name="connsiteY111" fmla="*/ 2118008 h 6858000"/>
              <a:gd name="connsiteX112" fmla="*/ 390075 w 1508539"/>
              <a:gd name="connsiteY112" fmla="*/ 2050531 h 6858000"/>
              <a:gd name="connsiteX113" fmla="*/ 381881 w 1508539"/>
              <a:gd name="connsiteY113" fmla="*/ 1963269 h 6858000"/>
              <a:gd name="connsiteX114" fmla="*/ 363059 w 1508539"/>
              <a:gd name="connsiteY114" fmla="*/ 1906352 h 6858000"/>
              <a:gd name="connsiteX115" fmla="*/ 339616 w 1508539"/>
              <a:gd name="connsiteY115" fmla="*/ 1861531 h 6858000"/>
              <a:gd name="connsiteX116" fmla="*/ 293415 w 1508539"/>
              <a:gd name="connsiteY116" fmla="*/ 1732919 h 6858000"/>
              <a:gd name="connsiteX117" fmla="*/ 265726 w 1508539"/>
              <a:gd name="connsiteY117" fmla="*/ 1663540 h 6858000"/>
              <a:gd name="connsiteX118" fmla="*/ 264852 w 1508539"/>
              <a:gd name="connsiteY118" fmla="*/ 1615777 h 6858000"/>
              <a:gd name="connsiteX119" fmla="*/ 245647 w 1508539"/>
              <a:gd name="connsiteY119" fmla="*/ 1563678 h 6858000"/>
              <a:gd name="connsiteX120" fmla="*/ 258727 w 1508539"/>
              <a:gd name="connsiteY120" fmla="*/ 1519474 h 6858000"/>
              <a:gd name="connsiteX121" fmla="*/ 251469 w 1508539"/>
              <a:gd name="connsiteY121" fmla="*/ 1477995 h 6858000"/>
              <a:gd name="connsiteX122" fmla="*/ 237554 w 1508539"/>
              <a:gd name="connsiteY122" fmla="*/ 1373769 h 6858000"/>
              <a:gd name="connsiteX123" fmla="*/ 245861 w 1508539"/>
              <a:gd name="connsiteY123" fmla="*/ 1307086 h 6858000"/>
              <a:gd name="connsiteX124" fmla="*/ 247049 w 1508539"/>
              <a:gd name="connsiteY124" fmla="*/ 1189033 h 6858000"/>
              <a:gd name="connsiteX125" fmla="*/ 251734 w 1508539"/>
              <a:gd name="connsiteY125" fmla="*/ 1168288 h 6858000"/>
              <a:gd name="connsiteX126" fmla="*/ 244016 w 1508539"/>
              <a:gd name="connsiteY126" fmla="*/ 1142577 h 6858000"/>
              <a:gd name="connsiteX127" fmla="*/ 233322 w 1508539"/>
              <a:gd name="connsiteY127" fmla="*/ 1088484 h 6858000"/>
              <a:gd name="connsiteX128" fmla="*/ 222058 w 1508539"/>
              <a:gd name="connsiteY128" fmla="*/ 1016103 h 6858000"/>
              <a:gd name="connsiteX129" fmla="*/ 223514 w 1508539"/>
              <a:gd name="connsiteY129" fmla="*/ 932283 h 6858000"/>
              <a:gd name="connsiteX130" fmla="*/ 225750 w 1508539"/>
              <a:gd name="connsiteY130" fmla="*/ 915925 h 6858000"/>
              <a:gd name="connsiteX131" fmla="*/ 218379 w 1508539"/>
              <a:gd name="connsiteY131" fmla="*/ 896999 h 6858000"/>
              <a:gd name="connsiteX132" fmla="*/ 187787 w 1508539"/>
              <a:gd name="connsiteY132" fmla="*/ 821517 h 6858000"/>
              <a:gd name="connsiteX133" fmla="*/ 166737 w 1508539"/>
              <a:gd name="connsiteY133" fmla="*/ 751353 h 6858000"/>
              <a:gd name="connsiteX134" fmla="*/ 166295 w 1508539"/>
              <a:gd name="connsiteY134" fmla="*/ 721230 h 6858000"/>
              <a:gd name="connsiteX135" fmla="*/ 151966 w 1508539"/>
              <a:gd name="connsiteY135" fmla="*/ 681659 h 6858000"/>
              <a:gd name="connsiteX136" fmla="*/ 137385 w 1508539"/>
              <a:gd name="connsiteY136" fmla="*/ 635218 h 6858000"/>
              <a:gd name="connsiteX137" fmla="*/ 142396 w 1508539"/>
              <a:gd name="connsiteY137" fmla="*/ 613763 h 6858000"/>
              <a:gd name="connsiteX138" fmla="*/ 128338 w 1508539"/>
              <a:gd name="connsiteY138" fmla="*/ 598582 h 6858000"/>
              <a:gd name="connsiteX139" fmla="*/ 128019 w 1508539"/>
              <a:gd name="connsiteY139" fmla="*/ 576846 h 6858000"/>
              <a:gd name="connsiteX140" fmla="*/ 107645 w 1508539"/>
              <a:gd name="connsiteY140" fmla="*/ 530055 h 6858000"/>
              <a:gd name="connsiteX141" fmla="*/ 106893 w 1508539"/>
              <a:gd name="connsiteY141" fmla="*/ 465389 h 6858000"/>
              <a:gd name="connsiteX142" fmla="*/ 89816 w 1508539"/>
              <a:gd name="connsiteY142" fmla="*/ 424699 h 6858000"/>
              <a:gd name="connsiteX143" fmla="*/ 90191 w 1508539"/>
              <a:gd name="connsiteY143" fmla="*/ 404917 h 6858000"/>
              <a:gd name="connsiteX144" fmla="*/ 70148 w 1508539"/>
              <a:gd name="connsiteY144" fmla="*/ 367211 h 6858000"/>
              <a:gd name="connsiteX145" fmla="*/ 36452 w 1508539"/>
              <a:gd name="connsiteY145" fmla="*/ 268519 h 6858000"/>
              <a:gd name="connsiteX146" fmla="*/ 23935 w 1508539"/>
              <a:gd name="connsiteY146" fmla="*/ 160886 h 6858000"/>
              <a:gd name="connsiteX147" fmla="*/ 19312 w 1508539"/>
              <a:gd name="connsiteY147" fmla="*/ 47336 h 6858000"/>
              <a:gd name="connsiteX148" fmla="*/ 0 w 1508539"/>
              <a:gd name="connsiteY148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01575 w 1508539"/>
              <a:gd name="connsiteY4" fmla="*/ 6715115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11426 w 1508539"/>
              <a:gd name="connsiteY5" fmla="*/ 6680170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36976 w 1508539"/>
              <a:gd name="connsiteY6" fmla="*/ 6621207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0954 w 1508539"/>
              <a:gd name="connsiteY10" fmla="*/ 6589172 h 6858000"/>
              <a:gd name="connsiteX11" fmla="*/ 164248 w 1508539"/>
              <a:gd name="connsiteY11" fmla="*/ 6574442 h 6858000"/>
              <a:gd name="connsiteX12" fmla="*/ 164588 w 1508539"/>
              <a:gd name="connsiteY12" fmla="*/ 6568530 h 6858000"/>
              <a:gd name="connsiteX13" fmla="*/ 166997 w 1508539"/>
              <a:gd name="connsiteY13" fmla="*/ 6560674 h 6858000"/>
              <a:gd name="connsiteX14" fmla="*/ 167342 w 1508539"/>
              <a:gd name="connsiteY14" fmla="*/ 6560598 h 6858000"/>
              <a:gd name="connsiteX15" fmla="*/ 169039 w 1508539"/>
              <a:gd name="connsiteY15" fmla="*/ 6553006 h 6858000"/>
              <a:gd name="connsiteX16" fmla="*/ 173735 w 1508539"/>
              <a:gd name="connsiteY16" fmla="*/ 6514360 h 6858000"/>
              <a:gd name="connsiteX17" fmla="*/ 215389 w 1508539"/>
              <a:gd name="connsiteY17" fmla="*/ 6478062 h 6858000"/>
              <a:gd name="connsiteX18" fmla="*/ 226078 w 1508539"/>
              <a:gd name="connsiteY18" fmla="*/ 6460325 h 6858000"/>
              <a:gd name="connsiteX19" fmla="*/ 233311 w 1508539"/>
              <a:gd name="connsiteY19" fmla="*/ 6451488 h 6858000"/>
              <a:gd name="connsiteX20" fmla="*/ 234746 w 1508539"/>
              <a:gd name="connsiteY20" fmla="*/ 6451348 h 6858000"/>
              <a:gd name="connsiteX21" fmla="*/ 239104 w 1508539"/>
              <a:gd name="connsiteY21" fmla="*/ 6414240 h 6858000"/>
              <a:gd name="connsiteX22" fmla="*/ 241880 w 1508539"/>
              <a:gd name="connsiteY22" fmla="*/ 6384857 h 6858000"/>
              <a:gd name="connsiteX23" fmla="*/ 240591 w 1508539"/>
              <a:gd name="connsiteY23" fmla="*/ 6367510 h 6858000"/>
              <a:gd name="connsiteX24" fmla="*/ 244471 w 1508539"/>
              <a:gd name="connsiteY24" fmla="*/ 6349778 h 6858000"/>
              <a:gd name="connsiteX25" fmla="*/ 246136 w 1508539"/>
              <a:gd name="connsiteY25" fmla="*/ 6348250 h 6858000"/>
              <a:gd name="connsiteX26" fmla="*/ 262170 w 1508539"/>
              <a:gd name="connsiteY26" fmla="*/ 6281972 h 6858000"/>
              <a:gd name="connsiteX27" fmla="*/ 272933 w 1508539"/>
              <a:gd name="connsiteY27" fmla="*/ 6211940 h 6858000"/>
              <a:gd name="connsiteX28" fmla="*/ 314428 w 1508539"/>
              <a:gd name="connsiteY28" fmla="*/ 6113913 h 6858000"/>
              <a:gd name="connsiteX29" fmla="*/ 318721 w 1508539"/>
              <a:gd name="connsiteY29" fmla="*/ 6028119 h 6858000"/>
              <a:gd name="connsiteX30" fmla="*/ 345501 w 1508539"/>
              <a:gd name="connsiteY30" fmla="*/ 5934687 h 6858000"/>
              <a:gd name="connsiteX31" fmla="*/ 379513 w 1508539"/>
              <a:gd name="connsiteY31" fmla="*/ 5765594 h 6858000"/>
              <a:gd name="connsiteX32" fmla="*/ 411349 w 1508539"/>
              <a:gd name="connsiteY32" fmla="*/ 5693685 h 6858000"/>
              <a:gd name="connsiteX33" fmla="*/ 431404 w 1508539"/>
              <a:gd name="connsiteY33" fmla="*/ 5665173 h 6858000"/>
              <a:gd name="connsiteX34" fmla="*/ 465121 w 1508539"/>
              <a:gd name="connsiteY34" fmla="*/ 5563435 h 6858000"/>
              <a:gd name="connsiteX35" fmla="*/ 494626 w 1508539"/>
              <a:gd name="connsiteY35" fmla="*/ 5476393 h 6858000"/>
              <a:gd name="connsiteX36" fmla="*/ 525819 w 1508539"/>
              <a:gd name="connsiteY36" fmla="*/ 5396260 h 6858000"/>
              <a:gd name="connsiteX37" fmla="*/ 541800 w 1508539"/>
              <a:gd name="connsiteY37" fmla="*/ 5330009 h 6858000"/>
              <a:gd name="connsiteX38" fmla="*/ 575293 w 1508539"/>
              <a:gd name="connsiteY38" fmla="*/ 5273739 h 6858000"/>
              <a:gd name="connsiteX39" fmla="*/ 584892 w 1508539"/>
              <a:gd name="connsiteY39" fmla="*/ 5241779 h 6858000"/>
              <a:gd name="connsiteX40" fmla="*/ 596118 w 1508539"/>
              <a:gd name="connsiteY40" fmla="*/ 5225268 h 6858000"/>
              <a:gd name="connsiteX41" fmla="*/ 597138 w 1508539"/>
              <a:gd name="connsiteY41" fmla="*/ 5217684 h 6858000"/>
              <a:gd name="connsiteX42" fmla="*/ 604479 w 1508539"/>
              <a:gd name="connsiteY42" fmla="*/ 5193377 h 6858000"/>
              <a:gd name="connsiteX43" fmla="*/ 607782 w 1508539"/>
              <a:gd name="connsiteY43" fmla="*/ 5179288 h 6858000"/>
              <a:gd name="connsiteX44" fmla="*/ 608766 w 1508539"/>
              <a:gd name="connsiteY44" fmla="*/ 5173621 h 6858000"/>
              <a:gd name="connsiteX45" fmla="*/ 604400 w 1508539"/>
              <a:gd name="connsiteY45" fmla="*/ 5159961 h 6858000"/>
              <a:gd name="connsiteX46" fmla="*/ 611077 w 1508539"/>
              <a:gd name="connsiteY46" fmla="*/ 5144295 h 6858000"/>
              <a:gd name="connsiteX47" fmla="*/ 608010 w 1508539"/>
              <a:gd name="connsiteY47" fmla="*/ 5125185 h 6858000"/>
              <a:gd name="connsiteX48" fmla="*/ 614840 w 1508539"/>
              <a:gd name="connsiteY48" fmla="*/ 5121884 h 6858000"/>
              <a:gd name="connsiteX49" fmla="*/ 621876 w 1508539"/>
              <a:gd name="connsiteY49" fmla="*/ 5067850 h 6858000"/>
              <a:gd name="connsiteX50" fmla="*/ 624607 w 1508539"/>
              <a:gd name="connsiteY50" fmla="*/ 5060861 h 6858000"/>
              <a:gd name="connsiteX51" fmla="*/ 621311 w 1508539"/>
              <a:gd name="connsiteY51" fmla="*/ 5034192 h 6858000"/>
              <a:gd name="connsiteX52" fmla="*/ 622865 w 1508539"/>
              <a:gd name="connsiteY52" fmla="*/ 4993030 h 6858000"/>
              <a:gd name="connsiteX53" fmla="*/ 629774 w 1508539"/>
              <a:gd name="connsiteY53" fmla="*/ 4946844 h 6858000"/>
              <a:gd name="connsiteX54" fmla="*/ 625630 w 1508539"/>
              <a:gd name="connsiteY54" fmla="*/ 4932692 h 6858000"/>
              <a:gd name="connsiteX55" fmla="*/ 641033 w 1508539"/>
              <a:gd name="connsiteY55" fmla="*/ 4858827 h 6858000"/>
              <a:gd name="connsiteX56" fmla="*/ 646936 w 1508539"/>
              <a:gd name="connsiteY56" fmla="*/ 4821170 h 6858000"/>
              <a:gd name="connsiteX57" fmla="*/ 651669 w 1508539"/>
              <a:gd name="connsiteY57" fmla="*/ 4780965 h 6858000"/>
              <a:gd name="connsiteX58" fmla="*/ 652962 w 1508539"/>
              <a:gd name="connsiteY58" fmla="*/ 4750867 h 6858000"/>
              <a:gd name="connsiteX59" fmla="*/ 650769 w 1508539"/>
              <a:gd name="connsiteY59" fmla="*/ 4690749 h 6858000"/>
              <a:gd name="connsiteX60" fmla="*/ 646249 w 1508539"/>
              <a:gd name="connsiteY60" fmla="*/ 4584173 h 6858000"/>
              <a:gd name="connsiteX61" fmla="*/ 641332 w 1508539"/>
              <a:gd name="connsiteY61" fmla="*/ 4444346 h 6858000"/>
              <a:gd name="connsiteX62" fmla="*/ 637897 w 1508539"/>
              <a:gd name="connsiteY62" fmla="*/ 4375228 h 6858000"/>
              <a:gd name="connsiteX63" fmla="*/ 618550 w 1508539"/>
              <a:gd name="connsiteY63" fmla="*/ 4214165 h 6858000"/>
              <a:gd name="connsiteX64" fmla="*/ 622623 w 1508539"/>
              <a:gd name="connsiteY64" fmla="*/ 4090296 h 6858000"/>
              <a:gd name="connsiteX65" fmla="*/ 607879 w 1508539"/>
              <a:gd name="connsiteY65" fmla="*/ 4033999 h 6858000"/>
              <a:gd name="connsiteX66" fmla="*/ 609028 w 1508539"/>
              <a:gd name="connsiteY66" fmla="*/ 4031933 h 6858000"/>
              <a:gd name="connsiteX67" fmla="*/ 607604 w 1508539"/>
              <a:gd name="connsiteY67" fmla="*/ 4013953 h 6858000"/>
              <a:gd name="connsiteX68" fmla="*/ 593899 w 1508539"/>
              <a:gd name="connsiteY68" fmla="*/ 3974753 h 6858000"/>
              <a:gd name="connsiteX69" fmla="*/ 595497 w 1508539"/>
              <a:gd name="connsiteY69" fmla="*/ 3969950 h 6858000"/>
              <a:gd name="connsiteX70" fmla="*/ 588919 w 1508539"/>
              <a:gd name="connsiteY70" fmla="*/ 3933779 h 6858000"/>
              <a:gd name="connsiteX71" fmla="*/ 590250 w 1508539"/>
              <a:gd name="connsiteY71" fmla="*/ 3933093 h 6858000"/>
              <a:gd name="connsiteX72" fmla="*/ 594604 w 1508539"/>
              <a:gd name="connsiteY72" fmla="*/ 3922082 h 6858000"/>
              <a:gd name="connsiteX73" fmla="*/ 599682 w 1508539"/>
              <a:gd name="connsiteY73" fmla="*/ 3901461 h 6858000"/>
              <a:gd name="connsiteX74" fmla="*/ 622276 w 1508539"/>
              <a:gd name="connsiteY74" fmla="*/ 3813873 h 6858000"/>
              <a:gd name="connsiteX75" fmla="*/ 621701 w 1508539"/>
              <a:gd name="connsiteY75" fmla="*/ 3806161 h 6858000"/>
              <a:gd name="connsiteX76" fmla="*/ 622008 w 1508539"/>
              <a:gd name="connsiteY76" fmla="*/ 3805957 h 6858000"/>
              <a:gd name="connsiteX77" fmla="*/ 622035 w 1508539"/>
              <a:gd name="connsiteY77" fmla="*/ 3797724 h 6858000"/>
              <a:gd name="connsiteX78" fmla="*/ 620650 w 1508539"/>
              <a:gd name="connsiteY78" fmla="*/ 3792098 h 6858000"/>
              <a:gd name="connsiteX79" fmla="*/ 619534 w 1508539"/>
              <a:gd name="connsiteY79" fmla="*/ 3777135 h 6858000"/>
              <a:gd name="connsiteX80" fmla="*/ 621267 w 1508539"/>
              <a:gd name="connsiteY80" fmla="*/ 3771656 h 6858000"/>
              <a:gd name="connsiteX81" fmla="*/ 625010 w 1508539"/>
              <a:gd name="connsiteY81" fmla="*/ 3769007 h 6858000"/>
              <a:gd name="connsiteX82" fmla="*/ 624476 w 1508539"/>
              <a:gd name="connsiteY82" fmla="*/ 3767709 h 6858000"/>
              <a:gd name="connsiteX83" fmla="*/ 633172 w 1508539"/>
              <a:gd name="connsiteY83" fmla="*/ 3738082 h 6858000"/>
              <a:gd name="connsiteX84" fmla="*/ 640518 w 1508539"/>
              <a:gd name="connsiteY84" fmla="*/ 3673397 h 6858000"/>
              <a:gd name="connsiteX85" fmla="*/ 639814 w 1508539"/>
              <a:gd name="connsiteY85" fmla="*/ 3637109 h 6858000"/>
              <a:gd name="connsiteX86" fmla="*/ 643257 w 1508539"/>
              <a:gd name="connsiteY86" fmla="*/ 3536883 h 6858000"/>
              <a:gd name="connsiteX87" fmla="*/ 650795 w 1508539"/>
              <a:gd name="connsiteY87" fmla="*/ 3435652 h 6858000"/>
              <a:gd name="connsiteX88" fmla="*/ 652466 w 1508539"/>
              <a:gd name="connsiteY88" fmla="*/ 3307769 h 6858000"/>
              <a:gd name="connsiteX89" fmla="*/ 670029 w 1508539"/>
              <a:gd name="connsiteY89" fmla="*/ 3250522 h 6858000"/>
              <a:gd name="connsiteX90" fmla="*/ 670454 w 1508539"/>
              <a:gd name="connsiteY90" fmla="*/ 3229163 h 6858000"/>
              <a:gd name="connsiteX91" fmla="*/ 672277 w 1508539"/>
              <a:gd name="connsiteY91" fmla="*/ 3217217 h 6858000"/>
              <a:gd name="connsiteX92" fmla="*/ 659112 w 1508539"/>
              <a:gd name="connsiteY92" fmla="*/ 3183755 h 6858000"/>
              <a:gd name="connsiteX93" fmla="*/ 659613 w 1508539"/>
              <a:gd name="connsiteY93" fmla="*/ 3178642 h 6858000"/>
              <a:gd name="connsiteX94" fmla="*/ 647213 w 1508539"/>
              <a:gd name="connsiteY94" fmla="*/ 3158586 h 6858000"/>
              <a:gd name="connsiteX95" fmla="*/ 632398 w 1508539"/>
              <a:gd name="connsiteY95" fmla="*/ 3129034 h 6858000"/>
              <a:gd name="connsiteX96" fmla="*/ 633063 w 1508539"/>
              <a:gd name="connsiteY96" fmla="*/ 3126682 h 6858000"/>
              <a:gd name="connsiteX97" fmla="*/ 623931 w 1508539"/>
              <a:gd name="connsiteY97" fmla="*/ 3114519 h 6858000"/>
              <a:gd name="connsiteX98" fmla="*/ 610540 w 1508539"/>
              <a:gd name="connsiteY98" fmla="*/ 3106272 h 6858000"/>
              <a:gd name="connsiteX99" fmla="*/ 583270 w 1508539"/>
              <a:gd name="connsiteY99" fmla="*/ 2958185 h 6858000"/>
              <a:gd name="connsiteX100" fmla="*/ 525884 w 1508539"/>
              <a:gd name="connsiteY100" fmla="*/ 2762989 h 6858000"/>
              <a:gd name="connsiteX101" fmla="*/ 474802 w 1508539"/>
              <a:gd name="connsiteY101" fmla="*/ 2554718 h 6858000"/>
              <a:gd name="connsiteX102" fmla="*/ 454896 w 1508539"/>
              <a:gd name="connsiteY102" fmla="*/ 2485734 h 6858000"/>
              <a:gd name="connsiteX103" fmla="*/ 445619 w 1508539"/>
              <a:gd name="connsiteY103" fmla="*/ 2447068 h 6858000"/>
              <a:gd name="connsiteX104" fmla="*/ 432580 w 1508539"/>
              <a:gd name="connsiteY104" fmla="*/ 2425819 h 6858000"/>
              <a:gd name="connsiteX105" fmla="*/ 438579 w 1508539"/>
              <a:gd name="connsiteY105" fmla="*/ 2402874 h 6858000"/>
              <a:gd name="connsiteX106" fmla="*/ 441191 w 1508539"/>
              <a:gd name="connsiteY106" fmla="*/ 2381443 h 6858000"/>
              <a:gd name="connsiteX107" fmla="*/ 417520 w 1508539"/>
              <a:gd name="connsiteY107" fmla="*/ 2261920 h 6858000"/>
              <a:gd name="connsiteX108" fmla="*/ 407407 w 1508539"/>
              <a:gd name="connsiteY108" fmla="*/ 2195378 h 6858000"/>
              <a:gd name="connsiteX109" fmla="*/ 391624 w 1508539"/>
              <a:gd name="connsiteY109" fmla="*/ 2155135 h 6858000"/>
              <a:gd name="connsiteX110" fmla="*/ 389082 w 1508539"/>
              <a:gd name="connsiteY110" fmla="*/ 2118008 h 6858000"/>
              <a:gd name="connsiteX111" fmla="*/ 390075 w 1508539"/>
              <a:gd name="connsiteY111" fmla="*/ 2050531 h 6858000"/>
              <a:gd name="connsiteX112" fmla="*/ 381881 w 1508539"/>
              <a:gd name="connsiteY112" fmla="*/ 1963269 h 6858000"/>
              <a:gd name="connsiteX113" fmla="*/ 363059 w 1508539"/>
              <a:gd name="connsiteY113" fmla="*/ 1906352 h 6858000"/>
              <a:gd name="connsiteX114" fmla="*/ 339616 w 1508539"/>
              <a:gd name="connsiteY114" fmla="*/ 1861531 h 6858000"/>
              <a:gd name="connsiteX115" fmla="*/ 293415 w 1508539"/>
              <a:gd name="connsiteY115" fmla="*/ 1732919 h 6858000"/>
              <a:gd name="connsiteX116" fmla="*/ 265726 w 1508539"/>
              <a:gd name="connsiteY116" fmla="*/ 1663540 h 6858000"/>
              <a:gd name="connsiteX117" fmla="*/ 264852 w 1508539"/>
              <a:gd name="connsiteY117" fmla="*/ 1615777 h 6858000"/>
              <a:gd name="connsiteX118" fmla="*/ 245647 w 1508539"/>
              <a:gd name="connsiteY118" fmla="*/ 1563678 h 6858000"/>
              <a:gd name="connsiteX119" fmla="*/ 258727 w 1508539"/>
              <a:gd name="connsiteY119" fmla="*/ 1519474 h 6858000"/>
              <a:gd name="connsiteX120" fmla="*/ 251469 w 1508539"/>
              <a:gd name="connsiteY120" fmla="*/ 1477995 h 6858000"/>
              <a:gd name="connsiteX121" fmla="*/ 237554 w 1508539"/>
              <a:gd name="connsiteY121" fmla="*/ 1373769 h 6858000"/>
              <a:gd name="connsiteX122" fmla="*/ 245861 w 1508539"/>
              <a:gd name="connsiteY122" fmla="*/ 1307086 h 6858000"/>
              <a:gd name="connsiteX123" fmla="*/ 247049 w 1508539"/>
              <a:gd name="connsiteY123" fmla="*/ 1189033 h 6858000"/>
              <a:gd name="connsiteX124" fmla="*/ 251734 w 1508539"/>
              <a:gd name="connsiteY124" fmla="*/ 1168288 h 6858000"/>
              <a:gd name="connsiteX125" fmla="*/ 244016 w 1508539"/>
              <a:gd name="connsiteY125" fmla="*/ 1142577 h 6858000"/>
              <a:gd name="connsiteX126" fmla="*/ 233322 w 1508539"/>
              <a:gd name="connsiteY126" fmla="*/ 1088484 h 6858000"/>
              <a:gd name="connsiteX127" fmla="*/ 222058 w 1508539"/>
              <a:gd name="connsiteY127" fmla="*/ 1016103 h 6858000"/>
              <a:gd name="connsiteX128" fmla="*/ 223514 w 1508539"/>
              <a:gd name="connsiteY128" fmla="*/ 932283 h 6858000"/>
              <a:gd name="connsiteX129" fmla="*/ 225750 w 1508539"/>
              <a:gd name="connsiteY129" fmla="*/ 915925 h 6858000"/>
              <a:gd name="connsiteX130" fmla="*/ 218379 w 1508539"/>
              <a:gd name="connsiteY130" fmla="*/ 896999 h 6858000"/>
              <a:gd name="connsiteX131" fmla="*/ 187787 w 1508539"/>
              <a:gd name="connsiteY131" fmla="*/ 821517 h 6858000"/>
              <a:gd name="connsiteX132" fmla="*/ 166737 w 1508539"/>
              <a:gd name="connsiteY132" fmla="*/ 751353 h 6858000"/>
              <a:gd name="connsiteX133" fmla="*/ 166295 w 1508539"/>
              <a:gd name="connsiteY133" fmla="*/ 721230 h 6858000"/>
              <a:gd name="connsiteX134" fmla="*/ 151966 w 1508539"/>
              <a:gd name="connsiteY134" fmla="*/ 681659 h 6858000"/>
              <a:gd name="connsiteX135" fmla="*/ 137385 w 1508539"/>
              <a:gd name="connsiteY135" fmla="*/ 635218 h 6858000"/>
              <a:gd name="connsiteX136" fmla="*/ 142396 w 1508539"/>
              <a:gd name="connsiteY136" fmla="*/ 613763 h 6858000"/>
              <a:gd name="connsiteX137" fmla="*/ 128338 w 1508539"/>
              <a:gd name="connsiteY137" fmla="*/ 598582 h 6858000"/>
              <a:gd name="connsiteX138" fmla="*/ 128019 w 1508539"/>
              <a:gd name="connsiteY138" fmla="*/ 576846 h 6858000"/>
              <a:gd name="connsiteX139" fmla="*/ 107645 w 1508539"/>
              <a:gd name="connsiteY139" fmla="*/ 530055 h 6858000"/>
              <a:gd name="connsiteX140" fmla="*/ 106893 w 1508539"/>
              <a:gd name="connsiteY140" fmla="*/ 465389 h 6858000"/>
              <a:gd name="connsiteX141" fmla="*/ 89816 w 1508539"/>
              <a:gd name="connsiteY141" fmla="*/ 424699 h 6858000"/>
              <a:gd name="connsiteX142" fmla="*/ 90191 w 1508539"/>
              <a:gd name="connsiteY142" fmla="*/ 404917 h 6858000"/>
              <a:gd name="connsiteX143" fmla="*/ 70148 w 1508539"/>
              <a:gd name="connsiteY143" fmla="*/ 367211 h 6858000"/>
              <a:gd name="connsiteX144" fmla="*/ 36452 w 1508539"/>
              <a:gd name="connsiteY144" fmla="*/ 268519 h 6858000"/>
              <a:gd name="connsiteX145" fmla="*/ 23935 w 1508539"/>
              <a:gd name="connsiteY145" fmla="*/ 160886 h 6858000"/>
              <a:gd name="connsiteX146" fmla="*/ 19312 w 1508539"/>
              <a:gd name="connsiteY146" fmla="*/ 47336 h 6858000"/>
              <a:gd name="connsiteX147" fmla="*/ 0 w 1508539"/>
              <a:gd name="connsiteY147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173735 w 1508539"/>
              <a:gd name="connsiteY15" fmla="*/ 6514360 h 6858000"/>
              <a:gd name="connsiteX16" fmla="*/ 215389 w 1508539"/>
              <a:gd name="connsiteY16" fmla="*/ 6478062 h 6858000"/>
              <a:gd name="connsiteX17" fmla="*/ 226078 w 1508539"/>
              <a:gd name="connsiteY17" fmla="*/ 6460325 h 6858000"/>
              <a:gd name="connsiteX18" fmla="*/ 233311 w 1508539"/>
              <a:gd name="connsiteY18" fmla="*/ 6451488 h 6858000"/>
              <a:gd name="connsiteX19" fmla="*/ 234746 w 1508539"/>
              <a:gd name="connsiteY19" fmla="*/ 6451348 h 6858000"/>
              <a:gd name="connsiteX20" fmla="*/ 239104 w 1508539"/>
              <a:gd name="connsiteY20" fmla="*/ 6414240 h 6858000"/>
              <a:gd name="connsiteX21" fmla="*/ 241880 w 1508539"/>
              <a:gd name="connsiteY21" fmla="*/ 6384857 h 6858000"/>
              <a:gd name="connsiteX22" fmla="*/ 240591 w 1508539"/>
              <a:gd name="connsiteY22" fmla="*/ 6367510 h 6858000"/>
              <a:gd name="connsiteX23" fmla="*/ 244471 w 1508539"/>
              <a:gd name="connsiteY23" fmla="*/ 6349778 h 6858000"/>
              <a:gd name="connsiteX24" fmla="*/ 246136 w 1508539"/>
              <a:gd name="connsiteY24" fmla="*/ 6348250 h 6858000"/>
              <a:gd name="connsiteX25" fmla="*/ 262170 w 1508539"/>
              <a:gd name="connsiteY25" fmla="*/ 6281972 h 6858000"/>
              <a:gd name="connsiteX26" fmla="*/ 272933 w 1508539"/>
              <a:gd name="connsiteY26" fmla="*/ 6211940 h 6858000"/>
              <a:gd name="connsiteX27" fmla="*/ 314428 w 1508539"/>
              <a:gd name="connsiteY27" fmla="*/ 6113913 h 6858000"/>
              <a:gd name="connsiteX28" fmla="*/ 318721 w 1508539"/>
              <a:gd name="connsiteY28" fmla="*/ 6028119 h 6858000"/>
              <a:gd name="connsiteX29" fmla="*/ 345501 w 1508539"/>
              <a:gd name="connsiteY29" fmla="*/ 5934687 h 6858000"/>
              <a:gd name="connsiteX30" fmla="*/ 379513 w 1508539"/>
              <a:gd name="connsiteY30" fmla="*/ 5765594 h 6858000"/>
              <a:gd name="connsiteX31" fmla="*/ 411349 w 1508539"/>
              <a:gd name="connsiteY31" fmla="*/ 5693685 h 6858000"/>
              <a:gd name="connsiteX32" fmla="*/ 431404 w 1508539"/>
              <a:gd name="connsiteY32" fmla="*/ 5665173 h 6858000"/>
              <a:gd name="connsiteX33" fmla="*/ 465121 w 1508539"/>
              <a:gd name="connsiteY33" fmla="*/ 5563435 h 6858000"/>
              <a:gd name="connsiteX34" fmla="*/ 494626 w 1508539"/>
              <a:gd name="connsiteY34" fmla="*/ 5476393 h 6858000"/>
              <a:gd name="connsiteX35" fmla="*/ 525819 w 1508539"/>
              <a:gd name="connsiteY35" fmla="*/ 5396260 h 6858000"/>
              <a:gd name="connsiteX36" fmla="*/ 541800 w 1508539"/>
              <a:gd name="connsiteY36" fmla="*/ 5330009 h 6858000"/>
              <a:gd name="connsiteX37" fmla="*/ 575293 w 1508539"/>
              <a:gd name="connsiteY37" fmla="*/ 5273739 h 6858000"/>
              <a:gd name="connsiteX38" fmla="*/ 584892 w 1508539"/>
              <a:gd name="connsiteY38" fmla="*/ 5241779 h 6858000"/>
              <a:gd name="connsiteX39" fmla="*/ 596118 w 1508539"/>
              <a:gd name="connsiteY39" fmla="*/ 5225268 h 6858000"/>
              <a:gd name="connsiteX40" fmla="*/ 597138 w 1508539"/>
              <a:gd name="connsiteY40" fmla="*/ 5217684 h 6858000"/>
              <a:gd name="connsiteX41" fmla="*/ 604479 w 1508539"/>
              <a:gd name="connsiteY41" fmla="*/ 5193377 h 6858000"/>
              <a:gd name="connsiteX42" fmla="*/ 607782 w 1508539"/>
              <a:gd name="connsiteY42" fmla="*/ 5179288 h 6858000"/>
              <a:gd name="connsiteX43" fmla="*/ 608766 w 1508539"/>
              <a:gd name="connsiteY43" fmla="*/ 5173621 h 6858000"/>
              <a:gd name="connsiteX44" fmla="*/ 604400 w 1508539"/>
              <a:gd name="connsiteY44" fmla="*/ 5159961 h 6858000"/>
              <a:gd name="connsiteX45" fmla="*/ 611077 w 1508539"/>
              <a:gd name="connsiteY45" fmla="*/ 5144295 h 6858000"/>
              <a:gd name="connsiteX46" fmla="*/ 608010 w 1508539"/>
              <a:gd name="connsiteY46" fmla="*/ 5125185 h 6858000"/>
              <a:gd name="connsiteX47" fmla="*/ 614840 w 1508539"/>
              <a:gd name="connsiteY47" fmla="*/ 5121884 h 6858000"/>
              <a:gd name="connsiteX48" fmla="*/ 621876 w 1508539"/>
              <a:gd name="connsiteY48" fmla="*/ 5067850 h 6858000"/>
              <a:gd name="connsiteX49" fmla="*/ 624607 w 1508539"/>
              <a:gd name="connsiteY49" fmla="*/ 5060861 h 6858000"/>
              <a:gd name="connsiteX50" fmla="*/ 621311 w 1508539"/>
              <a:gd name="connsiteY50" fmla="*/ 5034192 h 6858000"/>
              <a:gd name="connsiteX51" fmla="*/ 622865 w 1508539"/>
              <a:gd name="connsiteY51" fmla="*/ 4993030 h 6858000"/>
              <a:gd name="connsiteX52" fmla="*/ 629774 w 1508539"/>
              <a:gd name="connsiteY52" fmla="*/ 4946844 h 6858000"/>
              <a:gd name="connsiteX53" fmla="*/ 625630 w 1508539"/>
              <a:gd name="connsiteY53" fmla="*/ 4932692 h 6858000"/>
              <a:gd name="connsiteX54" fmla="*/ 641033 w 1508539"/>
              <a:gd name="connsiteY54" fmla="*/ 4858827 h 6858000"/>
              <a:gd name="connsiteX55" fmla="*/ 646936 w 1508539"/>
              <a:gd name="connsiteY55" fmla="*/ 4821170 h 6858000"/>
              <a:gd name="connsiteX56" fmla="*/ 651669 w 1508539"/>
              <a:gd name="connsiteY56" fmla="*/ 4780965 h 6858000"/>
              <a:gd name="connsiteX57" fmla="*/ 652962 w 1508539"/>
              <a:gd name="connsiteY57" fmla="*/ 4750867 h 6858000"/>
              <a:gd name="connsiteX58" fmla="*/ 650769 w 1508539"/>
              <a:gd name="connsiteY58" fmla="*/ 4690749 h 6858000"/>
              <a:gd name="connsiteX59" fmla="*/ 646249 w 1508539"/>
              <a:gd name="connsiteY59" fmla="*/ 4584173 h 6858000"/>
              <a:gd name="connsiteX60" fmla="*/ 641332 w 1508539"/>
              <a:gd name="connsiteY60" fmla="*/ 4444346 h 6858000"/>
              <a:gd name="connsiteX61" fmla="*/ 637897 w 1508539"/>
              <a:gd name="connsiteY61" fmla="*/ 4375228 h 6858000"/>
              <a:gd name="connsiteX62" fmla="*/ 618550 w 1508539"/>
              <a:gd name="connsiteY62" fmla="*/ 4214165 h 6858000"/>
              <a:gd name="connsiteX63" fmla="*/ 622623 w 1508539"/>
              <a:gd name="connsiteY63" fmla="*/ 4090296 h 6858000"/>
              <a:gd name="connsiteX64" fmla="*/ 607879 w 1508539"/>
              <a:gd name="connsiteY64" fmla="*/ 4033999 h 6858000"/>
              <a:gd name="connsiteX65" fmla="*/ 609028 w 1508539"/>
              <a:gd name="connsiteY65" fmla="*/ 4031933 h 6858000"/>
              <a:gd name="connsiteX66" fmla="*/ 607604 w 1508539"/>
              <a:gd name="connsiteY66" fmla="*/ 4013953 h 6858000"/>
              <a:gd name="connsiteX67" fmla="*/ 593899 w 1508539"/>
              <a:gd name="connsiteY67" fmla="*/ 3974753 h 6858000"/>
              <a:gd name="connsiteX68" fmla="*/ 595497 w 1508539"/>
              <a:gd name="connsiteY68" fmla="*/ 3969950 h 6858000"/>
              <a:gd name="connsiteX69" fmla="*/ 588919 w 1508539"/>
              <a:gd name="connsiteY69" fmla="*/ 3933779 h 6858000"/>
              <a:gd name="connsiteX70" fmla="*/ 590250 w 1508539"/>
              <a:gd name="connsiteY70" fmla="*/ 3933093 h 6858000"/>
              <a:gd name="connsiteX71" fmla="*/ 594604 w 1508539"/>
              <a:gd name="connsiteY71" fmla="*/ 3922082 h 6858000"/>
              <a:gd name="connsiteX72" fmla="*/ 599682 w 1508539"/>
              <a:gd name="connsiteY72" fmla="*/ 3901461 h 6858000"/>
              <a:gd name="connsiteX73" fmla="*/ 622276 w 1508539"/>
              <a:gd name="connsiteY73" fmla="*/ 3813873 h 6858000"/>
              <a:gd name="connsiteX74" fmla="*/ 621701 w 1508539"/>
              <a:gd name="connsiteY74" fmla="*/ 3806161 h 6858000"/>
              <a:gd name="connsiteX75" fmla="*/ 622008 w 1508539"/>
              <a:gd name="connsiteY75" fmla="*/ 3805957 h 6858000"/>
              <a:gd name="connsiteX76" fmla="*/ 622035 w 1508539"/>
              <a:gd name="connsiteY76" fmla="*/ 3797724 h 6858000"/>
              <a:gd name="connsiteX77" fmla="*/ 620650 w 1508539"/>
              <a:gd name="connsiteY77" fmla="*/ 3792098 h 6858000"/>
              <a:gd name="connsiteX78" fmla="*/ 619534 w 1508539"/>
              <a:gd name="connsiteY78" fmla="*/ 3777135 h 6858000"/>
              <a:gd name="connsiteX79" fmla="*/ 621267 w 1508539"/>
              <a:gd name="connsiteY79" fmla="*/ 3771656 h 6858000"/>
              <a:gd name="connsiteX80" fmla="*/ 625010 w 1508539"/>
              <a:gd name="connsiteY80" fmla="*/ 3769007 h 6858000"/>
              <a:gd name="connsiteX81" fmla="*/ 624476 w 1508539"/>
              <a:gd name="connsiteY81" fmla="*/ 3767709 h 6858000"/>
              <a:gd name="connsiteX82" fmla="*/ 633172 w 1508539"/>
              <a:gd name="connsiteY82" fmla="*/ 3738082 h 6858000"/>
              <a:gd name="connsiteX83" fmla="*/ 640518 w 1508539"/>
              <a:gd name="connsiteY83" fmla="*/ 3673397 h 6858000"/>
              <a:gd name="connsiteX84" fmla="*/ 639814 w 1508539"/>
              <a:gd name="connsiteY84" fmla="*/ 3637109 h 6858000"/>
              <a:gd name="connsiteX85" fmla="*/ 643257 w 1508539"/>
              <a:gd name="connsiteY85" fmla="*/ 3536883 h 6858000"/>
              <a:gd name="connsiteX86" fmla="*/ 650795 w 1508539"/>
              <a:gd name="connsiteY86" fmla="*/ 3435652 h 6858000"/>
              <a:gd name="connsiteX87" fmla="*/ 652466 w 1508539"/>
              <a:gd name="connsiteY87" fmla="*/ 3307769 h 6858000"/>
              <a:gd name="connsiteX88" fmla="*/ 670029 w 1508539"/>
              <a:gd name="connsiteY88" fmla="*/ 3250522 h 6858000"/>
              <a:gd name="connsiteX89" fmla="*/ 670454 w 1508539"/>
              <a:gd name="connsiteY89" fmla="*/ 3229163 h 6858000"/>
              <a:gd name="connsiteX90" fmla="*/ 672277 w 1508539"/>
              <a:gd name="connsiteY90" fmla="*/ 3217217 h 6858000"/>
              <a:gd name="connsiteX91" fmla="*/ 659112 w 1508539"/>
              <a:gd name="connsiteY91" fmla="*/ 3183755 h 6858000"/>
              <a:gd name="connsiteX92" fmla="*/ 659613 w 1508539"/>
              <a:gd name="connsiteY92" fmla="*/ 3178642 h 6858000"/>
              <a:gd name="connsiteX93" fmla="*/ 647213 w 1508539"/>
              <a:gd name="connsiteY93" fmla="*/ 3158586 h 6858000"/>
              <a:gd name="connsiteX94" fmla="*/ 632398 w 1508539"/>
              <a:gd name="connsiteY94" fmla="*/ 3129034 h 6858000"/>
              <a:gd name="connsiteX95" fmla="*/ 633063 w 1508539"/>
              <a:gd name="connsiteY95" fmla="*/ 3126682 h 6858000"/>
              <a:gd name="connsiteX96" fmla="*/ 623931 w 1508539"/>
              <a:gd name="connsiteY96" fmla="*/ 3114519 h 6858000"/>
              <a:gd name="connsiteX97" fmla="*/ 610540 w 1508539"/>
              <a:gd name="connsiteY97" fmla="*/ 3106272 h 6858000"/>
              <a:gd name="connsiteX98" fmla="*/ 583270 w 1508539"/>
              <a:gd name="connsiteY98" fmla="*/ 2958185 h 6858000"/>
              <a:gd name="connsiteX99" fmla="*/ 525884 w 1508539"/>
              <a:gd name="connsiteY99" fmla="*/ 2762989 h 6858000"/>
              <a:gd name="connsiteX100" fmla="*/ 474802 w 1508539"/>
              <a:gd name="connsiteY100" fmla="*/ 2554718 h 6858000"/>
              <a:gd name="connsiteX101" fmla="*/ 454896 w 1508539"/>
              <a:gd name="connsiteY101" fmla="*/ 2485734 h 6858000"/>
              <a:gd name="connsiteX102" fmla="*/ 445619 w 1508539"/>
              <a:gd name="connsiteY102" fmla="*/ 2447068 h 6858000"/>
              <a:gd name="connsiteX103" fmla="*/ 432580 w 1508539"/>
              <a:gd name="connsiteY103" fmla="*/ 2425819 h 6858000"/>
              <a:gd name="connsiteX104" fmla="*/ 438579 w 1508539"/>
              <a:gd name="connsiteY104" fmla="*/ 2402874 h 6858000"/>
              <a:gd name="connsiteX105" fmla="*/ 441191 w 1508539"/>
              <a:gd name="connsiteY105" fmla="*/ 2381443 h 6858000"/>
              <a:gd name="connsiteX106" fmla="*/ 417520 w 1508539"/>
              <a:gd name="connsiteY106" fmla="*/ 2261920 h 6858000"/>
              <a:gd name="connsiteX107" fmla="*/ 407407 w 1508539"/>
              <a:gd name="connsiteY107" fmla="*/ 2195378 h 6858000"/>
              <a:gd name="connsiteX108" fmla="*/ 391624 w 1508539"/>
              <a:gd name="connsiteY108" fmla="*/ 2155135 h 6858000"/>
              <a:gd name="connsiteX109" fmla="*/ 389082 w 1508539"/>
              <a:gd name="connsiteY109" fmla="*/ 2118008 h 6858000"/>
              <a:gd name="connsiteX110" fmla="*/ 390075 w 1508539"/>
              <a:gd name="connsiteY110" fmla="*/ 2050531 h 6858000"/>
              <a:gd name="connsiteX111" fmla="*/ 381881 w 1508539"/>
              <a:gd name="connsiteY111" fmla="*/ 1963269 h 6858000"/>
              <a:gd name="connsiteX112" fmla="*/ 363059 w 1508539"/>
              <a:gd name="connsiteY112" fmla="*/ 1906352 h 6858000"/>
              <a:gd name="connsiteX113" fmla="*/ 339616 w 1508539"/>
              <a:gd name="connsiteY113" fmla="*/ 1861531 h 6858000"/>
              <a:gd name="connsiteX114" fmla="*/ 293415 w 1508539"/>
              <a:gd name="connsiteY114" fmla="*/ 1732919 h 6858000"/>
              <a:gd name="connsiteX115" fmla="*/ 265726 w 1508539"/>
              <a:gd name="connsiteY115" fmla="*/ 1663540 h 6858000"/>
              <a:gd name="connsiteX116" fmla="*/ 264852 w 1508539"/>
              <a:gd name="connsiteY116" fmla="*/ 1615777 h 6858000"/>
              <a:gd name="connsiteX117" fmla="*/ 245647 w 1508539"/>
              <a:gd name="connsiteY117" fmla="*/ 1563678 h 6858000"/>
              <a:gd name="connsiteX118" fmla="*/ 258727 w 1508539"/>
              <a:gd name="connsiteY118" fmla="*/ 1519474 h 6858000"/>
              <a:gd name="connsiteX119" fmla="*/ 251469 w 1508539"/>
              <a:gd name="connsiteY119" fmla="*/ 1477995 h 6858000"/>
              <a:gd name="connsiteX120" fmla="*/ 237554 w 1508539"/>
              <a:gd name="connsiteY120" fmla="*/ 1373769 h 6858000"/>
              <a:gd name="connsiteX121" fmla="*/ 245861 w 1508539"/>
              <a:gd name="connsiteY121" fmla="*/ 1307086 h 6858000"/>
              <a:gd name="connsiteX122" fmla="*/ 247049 w 1508539"/>
              <a:gd name="connsiteY122" fmla="*/ 1189033 h 6858000"/>
              <a:gd name="connsiteX123" fmla="*/ 251734 w 1508539"/>
              <a:gd name="connsiteY123" fmla="*/ 1168288 h 6858000"/>
              <a:gd name="connsiteX124" fmla="*/ 244016 w 1508539"/>
              <a:gd name="connsiteY124" fmla="*/ 1142577 h 6858000"/>
              <a:gd name="connsiteX125" fmla="*/ 233322 w 1508539"/>
              <a:gd name="connsiteY125" fmla="*/ 1088484 h 6858000"/>
              <a:gd name="connsiteX126" fmla="*/ 222058 w 1508539"/>
              <a:gd name="connsiteY126" fmla="*/ 1016103 h 6858000"/>
              <a:gd name="connsiteX127" fmla="*/ 223514 w 1508539"/>
              <a:gd name="connsiteY127" fmla="*/ 932283 h 6858000"/>
              <a:gd name="connsiteX128" fmla="*/ 225750 w 1508539"/>
              <a:gd name="connsiteY128" fmla="*/ 915925 h 6858000"/>
              <a:gd name="connsiteX129" fmla="*/ 218379 w 1508539"/>
              <a:gd name="connsiteY129" fmla="*/ 896999 h 6858000"/>
              <a:gd name="connsiteX130" fmla="*/ 187787 w 1508539"/>
              <a:gd name="connsiteY130" fmla="*/ 821517 h 6858000"/>
              <a:gd name="connsiteX131" fmla="*/ 166737 w 1508539"/>
              <a:gd name="connsiteY131" fmla="*/ 751353 h 6858000"/>
              <a:gd name="connsiteX132" fmla="*/ 166295 w 1508539"/>
              <a:gd name="connsiteY132" fmla="*/ 721230 h 6858000"/>
              <a:gd name="connsiteX133" fmla="*/ 151966 w 1508539"/>
              <a:gd name="connsiteY133" fmla="*/ 681659 h 6858000"/>
              <a:gd name="connsiteX134" fmla="*/ 137385 w 1508539"/>
              <a:gd name="connsiteY134" fmla="*/ 635218 h 6858000"/>
              <a:gd name="connsiteX135" fmla="*/ 142396 w 1508539"/>
              <a:gd name="connsiteY135" fmla="*/ 613763 h 6858000"/>
              <a:gd name="connsiteX136" fmla="*/ 128338 w 1508539"/>
              <a:gd name="connsiteY136" fmla="*/ 598582 h 6858000"/>
              <a:gd name="connsiteX137" fmla="*/ 128019 w 1508539"/>
              <a:gd name="connsiteY137" fmla="*/ 576846 h 6858000"/>
              <a:gd name="connsiteX138" fmla="*/ 107645 w 1508539"/>
              <a:gd name="connsiteY138" fmla="*/ 530055 h 6858000"/>
              <a:gd name="connsiteX139" fmla="*/ 106893 w 1508539"/>
              <a:gd name="connsiteY139" fmla="*/ 465389 h 6858000"/>
              <a:gd name="connsiteX140" fmla="*/ 89816 w 1508539"/>
              <a:gd name="connsiteY140" fmla="*/ 424699 h 6858000"/>
              <a:gd name="connsiteX141" fmla="*/ 90191 w 1508539"/>
              <a:gd name="connsiteY141" fmla="*/ 404917 h 6858000"/>
              <a:gd name="connsiteX142" fmla="*/ 70148 w 1508539"/>
              <a:gd name="connsiteY142" fmla="*/ 367211 h 6858000"/>
              <a:gd name="connsiteX143" fmla="*/ 36452 w 1508539"/>
              <a:gd name="connsiteY143" fmla="*/ 268519 h 6858000"/>
              <a:gd name="connsiteX144" fmla="*/ 23935 w 1508539"/>
              <a:gd name="connsiteY144" fmla="*/ 160886 h 6858000"/>
              <a:gd name="connsiteX145" fmla="*/ 19312 w 1508539"/>
              <a:gd name="connsiteY145" fmla="*/ 47336 h 6858000"/>
              <a:gd name="connsiteX146" fmla="*/ 0 w 1508539"/>
              <a:gd name="connsiteY146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169039 w 1508539"/>
              <a:gd name="connsiteY14" fmla="*/ 6553006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57757 w 1508539"/>
              <a:gd name="connsiteY9" fmla="*/ 6593735 h 6858000"/>
              <a:gd name="connsiteX10" fmla="*/ 164248 w 1508539"/>
              <a:gd name="connsiteY10" fmla="*/ 6574442 h 6858000"/>
              <a:gd name="connsiteX11" fmla="*/ 164588 w 1508539"/>
              <a:gd name="connsiteY11" fmla="*/ 6568530 h 6858000"/>
              <a:gd name="connsiteX12" fmla="*/ 166997 w 1508539"/>
              <a:gd name="connsiteY12" fmla="*/ 6560674 h 6858000"/>
              <a:gd name="connsiteX13" fmla="*/ 167342 w 1508539"/>
              <a:gd name="connsiteY13" fmla="*/ 6560598 h 6858000"/>
              <a:gd name="connsiteX14" fmla="*/ 201349 w 1508539"/>
              <a:gd name="connsiteY14" fmla="*/ 6530567 h 6858000"/>
              <a:gd name="connsiteX15" fmla="*/ 215389 w 1508539"/>
              <a:gd name="connsiteY15" fmla="*/ 6478062 h 6858000"/>
              <a:gd name="connsiteX16" fmla="*/ 226078 w 1508539"/>
              <a:gd name="connsiteY16" fmla="*/ 6460325 h 6858000"/>
              <a:gd name="connsiteX17" fmla="*/ 233311 w 1508539"/>
              <a:gd name="connsiteY17" fmla="*/ 6451488 h 6858000"/>
              <a:gd name="connsiteX18" fmla="*/ 234746 w 1508539"/>
              <a:gd name="connsiteY18" fmla="*/ 6451348 h 6858000"/>
              <a:gd name="connsiteX19" fmla="*/ 239104 w 1508539"/>
              <a:gd name="connsiteY19" fmla="*/ 6414240 h 6858000"/>
              <a:gd name="connsiteX20" fmla="*/ 241880 w 1508539"/>
              <a:gd name="connsiteY20" fmla="*/ 6384857 h 6858000"/>
              <a:gd name="connsiteX21" fmla="*/ 240591 w 1508539"/>
              <a:gd name="connsiteY21" fmla="*/ 6367510 h 6858000"/>
              <a:gd name="connsiteX22" fmla="*/ 244471 w 1508539"/>
              <a:gd name="connsiteY22" fmla="*/ 6349778 h 6858000"/>
              <a:gd name="connsiteX23" fmla="*/ 246136 w 1508539"/>
              <a:gd name="connsiteY23" fmla="*/ 6348250 h 6858000"/>
              <a:gd name="connsiteX24" fmla="*/ 262170 w 1508539"/>
              <a:gd name="connsiteY24" fmla="*/ 6281972 h 6858000"/>
              <a:gd name="connsiteX25" fmla="*/ 272933 w 1508539"/>
              <a:gd name="connsiteY25" fmla="*/ 6211940 h 6858000"/>
              <a:gd name="connsiteX26" fmla="*/ 314428 w 1508539"/>
              <a:gd name="connsiteY26" fmla="*/ 6113913 h 6858000"/>
              <a:gd name="connsiteX27" fmla="*/ 318721 w 1508539"/>
              <a:gd name="connsiteY27" fmla="*/ 6028119 h 6858000"/>
              <a:gd name="connsiteX28" fmla="*/ 345501 w 1508539"/>
              <a:gd name="connsiteY28" fmla="*/ 5934687 h 6858000"/>
              <a:gd name="connsiteX29" fmla="*/ 379513 w 1508539"/>
              <a:gd name="connsiteY29" fmla="*/ 5765594 h 6858000"/>
              <a:gd name="connsiteX30" fmla="*/ 411349 w 1508539"/>
              <a:gd name="connsiteY30" fmla="*/ 5693685 h 6858000"/>
              <a:gd name="connsiteX31" fmla="*/ 431404 w 1508539"/>
              <a:gd name="connsiteY31" fmla="*/ 5665173 h 6858000"/>
              <a:gd name="connsiteX32" fmla="*/ 465121 w 1508539"/>
              <a:gd name="connsiteY32" fmla="*/ 5563435 h 6858000"/>
              <a:gd name="connsiteX33" fmla="*/ 494626 w 1508539"/>
              <a:gd name="connsiteY33" fmla="*/ 5476393 h 6858000"/>
              <a:gd name="connsiteX34" fmla="*/ 525819 w 1508539"/>
              <a:gd name="connsiteY34" fmla="*/ 5396260 h 6858000"/>
              <a:gd name="connsiteX35" fmla="*/ 541800 w 1508539"/>
              <a:gd name="connsiteY35" fmla="*/ 5330009 h 6858000"/>
              <a:gd name="connsiteX36" fmla="*/ 575293 w 1508539"/>
              <a:gd name="connsiteY36" fmla="*/ 5273739 h 6858000"/>
              <a:gd name="connsiteX37" fmla="*/ 584892 w 1508539"/>
              <a:gd name="connsiteY37" fmla="*/ 5241779 h 6858000"/>
              <a:gd name="connsiteX38" fmla="*/ 596118 w 1508539"/>
              <a:gd name="connsiteY38" fmla="*/ 5225268 h 6858000"/>
              <a:gd name="connsiteX39" fmla="*/ 597138 w 1508539"/>
              <a:gd name="connsiteY39" fmla="*/ 5217684 h 6858000"/>
              <a:gd name="connsiteX40" fmla="*/ 604479 w 1508539"/>
              <a:gd name="connsiteY40" fmla="*/ 5193377 h 6858000"/>
              <a:gd name="connsiteX41" fmla="*/ 607782 w 1508539"/>
              <a:gd name="connsiteY41" fmla="*/ 5179288 h 6858000"/>
              <a:gd name="connsiteX42" fmla="*/ 608766 w 1508539"/>
              <a:gd name="connsiteY42" fmla="*/ 5173621 h 6858000"/>
              <a:gd name="connsiteX43" fmla="*/ 604400 w 1508539"/>
              <a:gd name="connsiteY43" fmla="*/ 5159961 h 6858000"/>
              <a:gd name="connsiteX44" fmla="*/ 611077 w 1508539"/>
              <a:gd name="connsiteY44" fmla="*/ 5144295 h 6858000"/>
              <a:gd name="connsiteX45" fmla="*/ 608010 w 1508539"/>
              <a:gd name="connsiteY45" fmla="*/ 5125185 h 6858000"/>
              <a:gd name="connsiteX46" fmla="*/ 614840 w 1508539"/>
              <a:gd name="connsiteY46" fmla="*/ 5121884 h 6858000"/>
              <a:gd name="connsiteX47" fmla="*/ 621876 w 1508539"/>
              <a:gd name="connsiteY47" fmla="*/ 5067850 h 6858000"/>
              <a:gd name="connsiteX48" fmla="*/ 624607 w 1508539"/>
              <a:gd name="connsiteY48" fmla="*/ 5060861 h 6858000"/>
              <a:gd name="connsiteX49" fmla="*/ 621311 w 1508539"/>
              <a:gd name="connsiteY49" fmla="*/ 5034192 h 6858000"/>
              <a:gd name="connsiteX50" fmla="*/ 622865 w 1508539"/>
              <a:gd name="connsiteY50" fmla="*/ 4993030 h 6858000"/>
              <a:gd name="connsiteX51" fmla="*/ 629774 w 1508539"/>
              <a:gd name="connsiteY51" fmla="*/ 4946844 h 6858000"/>
              <a:gd name="connsiteX52" fmla="*/ 625630 w 1508539"/>
              <a:gd name="connsiteY52" fmla="*/ 4932692 h 6858000"/>
              <a:gd name="connsiteX53" fmla="*/ 641033 w 1508539"/>
              <a:gd name="connsiteY53" fmla="*/ 4858827 h 6858000"/>
              <a:gd name="connsiteX54" fmla="*/ 646936 w 1508539"/>
              <a:gd name="connsiteY54" fmla="*/ 4821170 h 6858000"/>
              <a:gd name="connsiteX55" fmla="*/ 651669 w 1508539"/>
              <a:gd name="connsiteY55" fmla="*/ 4780965 h 6858000"/>
              <a:gd name="connsiteX56" fmla="*/ 652962 w 1508539"/>
              <a:gd name="connsiteY56" fmla="*/ 4750867 h 6858000"/>
              <a:gd name="connsiteX57" fmla="*/ 650769 w 1508539"/>
              <a:gd name="connsiteY57" fmla="*/ 4690749 h 6858000"/>
              <a:gd name="connsiteX58" fmla="*/ 646249 w 1508539"/>
              <a:gd name="connsiteY58" fmla="*/ 4584173 h 6858000"/>
              <a:gd name="connsiteX59" fmla="*/ 641332 w 1508539"/>
              <a:gd name="connsiteY59" fmla="*/ 4444346 h 6858000"/>
              <a:gd name="connsiteX60" fmla="*/ 637897 w 1508539"/>
              <a:gd name="connsiteY60" fmla="*/ 4375228 h 6858000"/>
              <a:gd name="connsiteX61" fmla="*/ 618550 w 1508539"/>
              <a:gd name="connsiteY61" fmla="*/ 4214165 h 6858000"/>
              <a:gd name="connsiteX62" fmla="*/ 622623 w 1508539"/>
              <a:gd name="connsiteY62" fmla="*/ 4090296 h 6858000"/>
              <a:gd name="connsiteX63" fmla="*/ 607879 w 1508539"/>
              <a:gd name="connsiteY63" fmla="*/ 4033999 h 6858000"/>
              <a:gd name="connsiteX64" fmla="*/ 609028 w 1508539"/>
              <a:gd name="connsiteY64" fmla="*/ 4031933 h 6858000"/>
              <a:gd name="connsiteX65" fmla="*/ 607604 w 1508539"/>
              <a:gd name="connsiteY65" fmla="*/ 4013953 h 6858000"/>
              <a:gd name="connsiteX66" fmla="*/ 593899 w 1508539"/>
              <a:gd name="connsiteY66" fmla="*/ 3974753 h 6858000"/>
              <a:gd name="connsiteX67" fmla="*/ 595497 w 1508539"/>
              <a:gd name="connsiteY67" fmla="*/ 3969950 h 6858000"/>
              <a:gd name="connsiteX68" fmla="*/ 588919 w 1508539"/>
              <a:gd name="connsiteY68" fmla="*/ 3933779 h 6858000"/>
              <a:gd name="connsiteX69" fmla="*/ 590250 w 1508539"/>
              <a:gd name="connsiteY69" fmla="*/ 3933093 h 6858000"/>
              <a:gd name="connsiteX70" fmla="*/ 594604 w 1508539"/>
              <a:gd name="connsiteY70" fmla="*/ 3922082 h 6858000"/>
              <a:gd name="connsiteX71" fmla="*/ 599682 w 1508539"/>
              <a:gd name="connsiteY71" fmla="*/ 3901461 h 6858000"/>
              <a:gd name="connsiteX72" fmla="*/ 622276 w 1508539"/>
              <a:gd name="connsiteY72" fmla="*/ 3813873 h 6858000"/>
              <a:gd name="connsiteX73" fmla="*/ 621701 w 1508539"/>
              <a:gd name="connsiteY73" fmla="*/ 3806161 h 6858000"/>
              <a:gd name="connsiteX74" fmla="*/ 622008 w 1508539"/>
              <a:gd name="connsiteY74" fmla="*/ 3805957 h 6858000"/>
              <a:gd name="connsiteX75" fmla="*/ 622035 w 1508539"/>
              <a:gd name="connsiteY75" fmla="*/ 3797724 h 6858000"/>
              <a:gd name="connsiteX76" fmla="*/ 620650 w 1508539"/>
              <a:gd name="connsiteY76" fmla="*/ 3792098 h 6858000"/>
              <a:gd name="connsiteX77" fmla="*/ 619534 w 1508539"/>
              <a:gd name="connsiteY77" fmla="*/ 3777135 h 6858000"/>
              <a:gd name="connsiteX78" fmla="*/ 621267 w 1508539"/>
              <a:gd name="connsiteY78" fmla="*/ 3771656 h 6858000"/>
              <a:gd name="connsiteX79" fmla="*/ 625010 w 1508539"/>
              <a:gd name="connsiteY79" fmla="*/ 3769007 h 6858000"/>
              <a:gd name="connsiteX80" fmla="*/ 624476 w 1508539"/>
              <a:gd name="connsiteY80" fmla="*/ 3767709 h 6858000"/>
              <a:gd name="connsiteX81" fmla="*/ 633172 w 1508539"/>
              <a:gd name="connsiteY81" fmla="*/ 3738082 h 6858000"/>
              <a:gd name="connsiteX82" fmla="*/ 640518 w 1508539"/>
              <a:gd name="connsiteY82" fmla="*/ 3673397 h 6858000"/>
              <a:gd name="connsiteX83" fmla="*/ 639814 w 1508539"/>
              <a:gd name="connsiteY83" fmla="*/ 3637109 h 6858000"/>
              <a:gd name="connsiteX84" fmla="*/ 643257 w 1508539"/>
              <a:gd name="connsiteY84" fmla="*/ 3536883 h 6858000"/>
              <a:gd name="connsiteX85" fmla="*/ 650795 w 1508539"/>
              <a:gd name="connsiteY85" fmla="*/ 3435652 h 6858000"/>
              <a:gd name="connsiteX86" fmla="*/ 652466 w 1508539"/>
              <a:gd name="connsiteY86" fmla="*/ 3307769 h 6858000"/>
              <a:gd name="connsiteX87" fmla="*/ 670029 w 1508539"/>
              <a:gd name="connsiteY87" fmla="*/ 3250522 h 6858000"/>
              <a:gd name="connsiteX88" fmla="*/ 670454 w 1508539"/>
              <a:gd name="connsiteY88" fmla="*/ 3229163 h 6858000"/>
              <a:gd name="connsiteX89" fmla="*/ 672277 w 1508539"/>
              <a:gd name="connsiteY89" fmla="*/ 3217217 h 6858000"/>
              <a:gd name="connsiteX90" fmla="*/ 659112 w 1508539"/>
              <a:gd name="connsiteY90" fmla="*/ 3183755 h 6858000"/>
              <a:gd name="connsiteX91" fmla="*/ 659613 w 1508539"/>
              <a:gd name="connsiteY91" fmla="*/ 3178642 h 6858000"/>
              <a:gd name="connsiteX92" fmla="*/ 647213 w 1508539"/>
              <a:gd name="connsiteY92" fmla="*/ 3158586 h 6858000"/>
              <a:gd name="connsiteX93" fmla="*/ 632398 w 1508539"/>
              <a:gd name="connsiteY93" fmla="*/ 3129034 h 6858000"/>
              <a:gd name="connsiteX94" fmla="*/ 633063 w 1508539"/>
              <a:gd name="connsiteY94" fmla="*/ 3126682 h 6858000"/>
              <a:gd name="connsiteX95" fmla="*/ 623931 w 1508539"/>
              <a:gd name="connsiteY95" fmla="*/ 3114519 h 6858000"/>
              <a:gd name="connsiteX96" fmla="*/ 610540 w 1508539"/>
              <a:gd name="connsiteY96" fmla="*/ 3106272 h 6858000"/>
              <a:gd name="connsiteX97" fmla="*/ 583270 w 1508539"/>
              <a:gd name="connsiteY97" fmla="*/ 2958185 h 6858000"/>
              <a:gd name="connsiteX98" fmla="*/ 525884 w 1508539"/>
              <a:gd name="connsiteY98" fmla="*/ 2762989 h 6858000"/>
              <a:gd name="connsiteX99" fmla="*/ 474802 w 1508539"/>
              <a:gd name="connsiteY99" fmla="*/ 2554718 h 6858000"/>
              <a:gd name="connsiteX100" fmla="*/ 454896 w 1508539"/>
              <a:gd name="connsiteY100" fmla="*/ 2485734 h 6858000"/>
              <a:gd name="connsiteX101" fmla="*/ 445619 w 1508539"/>
              <a:gd name="connsiteY101" fmla="*/ 2447068 h 6858000"/>
              <a:gd name="connsiteX102" fmla="*/ 432580 w 1508539"/>
              <a:gd name="connsiteY102" fmla="*/ 2425819 h 6858000"/>
              <a:gd name="connsiteX103" fmla="*/ 438579 w 1508539"/>
              <a:gd name="connsiteY103" fmla="*/ 2402874 h 6858000"/>
              <a:gd name="connsiteX104" fmla="*/ 441191 w 1508539"/>
              <a:gd name="connsiteY104" fmla="*/ 2381443 h 6858000"/>
              <a:gd name="connsiteX105" fmla="*/ 417520 w 1508539"/>
              <a:gd name="connsiteY105" fmla="*/ 2261920 h 6858000"/>
              <a:gd name="connsiteX106" fmla="*/ 407407 w 1508539"/>
              <a:gd name="connsiteY106" fmla="*/ 2195378 h 6858000"/>
              <a:gd name="connsiteX107" fmla="*/ 391624 w 1508539"/>
              <a:gd name="connsiteY107" fmla="*/ 2155135 h 6858000"/>
              <a:gd name="connsiteX108" fmla="*/ 389082 w 1508539"/>
              <a:gd name="connsiteY108" fmla="*/ 2118008 h 6858000"/>
              <a:gd name="connsiteX109" fmla="*/ 390075 w 1508539"/>
              <a:gd name="connsiteY109" fmla="*/ 2050531 h 6858000"/>
              <a:gd name="connsiteX110" fmla="*/ 381881 w 1508539"/>
              <a:gd name="connsiteY110" fmla="*/ 1963269 h 6858000"/>
              <a:gd name="connsiteX111" fmla="*/ 363059 w 1508539"/>
              <a:gd name="connsiteY111" fmla="*/ 1906352 h 6858000"/>
              <a:gd name="connsiteX112" fmla="*/ 339616 w 1508539"/>
              <a:gd name="connsiteY112" fmla="*/ 1861531 h 6858000"/>
              <a:gd name="connsiteX113" fmla="*/ 293415 w 1508539"/>
              <a:gd name="connsiteY113" fmla="*/ 1732919 h 6858000"/>
              <a:gd name="connsiteX114" fmla="*/ 265726 w 1508539"/>
              <a:gd name="connsiteY114" fmla="*/ 1663540 h 6858000"/>
              <a:gd name="connsiteX115" fmla="*/ 264852 w 1508539"/>
              <a:gd name="connsiteY115" fmla="*/ 1615777 h 6858000"/>
              <a:gd name="connsiteX116" fmla="*/ 245647 w 1508539"/>
              <a:gd name="connsiteY116" fmla="*/ 1563678 h 6858000"/>
              <a:gd name="connsiteX117" fmla="*/ 258727 w 1508539"/>
              <a:gd name="connsiteY117" fmla="*/ 1519474 h 6858000"/>
              <a:gd name="connsiteX118" fmla="*/ 251469 w 1508539"/>
              <a:gd name="connsiteY118" fmla="*/ 1477995 h 6858000"/>
              <a:gd name="connsiteX119" fmla="*/ 237554 w 1508539"/>
              <a:gd name="connsiteY119" fmla="*/ 1373769 h 6858000"/>
              <a:gd name="connsiteX120" fmla="*/ 245861 w 1508539"/>
              <a:gd name="connsiteY120" fmla="*/ 1307086 h 6858000"/>
              <a:gd name="connsiteX121" fmla="*/ 247049 w 1508539"/>
              <a:gd name="connsiteY121" fmla="*/ 1189033 h 6858000"/>
              <a:gd name="connsiteX122" fmla="*/ 251734 w 1508539"/>
              <a:gd name="connsiteY122" fmla="*/ 1168288 h 6858000"/>
              <a:gd name="connsiteX123" fmla="*/ 244016 w 1508539"/>
              <a:gd name="connsiteY123" fmla="*/ 1142577 h 6858000"/>
              <a:gd name="connsiteX124" fmla="*/ 233322 w 1508539"/>
              <a:gd name="connsiteY124" fmla="*/ 1088484 h 6858000"/>
              <a:gd name="connsiteX125" fmla="*/ 222058 w 1508539"/>
              <a:gd name="connsiteY125" fmla="*/ 1016103 h 6858000"/>
              <a:gd name="connsiteX126" fmla="*/ 223514 w 1508539"/>
              <a:gd name="connsiteY126" fmla="*/ 932283 h 6858000"/>
              <a:gd name="connsiteX127" fmla="*/ 225750 w 1508539"/>
              <a:gd name="connsiteY127" fmla="*/ 915925 h 6858000"/>
              <a:gd name="connsiteX128" fmla="*/ 218379 w 1508539"/>
              <a:gd name="connsiteY128" fmla="*/ 896999 h 6858000"/>
              <a:gd name="connsiteX129" fmla="*/ 187787 w 1508539"/>
              <a:gd name="connsiteY129" fmla="*/ 821517 h 6858000"/>
              <a:gd name="connsiteX130" fmla="*/ 166737 w 1508539"/>
              <a:gd name="connsiteY130" fmla="*/ 751353 h 6858000"/>
              <a:gd name="connsiteX131" fmla="*/ 166295 w 1508539"/>
              <a:gd name="connsiteY131" fmla="*/ 721230 h 6858000"/>
              <a:gd name="connsiteX132" fmla="*/ 151966 w 1508539"/>
              <a:gd name="connsiteY132" fmla="*/ 681659 h 6858000"/>
              <a:gd name="connsiteX133" fmla="*/ 137385 w 1508539"/>
              <a:gd name="connsiteY133" fmla="*/ 635218 h 6858000"/>
              <a:gd name="connsiteX134" fmla="*/ 142396 w 1508539"/>
              <a:gd name="connsiteY134" fmla="*/ 613763 h 6858000"/>
              <a:gd name="connsiteX135" fmla="*/ 128338 w 1508539"/>
              <a:gd name="connsiteY135" fmla="*/ 598582 h 6858000"/>
              <a:gd name="connsiteX136" fmla="*/ 128019 w 1508539"/>
              <a:gd name="connsiteY136" fmla="*/ 576846 h 6858000"/>
              <a:gd name="connsiteX137" fmla="*/ 107645 w 1508539"/>
              <a:gd name="connsiteY137" fmla="*/ 530055 h 6858000"/>
              <a:gd name="connsiteX138" fmla="*/ 106893 w 1508539"/>
              <a:gd name="connsiteY138" fmla="*/ 465389 h 6858000"/>
              <a:gd name="connsiteX139" fmla="*/ 89816 w 1508539"/>
              <a:gd name="connsiteY139" fmla="*/ 424699 h 6858000"/>
              <a:gd name="connsiteX140" fmla="*/ 90191 w 1508539"/>
              <a:gd name="connsiteY140" fmla="*/ 404917 h 6858000"/>
              <a:gd name="connsiteX141" fmla="*/ 70148 w 1508539"/>
              <a:gd name="connsiteY141" fmla="*/ 367211 h 6858000"/>
              <a:gd name="connsiteX142" fmla="*/ 36452 w 1508539"/>
              <a:gd name="connsiteY142" fmla="*/ 268519 h 6858000"/>
              <a:gd name="connsiteX143" fmla="*/ 23935 w 1508539"/>
              <a:gd name="connsiteY143" fmla="*/ 160886 h 6858000"/>
              <a:gd name="connsiteX144" fmla="*/ 19312 w 1508539"/>
              <a:gd name="connsiteY144" fmla="*/ 47336 h 6858000"/>
              <a:gd name="connsiteX145" fmla="*/ 0 w 1508539"/>
              <a:gd name="connsiteY145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53512 w 1508539"/>
              <a:gd name="connsiteY8" fmla="*/ 6594818 h 6858000"/>
              <a:gd name="connsiteX9" fmla="*/ 164248 w 1508539"/>
              <a:gd name="connsiteY9" fmla="*/ 6574442 h 6858000"/>
              <a:gd name="connsiteX10" fmla="*/ 164588 w 1508539"/>
              <a:gd name="connsiteY10" fmla="*/ 6568530 h 6858000"/>
              <a:gd name="connsiteX11" fmla="*/ 166997 w 1508539"/>
              <a:gd name="connsiteY11" fmla="*/ 6560674 h 6858000"/>
              <a:gd name="connsiteX12" fmla="*/ 167342 w 1508539"/>
              <a:gd name="connsiteY12" fmla="*/ 6560598 h 6858000"/>
              <a:gd name="connsiteX13" fmla="*/ 201349 w 1508539"/>
              <a:gd name="connsiteY13" fmla="*/ 6530567 h 6858000"/>
              <a:gd name="connsiteX14" fmla="*/ 215389 w 1508539"/>
              <a:gd name="connsiteY14" fmla="*/ 6478062 h 6858000"/>
              <a:gd name="connsiteX15" fmla="*/ 226078 w 1508539"/>
              <a:gd name="connsiteY15" fmla="*/ 6460325 h 6858000"/>
              <a:gd name="connsiteX16" fmla="*/ 233311 w 1508539"/>
              <a:gd name="connsiteY16" fmla="*/ 6451488 h 6858000"/>
              <a:gd name="connsiteX17" fmla="*/ 234746 w 1508539"/>
              <a:gd name="connsiteY17" fmla="*/ 6451348 h 6858000"/>
              <a:gd name="connsiteX18" fmla="*/ 239104 w 1508539"/>
              <a:gd name="connsiteY18" fmla="*/ 6414240 h 6858000"/>
              <a:gd name="connsiteX19" fmla="*/ 241880 w 1508539"/>
              <a:gd name="connsiteY19" fmla="*/ 6384857 h 6858000"/>
              <a:gd name="connsiteX20" fmla="*/ 240591 w 1508539"/>
              <a:gd name="connsiteY20" fmla="*/ 6367510 h 6858000"/>
              <a:gd name="connsiteX21" fmla="*/ 244471 w 1508539"/>
              <a:gd name="connsiteY21" fmla="*/ 6349778 h 6858000"/>
              <a:gd name="connsiteX22" fmla="*/ 246136 w 1508539"/>
              <a:gd name="connsiteY22" fmla="*/ 6348250 h 6858000"/>
              <a:gd name="connsiteX23" fmla="*/ 262170 w 1508539"/>
              <a:gd name="connsiteY23" fmla="*/ 6281972 h 6858000"/>
              <a:gd name="connsiteX24" fmla="*/ 272933 w 1508539"/>
              <a:gd name="connsiteY24" fmla="*/ 6211940 h 6858000"/>
              <a:gd name="connsiteX25" fmla="*/ 314428 w 1508539"/>
              <a:gd name="connsiteY25" fmla="*/ 6113913 h 6858000"/>
              <a:gd name="connsiteX26" fmla="*/ 318721 w 1508539"/>
              <a:gd name="connsiteY26" fmla="*/ 6028119 h 6858000"/>
              <a:gd name="connsiteX27" fmla="*/ 345501 w 1508539"/>
              <a:gd name="connsiteY27" fmla="*/ 5934687 h 6858000"/>
              <a:gd name="connsiteX28" fmla="*/ 379513 w 1508539"/>
              <a:gd name="connsiteY28" fmla="*/ 5765594 h 6858000"/>
              <a:gd name="connsiteX29" fmla="*/ 411349 w 1508539"/>
              <a:gd name="connsiteY29" fmla="*/ 5693685 h 6858000"/>
              <a:gd name="connsiteX30" fmla="*/ 431404 w 1508539"/>
              <a:gd name="connsiteY30" fmla="*/ 5665173 h 6858000"/>
              <a:gd name="connsiteX31" fmla="*/ 465121 w 1508539"/>
              <a:gd name="connsiteY31" fmla="*/ 5563435 h 6858000"/>
              <a:gd name="connsiteX32" fmla="*/ 494626 w 1508539"/>
              <a:gd name="connsiteY32" fmla="*/ 5476393 h 6858000"/>
              <a:gd name="connsiteX33" fmla="*/ 525819 w 1508539"/>
              <a:gd name="connsiteY33" fmla="*/ 5396260 h 6858000"/>
              <a:gd name="connsiteX34" fmla="*/ 541800 w 1508539"/>
              <a:gd name="connsiteY34" fmla="*/ 5330009 h 6858000"/>
              <a:gd name="connsiteX35" fmla="*/ 575293 w 1508539"/>
              <a:gd name="connsiteY35" fmla="*/ 5273739 h 6858000"/>
              <a:gd name="connsiteX36" fmla="*/ 584892 w 1508539"/>
              <a:gd name="connsiteY36" fmla="*/ 5241779 h 6858000"/>
              <a:gd name="connsiteX37" fmla="*/ 596118 w 1508539"/>
              <a:gd name="connsiteY37" fmla="*/ 5225268 h 6858000"/>
              <a:gd name="connsiteX38" fmla="*/ 597138 w 1508539"/>
              <a:gd name="connsiteY38" fmla="*/ 5217684 h 6858000"/>
              <a:gd name="connsiteX39" fmla="*/ 604479 w 1508539"/>
              <a:gd name="connsiteY39" fmla="*/ 5193377 h 6858000"/>
              <a:gd name="connsiteX40" fmla="*/ 607782 w 1508539"/>
              <a:gd name="connsiteY40" fmla="*/ 5179288 h 6858000"/>
              <a:gd name="connsiteX41" fmla="*/ 608766 w 1508539"/>
              <a:gd name="connsiteY41" fmla="*/ 5173621 h 6858000"/>
              <a:gd name="connsiteX42" fmla="*/ 604400 w 1508539"/>
              <a:gd name="connsiteY42" fmla="*/ 5159961 h 6858000"/>
              <a:gd name="connsiteX43" fmla="*/ 611077 w 1508539"/>
              <a:gd name="connsiteY43" fmla="*/ 5144295 h 6858000"/>
              <a:gd name="connsiteX44" fmla="*/ 608010 w 1508539"/>
              <a:gd name="connsiteY44" fmla="*/ 5125185 h 6858000"/>
              <a:gd name="connsiteX45" fmla="*/ 614840 w 1508539"/>
              <a:gd name="connsiteY45" fmla="*/ 5121884 h 6858000"/>
              <a:gd name="connsiteX46" fmla="*/ 621876 w 1508539"/>
              <a:gd name="connsiteY46" fmla="*/ 5067850 h 6858000"/>
              <a:gd name="connsiteX47" fmla="*/ 624607 w 1508539"/>
              <a:gd name="connsiteY47" fmla="*/ 5060861 h 6858000"/>
              <a:gd name="connsiteX48" fmla="*/ 621311 w 1508539"/>
              <a:gd name="connsiteY48" fmla="*/ 5034192 h 6858000"/>
              <a:gd name="connsiteX49" fmla="*/ 622865 w 1508539"/>
              <a:gd name="connsiteY49" fmla="*/ 4993030 h 6858000"/>
              <a:gd name="connsiteX50" fmla="*/ 629774 w 1508539"/>
              <a:gd name="connsiteY50" fmla="*/ 4946844 h 6858000"/>
              <a:gd name="connsiteX51" fmla="*/ 625630 w 1508539"/>
              <a:gd name="connsiteY51" fmla="*/ 4932692 h 6858000"/>
              <a:gd name="connsiteX52" fmla="*/ 641033 w 1508539"/>
              <a:gd name="connsiteY52" fmla="*/ 4858827 h 6858000"/>
              <a:gd name="connsiteX53" fmla="*/ 646936 w 1508539"/>
              <a:gd name="connsiteY53" fmla="*/ 4821170 h 6858000"/>
              <a:gd name="connsiteX54" fmla="*/ 651669 w 1508539"/>
              <a:gd name="connsiteY54" fmla="*/ 4780965 h 6858000"/>
              <a:gd name="connsiteX55" fmla="*/ 652962 w 1508539"/>
              <a:gd name="connsiteY55" fmla="*/ 4750867 h 6858000"/>
              <a:gd name="connsiteX56" fmla="*/ 650769 w 1508539"/>
              <a:gd name="connsiteY56" fmla="*/ 4690749 h 6858000"/>
              <a:gd name="connsiteX57" fmla="*/ 646249 w 1508539"/>
              <a:gd name="connsiteY57" fmla="*/ 4584173 h 6858000"/>
              <a:gd name="connsiteX58" fmla="*/ 641332 w 1508539"/>
              <a:gd name="connsiteY58" fmla="*/ 4444346 h 6858000"/>
              <a:gd name="connsiteX59" fmla="*/ 637897 w 1508539"/>
              <a:gd name="connsiteY59" fmla="*/ 4375228 h 6858000"/>
              <a:gd name="connsiteX60" fmla="*/ 618550 w 1508539"/>
              <a:gd name="connsiteY60" fmla="*/ 4214165 h 6858000"/>
              <a:gd name="connsiteX61" fmla="*/ 622623 w 1508539"/>
              <a:gd name="connsiteY61" fmla="*/ 4090296 h 6858000"/>
              <a:gd name="connsiteX62" fmla="*/ 607879 w 1508539"/>
              <a:gd name="connsiteY62" fmla="*/ 4033999 h 6858000"/>
              <a:gd name="connsiteX63" fmla="*/ 609028 w 1508539"/>
              <a:gd name="connsiteY63" fmla="*/ 4031933 h 6858000"/>
              <a:gd name="connsiteX64" fmla="*/ 607604 w 1508539"/>
              <a:gd name="connsiteY64" fmla="*/ 4013953 h 6858000"/>
              <a:gd name="connsiteX65" fmla="*/ 593899 w 1508539"/>
              <a:gd name="connsiteY65" fmla="*/ 3974753 h 6858000"/>
              <a:gd name="connsiteX66" fmla="*/ 595497 w 1508539"/>
              <a:gd name="connsiteY66" fmla="*/ 3969950 h 6858000"/>
              <a:gd name="connsiteX67" fmla="*/ 588919 w 1508539"/>
              <a:gd name="connsiteY67" fmla="*/ 3933779 h 6858000"/>
              <a:gd name="connsiteX68" fmla="*/ 590250 w 1508539"/>
              <a:gd name="connsiteY68" fmla="*/ 3933093 h 6858000"/>
              <a:gd name="connsiteX69" fmla="*/ 594604 w 1508539"/>
              <a:gd name="connsiteY69" fmla="*/ 3922082 h 6858000"/>
              <a:gd name="connsiteX70" fmla="*/ 599682 w 1508539"/>
              <a:gd name="connsiteY70" fmla="*/ 3901461 h 6858000"/>
              <a:gd name="connsiteX71" fmla="*/ 622276 w 1508539"/>
              <a:gd name="connsiteY71" fmla="*/ 3813873 h 6858000"/>
              <a:gd name="connsiteX72" fmla="*/ 621701 w 1508539"/>
              <a:gd name="connsiteY72" fmla="*/ 3806161 h 6858000"/>
              <a:gd name="connsiteX73" fmla="*/ 622008 w 1508539"/>
              <a:gd name="connsiteY73" fmla="*/ 3805957 h 6858000"/>
              <a:gd name="connsiteX74" fmla="*/ 622035 w 1508539"/>
              <a:gd name="connsiteY74" fmla="*/ 3797724 h 6858000"/>
              <a:gd name="connsiteX75" fmla="*/ 620650 w 1508539"/>
              <a:gd name="connsiteY75" fmla="*/ 3792098 h 6858000"/>
              <a:gd name="connsiteX76" fmla="*/ 619534 w 1508539"/>
              <a:gd name="connsiteY76" fmla="*/ 3777135 h 6858000"/>
              <a:gd name="connsiteX77" fmla="*/ 621267 w 1508539"/>
              <a:gd name="connsiteY77" fmla="*/ 3771656 h 6858000"/>
              <a:gd name="connsiteX78" fmla="*/ 625010 w 1508539"/>
              <a:gd name="connsiteY78" fmla="*/ 3769007 h 6858000"/>
              <a:gd name="connsiteX79" fmla="*/ 624476 w 1508539"/>
              <a:gd name="connsiteY79" fmla="*/ 3767709 h 6858000"/>
              <a:gd name="connsiteX80" fmla="*/ 633172 w 1508539"/>
              <a:gd name="connsiteY80" fmla="*/ 3738082 h 6858000"/>
              <a:gd name="connsiteX81" fmla="*/ 640518 w 1508539"/>
              <a:gd name="connsiteY81" fmla="*/ 3673397 h 6858000"/>
              <a:gd name="connsiteX82" fmla="*/ 639814 w 1508539"/>
              <a:gd name="connsiteY82" fmla="*/ 3637109 h 6858000"/>
              <a:gd name="connsiteX83" fmla="*/ 643257 w 1508539"/>
              <a:gd name="connsiteY83" fmla="*/ 3536883 h 6858000"/>
              <a:gd name="connsiteX84" fmla="*/ 650795 w 1508539"/>
              <a:gd name="connsiteY84" fmla="*/ 3435652 h 6858000"/>
              <a:gd name="connsiteX85" fmla="*/ 652466 w 1508539"/>
              <a:gd name="connsiteY85" fmla="*/ 3307769 h 6858000"/>
              <a:gd name="connsiteX86" fmla="*/ 670029 w 1508539"/>
              <a:gd name="connsiteY86" fmla="*/ 3250522 h 6858000"/>
              <a:gd name="connsiteX87" fmla="*/ 670454 w 1508539"/>
              <a:gd name="connsiteY87" fmla="*/ 3229163 h 6858000"/>
              <a:gd name="connsiteX88" fmla="*/ 672277 w 1508539"/>
              <a:gd name="connsiteY88" fmla="*/ 3217217 h 6858000"/>
              <a:gd name="connsiteX89" fmla="*/ 659112 w 1508539"/>
              <a:gd name="connsiteY89" fmla="*/ 3183755 h 6858000"/>
              <a:gd name="connsiteX90" fmla="*/ 659613 w 1508539"/>
              <a:gd name="connsiteY90" fmla="*/ 3178642 h 6858000"/>
              <a:gd name="connsiteX91" fmla="*/ 647213 w 1508539"/>
              <a:gd name="connsiteY91" fmla="*/ 3158586 h 6858000"/>
              <a:gd name="connsiteX92" fmla="*/ 632398 w 1508539"/>
              <a:gd name="connsiteY92" fmla="*/ 3129034 h 6858000"/>
              <a:gd name="connsiteX93" fmla="*/ 633063 w 1508539"/>
              <a:gd name="connsiteY93" fmla="*/ 3126682 h 6858000"/>
              <a:gd name="connsiteX94" fmla="*/ 623931 w 1508539"/>
              <a:gd name="connsiteY94" fmla="*/ 3114519 h 6858000"/>
              <a:gd name="connsiteX95" fmla="*/ 610540 w 1508539"/>
              <a:gd name="connsiteY95" fmla="*/ 3106272 h 6858000"/>
              <a:gd name="connsiteX96" fmla="*/ 583270 w 1508539"/>
              <a:gd name="connsiteY96" fmla="*/ 2958185 h 6858000"/>
              <a:gd name="connsiteX97" fmla="*/ 525884 w 1508539"/>
              <a:gd name="connsiteY97" fmla="*/ 2762989 h 6858000"/>
              <a:gd name="connsiteX98" fmla="*/ 474802 w 1508539"/>
              <a:gd name="connsiteY98" fmla="*/ 2554718 h 6858000"/>
              <a:gd name="connsiteX99" fmla="*/ 454896 w 1508539"/>
              <a:gd name="connsiteY99" fmla="*/ 2485734 h 6858000"/>
              <a:gd name="connsiteX100" fmla="*/ 445619 w 1508539"/>
              <a:gd name="connsiteY100" fmla="*/ 2447068 h 6858000"/>
              <a:gd name="connsiteX101" fmla="*/ 432580 w 1508539"/>
              <a:gd name="connsiteY101" fmla="*/ 2425819 h 6858000"/>
              <a:gd name="connsiteX102" fmla="*/ 438579 w 1508539"/>
              <a:gd name="connsiteY102" fmla="*/ 2402874 h 6858000"/>
              <a:gd name="connsiteX103" fmla="*/ 441191 w 1508539"/>
              <a:gd name="connsiteY103" fmla="*/ 2381443 h 6858000"/>
              <a:gd name="connsiteX104" fmla="*/ 417520 w 1508539"/>
              <a:gd name="connsiteY104" fmla="*/ 2261920 h 6858000"/>
              <a:gd name="connsiteX105" fmla="*/ 407407 w 1508539"/>
              <a:gd name="connsiteY105" fmla="*/ 2195378 h 6858000"/>
              <a:gd name="connsiteX106" fmla="*/ 391624 w 1508539"/>
              <a:gd name="connsiteY106" fmla="*/ 2155135 h 6858000"/>
              <a:gd name="connsiteX107" fmla="*/ 389082 w 1508539"/>
              <a:gd name="connsiteY107" fmla="*/ 2118008 h 6858000"/>
              <a:gd name="connsiteX108" fmla="*/ 390075 w 1508539"/>
              <a:gd name="connsiteY108" fmla="*/ 2050531 h 6858000"/>
              <a:gd name="connsiteX109" fmla="*/ 381881 w 1508539"/>
              <a:gd name="connsiteY109" fmla="*/ 1963269 h 6858000"/>
              <a:gd name="connsiteX110" fmla="*/ 363059 w 1508539"/>
              <a:gd name="connsiteY110" fmla="*/ 1906352 h 6858000"/>
              <a:gd name="connsiteX111" fmla="*/ 339616 w 1508539"/>
              <a:gd name="connsiteY111" fmla="*/ 1861531 h 6858000"/>
              <a:gd name="connsiteX112" fmla="*/ 293415 w 1508539"/>
              <a:gd name="connsiteY112" fmla="*/ 1732919 h 6858000"/>
              <a:gd name="connsiteX113" fmla="*/ 265726 w 1508539"/>
              <a:gd name="connsiteY113" fmla="*/ 1663540 h 6858000"/>
              <a:gd name="connsiteX114" fmla="*/ 264852 w 1508539"/>
              <a:gd name="connsiteY114" fmla="*/ 1615777 h 6858000"/>
              <a:gd name="connsiteX115" fmla="*/ 245647 w 1508539"/>
              <a:gd name="connsiteY115" fmla="*/ 1563678 h 6858000"/>
              <a:gd name="connsiteX116" fmla="*/ 258727 w 1508539"/>
              <a:gd name="connsiteY116" fmla="*/ 1519474 h 6858000"/>
              <a:gd name="connsiteX117" fmla="*/ 251469 w 1508539"/>
              <a:gd name="connsiteY117" fmla="*/ 1477995 h 6858000"/>
              <a:gd name="connsiteX118" fmla="*/ 237554 w 1508539"/>
              <a:gd name="connsiteY118" fmla="*/ 1373769 h 6858000"/>
              <a:gd name="connsiteX119" fmla="*/ 245861 w 1508539"/>
              <a:gd name="connsiteY119" fmla="*/ 1307086 h 6858000"/>
              <a:gd name="connsiteX120" fmla="*/ 247049 w 1508539"/>
              <a:gd name="connsiteY120" fmla="*/ 1189033 h 6858000"/>
              <a:gd name="connsiteX121" fmla="*/ 251734 w 1508539"/>
              <a:gd name="connsiteY121" fmla="*/ 1168288 h 6858000"/>
              <a:gd name="connsiteX122" fmla="*/ 244016 w 1508539"/>
              <a:gd name="connsiteY122" fmla="*/ 1142577 h 6858000"/>
              <a:gd name="connsiteX123" fmla="*/ 233322 w 1508539"/>
              <a:gd name="connsiteY123" fmla="*/ 1088484 h 6858000"/>
              <a:gd name="connsiteX124" fmla="*/ 222058 w 1508539"/>
              <a:gd name="connsiteY124" fmla="*/ 1016103 h 6858000"/>
              <a:gd name="connsiteX125" fmla="*/ 223514 w 1508539"/>
              <a:gd name="connsiteY125" fmla="*/ 932283 h 6858000"/>
              <a:gd name="connsiteX126" fmla="*/ 225750 w 1508539"/>
              <a:gd name="connsiteY126" fmla="*/ 915925 h 6858000"/>
              <a:gd name="connsiteX127" fmla="*/ 218379 w 1508539"/>
              <a:gd name="connsiteY127" fmla="*/ 896999 h 6858000"/>
              <a:gd name="connsiteX128" fmla="*/ 187787 w 1508539"/>
              <a:gd name="connsiteY128" fmla="*/ 821517 h 6858000"/>
              <a:gd name="connsiteX129" fmla="*/ 166737 w 1508539"/>
              <a:gd name="connsiteY129" fmla="*/ 751353 h 6858000"/>
              <a:gd name="connsiteX130" fmla="*/ 166295 w 1508539"/>
              <a:gd name="connsiteY130" fmla="*/ 721230 h 6858000"/>
              <a:gd name="connsiteX131" fmla="*/ 151966 w 1508539"/>
              <a:gd name="connsiteY131" fmla="*/ 681659 h 6858000"/>
              <a:gd name="connsiteX132" fmla="*/ 137385 w 1508539"/>
              <a:gd name="connsiteY132" fmla="*/ 635218 h 6858000"/>
              <a:gd name="connsiteX133" fmla="*/ 142396 w 1508539"/>
              <a:gd name="connsiteY133" fmla="*/ 613763 h 6858000"/>
              <a:gd name="connsiteX134" fmla="*/ 128338 w 1508539"/>
              <a:gd name="connsiteY134" fmla="*/ 598582 h 6858000"/>
              <a:gd name="connsiteX135" fmla="*/ 128019 w 1508539"/>
              <a:gd name="connsiteY135" fmla="*/ 576846 h 6858000"/>
              <a:gd name="connsiteX136" fmla="*/ 107645 w 1508539"/>
              <a:gd name="connsiteY136" fmla="*/ 530055 h 6858000"/>
              <a:gd name="connsiteX137" fmla="*/ 106893 w 1508539"/>
              <a:gd name="connsiteY137" fmla="*/ 465389 h 6858000"/>
              <a:gd name="connsiteX138" fmla="*/ 89816 w 1508539"/>
              <a:gd name="connsiteY138" fmla="*/ 424699 h 6858000"/>
              <a:gd name="connsiteX139" fmla="*/ 90191 w 1508539"/>
              <a:gd name="connsiteY139" fmla="*/ 404917 h 6858000"/>
              <a:gd name="connsiteX140" fmla="*/ 70148 w 1508539"/>
              <a:gd name="connsiteY140" fmla="*/ 367211 h 6858000"/>
              <a:gd name="connsiteX141" fmla="*/ 36452 w 1508539"/>
              <a:gd name="connsiteY141" fmla="*/ 268519 h 6858000"/>
              <a:gd name="connsiteX142" fmla="*/ 23935 w 1508539"/>
              <a:gd name="connsiteY142" fmla="*/ 160886 h 6858000"/>
              <a:gd name="connsiteX143" fmla="*/ 19312 w 1508539"/>
              <a:gd name="connsiteY143" fmla="*/ 47336 h 6858000"/>
              <a:gd name="connsiteX144" fmla="*/ 0 w 1508539"/>
              <a:gd name="connsiteY144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379513 w 1508539"/>
              <a:gd name="connsiteY27" fmla="*/ 5765594 h 6858000"/>
              <a:gd name="connsiteX28" fmla="*/ 411349 w 1508539"/>
              <a:gd name="connsiteY28" fmla="*/ 5693685 h 6858000"/>
              <a:gd name="connsiteX29" fmla="*/ 431404 w 1508539"/>
              <a:gd name="connsiteY29" fmla="*/ 5665173 h 6858000"/>
              <a:gd name="connsiteX30" fmla="*/ 465121 w 1508539"/>
              <a:gd name="connsiteY30" fmla="*/ 5563435 h 6858000"/>
              <a:gd name="connsiteX31" fmla="*/ 494626 w 1508539"/>
              <a:gd name="connsiteY31" fmla="*/ 5476393 h 6858000"/>
              <a:gd name="connsiteX32" fmla="*/ 525819 w 1508539"/>
              <a:gd name="connsiteY32" fmla="*/ 5396260 h 6858000"/>
              <a:gd name="connsiteX33" fmla="*/ 541800 w 1508539"/>
              <a:gd name="connsiteY33" fmla="*/ 5330009 h 6858000"/>
              <a:gd name="connsiteX34" fmla="*/ 575293 w 1508539"/>
              <a:gd name="connsiteY34" fmla="*/ 5273739 h 6858000"/>
              <a:gd name="connsiteX35" fmla="*/ 584892 w 1508539"/>
              <a:gd name="connsiteY35" fmla="*/ 5241779 h 6858000"/>
              <a:gd name="connsiteX36" fmla="*/ 596118 w 1508539"/>
              <a:gd name="connsiteY36" fmla="*/ 5225268 h 6858000"/>
              <a:gd name="connsiteX37" fmla="*/ 597138 w 1508539"/>
              <a:gd name="connsiteY37" fmla="*/ 5217684 h 6858000"/>
              <a:gd name="connsiteX38" fmla="*/ 604479 w 1508539"/>
              <a:gd name="connsiteY38" fmla="*/ 5193377 h 6858000"/>
              <a:gd name="connsiteX39" fmla="*/ 607782 w 1508539"/>
              <a:gd name="connsiteY39" fmla="*/ 5179288 h 6858000"/>
              <a:gd name="connsiteX40" fmla="*/ 608766 w 1508539"/>
              <a:gd name="connsiteY40" fmla="*/ 5173621 h 6858000"/>
              <a:gd name="connsiteX41" fmla="*/ 604400 w 1508539"/>
              <a:gd name="connsiteY41" fmla="*/ 5159961 h 6858000"/>
              <a:gd name="connsiteX42" fmla="*/ 611077 w 1508539"/>
              <a:gd name="connsiteY42" fmla="*/ 5144295 h 6858000"/>
              <a:gd name="connsiteX43" fmla="*/ 608010 w 1508539"/>
              <a:gd name="connsiteY43" fmla="*/ 5125185 h 6858000"/>
              <a:gd name="connsiteX44" fmla="*/ 614840 w 1508539"/>
              <a:gd name="connsiteY44" fmla="*/ 5121884 h 6858000"/>
              <a:gd name="connsiteX45" fmla="*/ 621876 w 1508539"/>
              <a:gd name="connsiteY45" fmla="*/ 5067850 h 6858000"/>
              <a:gd name="connsiteX46" fmla="*/ 624607 w 1508539"/>
              <a:gd name="connsiteY46" fmla="*/ 5060861 h 6858000"/>
              <a:gd name="connsiteX47" fmla="*/ 621311 w 1508539"/>
              <a:gd name="connsiteY47" fmla="*/ 5034192 h 6858000"/>
              <a:gd name="connsiteX48" fmla="*/ 622865 w 1508539"/>
              <a:gd name="connsiteY48" fmla="*/ 4993030 h 6858000"/>
              <a:gd name="connsiteX49" fmla="*/ 629774 w 1508539"/>
              <a:gd name="connsiteY49" fmla="*/ 4946844 h 6858000"/>
              <a:gd name="connsiteX50" fmla="*/ 625630 w 1508539"/>
              <a:gd name="connsiteY50" fmla="*/ 4932692 h 6858000"/>
              <a:gd name="connsiteX51" fmla="*/ 641033 w 1508539"/>
              <a:gd name="connsiteY51" fmla="*/ 4858827 h 6858000"/>
              <a:gd name="connsiteX52" fmla="*/ 646936 w 1508539"/>
              <a:gd name="connsiteY52" fmla="*/ 4821170 h 6858000"/>
              <a:gd name="connsiteX53" fmla="*/ 651669 w 1508539"/>
              <a:gd name="connsiteY53" fmla="*/ 4780965 h 6858000"/>
              <a:gd name="connsiteX54" fmla="*/ 652962 w 1508539"/>
              <a:gd name="connsiteY54" fmla="*/ 4750867 h 6858000"/>
              <a:gd name="connsiteX55" fmla="*/ 650769 w 1508539"/>
              <a:gd name="connsiteY55" fmla="*/ 4690749 h 6858000"/>
              <a:gd name="connsiteX56" fmla="*/ 646249 w 1508539"/>
              <a:gd name="connsiteY56" fmla="*/ 4584173 h 6858000"/>
              <a:gd name="connsiteX57" fmla="*/ 641332 w 1508539"/>
              <a:gd name="connsiteY57" fmla="*/ 4444346 h 6858000"/>
              <a:gd name="connsiteX58" fmla="*/ 637897 w 1508539"/>
              <a:gd name="connsiteY58" fmla="*/ 4375228 h 6858000"/>
              <a:gd name="connsiteX59" fmla="*/ 618550 w 1508539"/>
              <a:gd name="connsiteY59" fmla="*/ 4214165 h 6858000"/>
              <a:gd name="connsiteX60" fmla="*/ 622623 w 1508539"/>
              <a:gd name="connsiteY60" fmla="*/ 4090296 h 6858000"/>
              <a:gd name="connsiteX61" fmla="*/ 607879 w 1508539"/>
              <a:gd name="connsiteY61" fmla="*/ 4033999 h 6858000"/>
              <a:gd name="connsiteX62" fmla="*/ 609028 w 1508539"/>
              <a:gd name="connsiteY62" fmla="*/ 4031933 h 6858000"/>
              <a:gd name="connsiteX63" fmla="*/ 607604 w 1508539"/>
              <a:gd name="connsiteY63" fmla="*/ 4013953 h 6858000"/>
              <a:gd name="connsiteX64" fmla="*/ 593899 w 1508539"/>
              <a:gd name="connsiteY64" fmla="*/ 3974753 h 6858000"/>
              <a:gd name="connsiteX65" fmla="*/ 595497 w 1508539"/>
              <a:gd name="connsiteY65" fmla="*/ 3969950 h 6858000"/>
              <a:gd name="connsiteX66" fmla="*/ 588919 w 1508539"/>
              <a:gd name="connsiteY66" fmla="*/ 3933779 h 6858000"/>
              <a:gd name="connsiteX67" fmla="*/ 590250 w 1508539"/>
              <a:gd name="connsiteY67" fmla="*/ 3933093 h 6858000"/>
              <a:gd name="connsiteX68" fmla="*/ 594604 w 1508539"/>
              <a:gd name="connsiteY68" fmla="*/ 3922082 h 6858000"/>
              <a:gd name="connsiteX69" fmla="*/ 599682 w 1508539"/>
              <a:gd name="connsiteY69" fmla="*/ 3901461 h 6858000"/>
              <a:gd name="connsiteX70" fmla="*/ 622276 w 1508539"/>
              <a:gd name="connsiteY70" fmla="*/ 3813873 h 6858000"/>
              <a:gd name="connsiteX71" fmla="*/ 621701 w 1508539"/>
              <a:gd name="connsiteY71" fmla="*/ 3806161 h 6858000"/>
              <a:gd name="connsiteX72" fmla="*/ 622008 w 1508539"/>
              <a:gd name="connsiteY72" fmla="*/ 3805957 h 6858000"/>
              <a:gd name="connsiteX73" fmla="*/ 622035 w 1508539"/>
              <a:gd name="connsiteY73" fmla="*/ 3797724 h 6858000"/>
              <a:gd name="connsiteX74" fmla="*/ 620650 w 1508539"/>
              <a:gd name="connsiteY74" fmla="*/ 3792098 h 6858000"/>
              <a:gd name="connsiteX75" fmla="*/ 619534 w 1508539"/>
              <a:gd name="connsiteY75" fmla="*/ 3777135 h 6858000"/>
              <a:gd name="connsiteX76" fmla="*/ 621267 w 1508539"/>
              <a:gd name="connsiteY76" fmla="*/ 3771656 h 6858000"/>
              <a:gd name="connsiteX77" fmla="*/ 625010 w 1508539"/>
              <a:gd name="connsiteY77" fmla="*/ 3769007 h 6858000"/>
              <a:gd name="connsiteX78" fmla="*/ 624476 w 1508539"/>
              <a:gd name="connsiteY78" fmla="*/ 3767709 h 6858000"/>
              <a:gd name="connsiteX79" fmla="*/ 633172 w 1508539"/>
              <a:gd name="connsiteY79" fmla="*/ 3738082 h 6858000"/>
              <a:gd name="connsiteX80" fmla="*/ 640518 w 1508539"/>
              <a:gd name="connsiteY80" fmla="*/ 3673397 h 6858000"/>
              <a:gd name="connsiteX81" fmla="*/ 639814 w 1508539"/>
              <a:gd name="connsiteY81" fmla="*/ 3637109 h 6858000"/>
              <a:gd name="connsiteX82" fmla="*/ 643257 w 1508539"/>
              <a:gd name="connsiteY82" fmla="*/ 3536883 h 6858000"/>
              <a:gd name="connsiteX83" fmla="*/ 650795 w 1508539"/>
              <a:gd name="connsiteY83" fmla="*/ 3435652 h 6858000"/>
              <a:gd name="connsiteX84" fmla="*/ 652466 w 1508539"/>
              <a:gd name="connsiteY84" fmla="*/ 3307769 h 6858000"/>
              <a:gd name="connsiteX85" fmla="*/ 670029 w 1508539"/>
              <a:gd name="connsiteY85" fmla="*/ 3250522 h 6858000"/>
              <a:gd name="connsiteX86" fmla="*/ 670454 w 1508539"/>
              <a:gd name="connsiteY86" fmla="*/ 3229163 h 6858000"/>
              <a:gd name="connsiteX87" fmla="*/ 672277 w 1508539"/>
              <a:gd name="connsiteY87" fmla="*/ 3217217 h 6858000"/>
              <a:gd name="connsiteX88" fmla="*/ 659112 w 1508539"/>
              <a:gd name="connsiteY88" fmla="*/ 3183755 h 6858000"/>
              <a:gd name="connsiteX89" fmla="*/ 659613 w 1508539"/>
              <a:gd name="connsiteY89" fmla="*/ 3178642 h 6858000"/>
              <a:gd name="connsiteX90" fmla="*/ 647213 w 1508539"/>
              <a:gd name="connsiteY90" fmla="*/ 3158586 h 6858000"/>
              <a:gd name="connsiteX91" fmla="*/ 632398 w 1508539"/>
              <a:gd name="connsiteY91" fmla="*/ 3129034 h 6858000"/>
              <a:gd name="connsiteX92" fmla="*/ 633063 w 1508539"/>
              <a:gd name="connsiteY92" fmla="*/ 3126682 h 6858000"/>
              <a:gd name="connsiteX93" fmla="*/ 623931 w 1508539"/>
              <a:gd name="connsiteY93" fmla="*/ 3114519 h 6858000"/>
              <a:gd name="connsiteX94" fmla="*/ 610540 w 1508539"/>
              <a:gd name="connsiteY94" fmla="*/ 3106272 h 6858000"/>
              <a:gd name="connsiteX95" fmla="*/ 583270 w 1508539"/>
              <a:gd name="connsiteY95" fmla="*/ 2958185 h 6858000"/>
              <a:gd name="connsiteX96" fmla="*/ 525884 w 1508539"/>
              <a:gd name="connsiteY96" fmla="*/ 2762989 h 6858000"/>
              <a:gd name="connsiteX97" fmla="*/ 474802 w 1508539"/>
              <a:gd name="connsiteY97" fmla="*/ 2554718 h 6858000"/>
              <a:gd name="connsiteX98" fmla="*/ 454896 w 1508539"/>
              <a:gd name="connsiteY98" fmla="*/ 2485734 h 6858000"/>
              <a:gd name="connsiteX99" fmla="*/ 445619 w 1508539"/>
              <a:gd name="connsiteY99" fmla="*/ 2447068 h 6858000"/>
              <a:gd name="connsiteX100" fmla="*/ 432580 w 1508539"/>
              <a:gd name="connsiteY100" fmla="*/ 2425819 h 6858000"/>
              <a:gd name="connsiteX101" fmla="*/ 438579 w 1508539"/>
              <a:gd name="connsiteY101" fmla="*/ 2402874 h 6858000"/>
              <a:gd name="connsiteX102" fmla="*/ 441191 w 1508539"/>
              <a:gd name="connsiteY102" fmla="*/ 2381443 h 6858000"/>
              <a:gd name="connsiteX103" fmla="*/ 417520 w 1508539"/>
              <a:gd name="connsiteY103" fmla="*/ 2261920 h 6858000"/>
              <a:gd name="connsiteX104" fmla="*/ 407407 w 1508539"/>
              <a:gd name="connsiteY104" fmla="*/ 2195378 h 6858000"/>
              <a:gd name="connsiteX105" fmla="*/ 391624 w 1508539"/>
              <a:gd name="connsiteY105" fmla="*/ 2155135 h 6858000"/>
              <a:gd name="connsiteX106" fmla="*/ 389082 w 1508539"/>
              <a:gd name="connsiteY106" fmla="*/ 2118008 h 6858000"/>
              <a:gd name="connsiteX107" fmla="*/ 390075 w 1508539"/>
              <a:gd name="connsiteY107" fmla="*/ 2050531 h 6858000"/>
              <a:gd name="connsiteX108" fmla="*/ 381881 w 1508539"/>
              <a:gd name="connsiteY108" fmla="*/ 1963269 h 6858000"/>
              <a:gd name="connsiteX109" fmla="*/ 363059 w 1508539"/>
              <a:gd name="connsiteY109" fmla="*/ 1906352 h 6858000"/>
              <a:gd name="connsiteX110" fmla="*/ 339616 w 1508539"/>
              <a:gd name="connsiteY110" fmla="*/ 1861531 h 6858000"/>
              <a:gd name="connsiteX111" fmla="*/ 293415 w 1508539"/>
              <a:gd name="connsiteY111" fmla="*/ 1732919 h 6858000"/>
              <a:gd name="connsiteX112" fmla="*/ 265726 w 1508539"/>
              <a:gd name="connsiteY112" fmla="*/ 1663540 h 6858000"/>
              <a:gd name="connsiteX113" fmla="*/ 264852 w 1508539"/>
              <a:gd name="connsiteY113" fmla="*/ 1615777 h 6858000"/>
              <a:gd name="connsiteX114" fmla="*/ 245647 w 1508539"/>
              <a:gd name="connsiteY114" fmla="*/ 1563678 h 6858000"/>
              <a:gd name="connsiteX115" fmla="*/ 258727 w 1508539"/>
              <a:gd name="connsiteY115" fmla="*/ 1519474 h 6858000"/>
              <a:gd name="connsiteX116" fmla="*/ 251469 w 1508539"/>
              <a:gd name="connsiteY116" fmla="*/ 1477995 h 6858000"/>
              <a:gd name="connsiteX117" fmla="*/ 237554 w 1508539"/>
              <a:gd name="connsiteY117" fmla="*/ 1373769 h 6858000"/>
              <a:gd name="connsiteX118" fmla="*/ 245861 w 1508539"/>
              <a:gd name="connsiteY118" fmla="*/ 1307086 h 6858000"/>
              <a:gd name="connsiteX119" fmla="*/ 247049 w 1508539"/>
              <a:gd name="connsiteY119" fmla="*/ 1189033 h 6858000"/>
              <a:gd name="connsiteX120" fmla="*/ 251734 w 1508539"/>
              <a:gd name="connsiteY120" fmla="*/ 1168288 h 6858000"/>
              <a:gd name="connsiteX121" fmla="*/ 244016 w 1508539"/>
              <a:gd name="connsiteY121" fmla="*/ 1142577 h 6858000"/>
              <a:gd name="connsiteX122" fmla="*/ 233322 w 1508539"/>
              <a:gd name="connsiteY122" fmla="*/ 1088484 h 6858000"/>
              <a:gd name="connsiteX123" fmla="*/ 222058 w 1508539"/>
              <a:gd name="connsiteY123" fmla="*/ 1016103 h 6858000"/>
              <a:gd name="connsiteX124" fmla="*/ 223514 w 1508539"/>
              <a:gd name="connsiteY124" fmla="*/ 932283 h 6858000"/>
              <a:gd name="connsiteX125" fmla="*/ 225750 w 1508539"/>
              <a:gd name="connsiteY125" fmla="*/ 915925 h 6858000"/>
              <a:gd name="connsiteX126" fmla="*/ 218379 w 1508539"/>
              <a:gd name="connsiteY126" fmla="*/ 896999 h 6858000"/>
              <a:gd name="connsiteX127" fmla="*/ 187787 w 1508539"/>
              <a:gd name="connsiteY127" fmla="*/ 821517 h 6858000"/>
              <a:gd name="connsiteX128" fmla="*/ 166737 w 1508539"/>
              <a:gd name="connsiteY128" fmla="*/ 751353 h 6858000"/>
              <a:gd name="connsiteX129" fmla="*/ 166295 w 1508539"/>
              <a:gd name="connsiteY129" fmla="*/ 721230 h 6858000"/>
              <a:gd name="connsiteX130" fmla="*/ 151966 w 1508539"/>
              <a:gd name="connsiteY130" fmla="*/ 681659 h 6858000"/>
              <a:gd name="connsiteX131" fmla="*/ 137385 w 1508539"/>
              <a:gd name="connsiteY131" fmla="*/ 635218 h 6858000"/>
              <a:gd name="connsiteX132" fmla="*/ 142396 w 1508539"/>
              <a:gd name="connsiteY132" fmla="*/ 613763 h 6858000"/>
              <a:gd name="connsiteX133" fmla="*/ 128338 w 1508539"/>
              <a:gd name="connsiteY133" fmla="*/ 598582 h 6858000"/>
              <a:gd name="connsiteX134" fmla="*/ 128019 w 1508539"/>
              <a:gd name="connsiteY134" fmla="*/ 576846 h 6858000"/>
              <a:gd name="connsiteX135" fmla="*/ 107645 w 1508539"/>
              <a:gd name="connsiteY135" fmla="*/ 530055 h 6858000"/>
              <a:gd name="connsiteX136" fmla="*/ 106893 w 1508539"/>
              <a:gd name="connsiteY136" fmla="*/ 465389 h 6858000"/>
              <a:gd name="connsiteX137" fmla="*/ 89816 w 1508539"/>
              <a:gd name="connsiteY137" fmla="*/ 424699 h 6858000"/>
              <a:gd name="connsiteX138" fmla="*/ 90191 w 1508539"/>
              <a:gd name="connsiteY138" fmla="*/ 404917 h 6858000"/>
              <a:gd name="connsiteX139" fmla="*/ 70148 w 1508539"/>
              <a:gd name="connsiteY139" fmla="*/ 367211 h 6858000"/>
              <a:gd name="connsiteX140" fmla="*/ 36452 w 1508539"/>
              <a:gd name="connsiteY140" fmla="*/ 268519 h 6858000"/>
              <a:gd name="connsiteX141" fmla="*/ 23935 w 1508539"/>
              <a:gd name="connsiteY141" fmla="*/ 160886 h 6858000"/>
              <a:gd name="connsiteX142" fmla="*/ 19312 w 1508539"/>
              <a:gd name="connsiteY142" fmla="*/ 47336 h 6858000"/>
              <a:gd name="connsiteX143" fmla="*/ 0 w 1508539"/>
              <a:gd name="connsiteY143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45501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11349 w 1508539"/>
              <a:gd name="connsiteY27" fmla="*/ 569368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72933 w 1508539"/>
              <a:gd name="connsiteY23" fmla="*/ 6211940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53633 w 1508539"/>
              <a:gd name="connsiteY7" fmla="*/ 6596265 h 6858000"/>
              <a:gd name="connsiteX8" fmla="*/ 164248 w 1508539"/>
              <a:gd name="connsiteY8" fmla="*/ 6574442 h 6858000"/>
              <a:gd name="connsiteX9" fmla="*/ 164588 w 1508539"/>
              <a:gd name="connsiteY9" fmla="*/ 6568530 h 6858000"/>
              <a:gd name="connsiteX10" fmla="*/ 166997 w 1508539"/>
              <a:gd name="connsiteY10" fmla="*/ 6560674 h 6858000"/>
              <a:gd name="connsiteX11" fmla="*/ 167342 w 1508539"/>
              <a:gd name="connsiteY11" fmla="*/ 6560598 h 6858000"/>
              <a:gd name="connsiteX12" fmla="*/ 201349 w 1508539"/>
              <a:gd name="connsiteY12" fmla="*/ 6530567 h 6858000"/>
              <a:gd name="connsiteX13" fmla="*/ 215389 w 1508539"/>
              <a:gd name="connsiteY13" fmla="*/ 6478062 h 6858000"/>
              <a:gd name="connsiteX14" fmla="*/ 226078 w 1508539"/>
              <a:gd name="connsiteY14" fmla="*/ 6460325 h 6858000"/>
              <a:gd name="connsiteX15" fmla="*/ 233311 w 1508539"/>
              <a:gd name="connsiteY15" fmla="*/ 6451488 h 6858000"/>
              <a:gd name="connsiteX16" fmla="*/ 234746 w 1508539"/>
              <a:gd name="connsiteY16" fmla="*/ 6451348 h 6858000"/>
              <a:gd name="connsiteX17" fmla="*/ 239104 w 1508539"/>
              <a:gd name="connsiteY17" fmla="*/ 6414240 h 6858000"/>
              <a:gd name="connsiteX18" fmla="*/ 241880 w 1508539"/>
              <a:gd name="connsiteY18" fmla="*/ 6384857 h 6858000"/>
              <a:gd name="connsiteX19" fmla="*/ 240591 w 1508539"/>
              <a:gd name="connsiteY19" fmla="*/ 6367510 h 6858000"/>
              <a:gd name="connsiteX20" fmla="*/ 244471 w 1508539"/>
              <a:gd name="connsiteY20" fmla="*/ 6349778 h 6858000"/>
              <a:gd name="connsiteX21" fmla="*/ 246136 w 1508539"/>
              <a:gd name="connsiteY21" fmla="*/ 6348250 h 6858000"/>
              <a:gd name="connsiteX22" fmla="*/ 262170 w 1508539"/>
              <a:gd name="connsiteY22" fmla="*/ 6281972 h 6858000"/>
              <a:gd name="connsiteX23" fmla="*/ 290557 w 1508539"/>
              <a:gd name="connsiteY23" fmla="*/ 6153037 h 6858000"/>
              <a:gd name="connsiteX24" fmla="*/ 314428 w 1508539"/>
              <a:gd name="connsiteY24" fmla="*/ 6113913 h 6858000"/>
              <a:gd name="connsiteX25" fmla="*/ 318721 w 1508539"/>
              <a:gd name="connsiteY25" fmla="*/ 6028119 h 6858000"/>
              <a:gd name="connsiteX26" fmla="*/ 363126 w 1508539"/>
              <a:gd name="connsiteY26" fmla="*/ 5934687 h 6858000"/>
              <a:gd name="connsiteX27" fmla="*/ 408411 w 1508539"/>
              <a:gd name="connsiteY27" fmla="*/ 5704905 h 6858000"/>
              <a:gd name="connsiteX28" fmla="*/ 431404 w 1508539"/>
              <a:gd name="connsiteY28" fmla="*/ 5665173 h 6858000"/>
              <a:gd name="connsiteX29" fmla="*/ 465121 w 1508539"/>
              <a:gd name="connsiteY29" fmla="*/ 5563435 h 6858000"/>
              <a:gd name="connsiteX30" fmla="*/ 494626 w 1508539"/>
              <a:gd name="connsiteY30" fmla="*/ 5476393 h 6858000"/>
              <a:gd name="connsiteX31" fmla="*/ 525819 w 1508539"/>
              <a:gd name="connsiteY31" fmla="*/ 5396260 h 6858000"/>
              <a:gd name="connsiteX32" fmla="*/ 541800 w 1508539"/>
              <a:gd name="connsiteY32" fmla="*/ 5330009 h 6858000"/>
              <a:gd name="connsiteX33" fmla="*/ 575293 w 1508539"/>
              <a:gd name="connsiteY33" fmla="*/ 5273739 h 6858000"/>
              <a:gd name="connsiteX34" fmla="*/ 584892 w 1508539"/>
              <a:gd name="connsiteY34" fmla="*/ 5241779 h 6858000"/>
              <a:gd name="connsiteX35" fmla="*/ 596118 w 1508539"/>
              <a:gd name="connsiteY35" fmla="*/ 5225268 h 6858000"/>
              <a:gd name="connsiteX36" fmla="*/ 597138 w 1508539"/>
              <a:gd name="connsiteY36" fmla="*/ 5217684 h 6858000"/>
              <a:gd name="connsiteX37" fmla="*/ 604479 w 1508539"/>
              <a:gd name="connsiteY37" fmla="*/ 5193377 h 6858000"/>
              <a:gd name="connsiteX38" fmla="*/ 607782 w 1508539"/>
              <a:gd name="connsiteY38" fmla="*/ 5179288 h 6858000"/>
              <a:gd name="connsiteX39" fmla="*/ 608766 w 1508539"/>
              <a:gd name="connsiteY39" fmla="*/ 5173621 h 6858000"/>
              <a:gd name="connsiteX40" fmla="*/ 604400 w 1508539"/>
              <a:gd name="connsiteY40" fmla="*/ 5159961 h 6858000"/>
              <a:gd name="connsiteX41" fmla="*/ 611077 w 1508539"/>
              <a:gd name="connsiteY41" fmla="*/ 5144295 h 6858000"/>
              <a:gd name="connsiteX42" fmla="*/ 608010 w 1508539"/>
              <a:gd name="connsiteY42" fmla="*/ 5125185 h 6858000"/>
              <a:gd name="connsiteX43" fmla="*/ 614840 w 1508539"/>
              <a:gd name="connsiteY43" fmla="*/ 5121884 h 6858000"/>
              <a:gd name="connsiteX44" fmla="*/ 621876 w 1508539"/>
              <a:gd name="connsiteY44" fmla="*/ 5067850 h 6858000"/>
              <a:gd name="connsiteX45" fmla="*/ 624607 w 1508539"/>
              <a:gd name="connsiteY45" fmla="*/ 5060861 h 6858000"/>
              <a:gd name="connsiteX46" fmla="*/ 621311 w 1508539"/>
              <a:gd name="connsiteY46" fmla="*/ 5034192 h 6858000"/>
              <a:gd name="connsiteX47" fmla="*/ 622865 w 1508539"/>
              <a:gd name="connsiteY47" fmla="*/ 4993030 h 6858000"/>
              <a:gd name="connsiteX48" fmla="*/ 629774 w 1508539"/>
              <a:gd name="connsiteY48" fmla="*/ 4946844 h 6858000"/>
              <a:gd name="connsiteX49" fmla="*/ 625630 w 1508539"/>
              <a:gd name="connsiteY49" fmla="*/ 4932692 h 6858000"/>
              <a:gd name="connsiteX50" fmla="*/ 641033 w 1508539"/>
              <a:gd name="connsiteY50" fmla="*/ 4858827 h 6858000"/>
              <a:gd name="connsiteX51" fmla="*/ 646936 w 1508539"/>
              <a:gd name="connsiteY51" fmla="*/ 4821170 h 6858000"/>
              <a:gd name="connsiteX52" fmla="*/ 651669 w 1508539"/>
              <a:gd name="connsiteY52" fmla="*/ 4780965 h 6858000"/>
              <a:gd name="connsiteX53" fmla="*/ 652962 w 1508539"/>
              <a:gd name="connsiteY53" fmla="*/ 4750867 h 6858000"/>
              <a:gd name="connsiteX54" fmla="*/ 650769 w 1508539"/>
              <a:gd name="connsiteY54" fmla="*/ 4690749 h 6858000"/>
              <a:gd name="connsiteX55" fmla="*/ 646249 w 1508539"/>
              <a:gd name="connsiteY55" fmla="*/ 4584173 h 6858000"/>
              <a:gd name="connsiteX56" fmla="*/ 641332 w 1508539"/>
              <a:gd name="connsiteY56" fmla="*/ 4444346 h 6858000"/>
              <a:gd name="connsiteX57" fmla="*/ 637897 w 1508539"/>
              <a:gd name="connsiteY57" fmla="*/ 4375228 h 6858000"/>
              <a:gd name="connsiteX58" fmla="*/ 618550 w 1508539"/>
              <a:gd name="connsiteY58" fmla="*/ 4214165 h 6858000"/>
              <a:gd name="connsiteX59" fmla="*/ 622623 w 1508539"/>
              <a:gd name="connsiteY59" fmla="*/ 4090296 h 6858000"/>
              <a:gd name="connsiteX60" fmla="*/ 607879 w 1508539"/>
              <a:gd name="connsiteY60" fmla="*/ 4033999 h 6858000"/>
              <a:gd name="connsiteX61" fmla="*/ 609028 w 1508539"/>
              <a:gd name="connsiteY61" fmla="*/ 4031933 h 6858000"/>
              <a:gd name="connsiteX62" fmla="*/ 607604 w 1508539"/>
              <a:gd name="connsiteY62" fmla="*/ 4013953 h 6858000"/>
              <a:gd name="connsiteX63" fmla="*/ 593899 w 1508539"/>
              <a:gd name="connsiteY63" fmla="*/ 3974753 h 6858000"/>
              <a:gd name="connsiteX64" fmla="*/ 595497 w 1508539"/>
              <a:gd name="connsiteY64" fmla="*/ 3969950 h 6858000"/>
              <a:gd name="connsiteX65" fmla="*/ 588919 w 1508539"/>
              <a:gd name="connsiteY65" fmla="*/ 3933779 h 6858000"/>
              <a:gd name="connsiteX66" fmla="*/ 590250 w 1508539"/>
              <a:gd name="connsiteY66" fmla="*/ 3933093 h 6858000"/>
              <a:gd name="connsiteX67" fmla="*/ 594604 w 1508539"/>
              <a:gd name="connsiteY67" fmla="*/ 3922082 h 6858000"/>
              <a:gd name="connsiteX68" fmla="*/ 599682 w 1508539"/>
              <a:gd name="connsiteY68" fmla="*/ 3901461 h 6858000"/>
              <a:gd name="connsiteX69" fmla="*/ 622276 w 1508539"/>
              <a:gd name="connsiteY69" fmla="*/ 3813873 h 6858000"/>
              <a:gd name="connsiteX70" fmla="*/ 621701 w 1508539"/>
              <a:gd name="connsiteY70" fmla="*/ 3806161 h 6858000"/>
              <a:gd name="connsiteX71" fmla="*/ 622008 w 1508539"/>
              <a:gd name="connsiteY71" fmla="*/ 3805957 h 6858000"/>
              <a:gd name="connsiteX72" fmla="*/ 622035 w 1508539"/>
              <a:gd name="connsiteY72" fmla="*/ 3797724 h 6858000"/>
              <a:gd name="connsiteX73" fmla="*/ 620650 w 1508539"/>
              <a:gd name="connsiteY73" fmla="*/ 3792098 h 6858000"/>
              <a:gd name="connsiteX74" fmla="*/ 619534 w 1508539"/>
              <a:gd name="connsiteY74" fmla="*/ 3777135 h 6858000"/>
              <a:gd name="connsiteX75" fmla="*/ 621267 w 1508539"/>
              <a:gd name="connsiteY75" fmla="*/ 3771656 h 6858000"/>
              <a:gd name="connsiteX76" fmla="*/ 625010 w 1508539"/>
              <a:gd name="connsiteY76" fmla="*/ 3769007 h 6858000"/>
              <a:gd name="connsiteX77" fmla="*/ 624476 w 1508539"/>
              <a:gd name="connsiteY77" fmla="*/ 3767709 h 6858000"/>
              <a:gd name="connsiteX78" fmla="*/ 633172 w 1508539"/>
              <a:gd name="connsiteY78" fmla="*/ 3738082 h 6858000"/>
              <a:gd name="connsiteX79" fmla="*/ 640518 w 1508539"/>
              <a:gd name="connsiteY79" fmla="*/ 3673397 h 6858000"/>
              <a:gd name="connsiteX80" fmla="*/ 639814 w 1508539"/>
              <a:gd name="connsiteY80" fmla="*/ 3637109 h 6858000"/>
              <a:gd name="connsiteX81" fmla="*/ 643257 w 1508539"/>
              <a:gd name="connsiteY81" fmla="*/ 3536883 h 6858000"/>
              <a:gd name="connsiteX82" fmla="*/ 650795 w 1508539"/>
              <a:gd name="connsiteY82" fmla="*/ 3435652 h 6858000"/>
              <a:gd name="connsiteX83" fmla="*/ 652466 w 1508539"/>
              <a:gd name="connsiteY83" fmla="*/ 3307769 h 6858000"/>
              <a:gd name="connsiteX84" fmla="*/ 670029 w 1508539"/>
              <a:gd name="connsiteY84" fmla="*/ 3250522 h 6858000"/>
              <a:gd name="connsiteX85" fmla="*/ 670454 w 1508539"/>
              <a:gd name="connsiteY85" fmla="*/ 3229163 h 6858000"/>
              <a:gd name="connsiteX86" fmla="*/ 672277 w 1508539"/>
              <a:gd name="connsiteY86" fmla="*/ 3217217 h 6858000"/>
              <a:gd name="connsiteX87" fmla="*/ 659112 w 1508539"/>
              <a:gd name="connsiteY87" fmla="*/ 3183755 h 6858000"/>
              <a:gd name="connsiteX88" fmla="*/ 659613 w 1508539"/>
              <a:gd name="connsiteY88" fmla="*/ 3178642 h 6858000"/>
              <a:gd name="connsiteX89" fmla="*/ 647213 w 1508539"/>
              <a:gd name="connsiteY89" fmla="*/ 3158586 h 6858000"/>
              <a:gd name="connsiteX90" fmla="*/ 632398 w 1508539"/>
              <a:gd name="connsiteY90" fmla="*/ 3129034 h 6858000"/>
              <a:gd name="connsiteX91" fmla="*/ 633063 w 1508539"/>
              <a:gd name="connsiteY91" fmla="*/ 3126682 h 6858000"/>
              <a:gd name="connsiteX92" fmla="*/ 623931 w 1508539"/>
              <a:gd name="connsiteY92" fmla="*/ 3114519 h 6858000"/>
              <a:gd name="connsiteX93" fmla="*/ 610540 w 1508539"/>
              <a:gd name="connsiteY93" fmla="*/ 3106272 h 6858000"/>
              <a:gd name="connsiteX94" fmla="*/ 583270 w 1508539"/>
              <a:gd name="connsiteY94" fmla="*/ 2958185 h 6858000"/>
              <a:gd name="connsiteX95" fmla="*/ 525884 w 1508539"/>
              <a:gd name="connsiteY95" fmla="*/ 2762989 h 6858000"/>
              <a:gd name="connsiteX96" fmla="*/ 474802 w 1508539"/>
              <a:gd name="connsiteY96" fmla="*/ 2554718 h 6858000"/>
              <a:gd name="connsiteX97" fmla="*/ 454896 w 1508539"/>
              <a:gd name="connsiteY97" fmla="*/ 2485734 h 6858000"/>
              <a:gd name="connsiteX98" fmla="*/ 445619 w 1508539"/>
              <a:gd name="connsiteY98" fmla="*/ 2447068 h 6858000"/>
              <a:gd name="connsiteX99" fmla="*/ 432580 w 1508539"/>
              <a:gd name="connsiteY99" fmla="*/ 2425819 h 6858000"/>
              <a:gd name="connsiteX100" fmla="*/ 438579 w 1508539"/>
              <a:gd name="connsiteY100" fmla="*/ 2402874 h 6858000"/>
              <a:gd name="connsiteX101" fmla="*/ 441191 w 1508539"/>
              <a:gd name="connsiteY101" fmla="*/ 2381443 h 6858000"/>
              <a:gd name="connsiteX102" fmla="*/ 417520 w 1508539"/>
              <a:gd name="connsiteY102" fmla="*/ 2261920 h 6858000"/>
              <a:gd name="connsiteX103" fmla="*/ 407407 w 1508539"/>
              <a:gd name="connsiteY103" fmla="*/ 2195378 h 6858000"/>
              <a:gd name="connsiteX104" fmla="*/ 391624 w 1508539"/>
              <a:gd name="connsiteY104" fmla="*/ 2155135 h 6858000"/>
              <a:gd name="connsiteX105" fmla="*/ 389082 w 1508539"/>
              <a:gd name="connsiteY105" fmla="*/ 2118008 h 6858000"/>
              <a:gd name="connsiteX106" fmla="*/ 390075 w 1508539"/>
              <a:gd name="connsiteY106" fmla="*/ 2050531 h 6858000"/>
              <a:gd name="connsiteX107" fmla="*/ 381881 w 1508539"/>
              <a:gd name="connsiteY107" fmla="*/ 1963269 h 6858000"/>
              <a:gd name="connsiteX108" fmla="*/ 363059 w 1508539"/>
              <a:gd name="connsiteY108" fmla="*/ 1906352 h 6858000"/>
              <a:gd name="connsiteX109" fmla="*/ 339616 w 1508539"/>
              <a:gd name="connsiteY109" fmla="*/ 1861531 h 6858000"/>
              <a:gd name="connsiteX110" fmla="*/ 293415 w 1508539"/>
              <a:gd name="connsiteY110" fmla="*/ 1732919 h 6858000"/>
              <a:gd name="connsiteX111" fmla="*/ 265726 w 1508539"/>
              <a:gd name="connsiteY111" fmla="*/ 1663540 h 6858000"/>
              <a:gd name="connsiteX112" fmla="*/ 264852 w 1508539"/>
              <a:gd name="connsiteY112" fmla="*/ 1615777 h 6858000"/>
              <a:gd name="connsiteX113" fmla="*/ 245647 w 1508539"/>
              <a:gd name="connsiteY113" fmla="*/ 1563678 h 6858000"/>
              <a:gd name="connsiteX114" fmla="*/ 258727 w 1508539"/>
              <a:gd name="connsiteY114" fmla="*/ 1519474 h 6858000"/>
              <a:gd name="connsiteX115" fmla="*/ 251469 w 1508539"/>
              <a:gd name="connsiteY115" fmla="*/ 1477995 h 6858000"/>
              <a:gd name="connsiteX116" fmla="*/ 237554 w 1508539"/>
              <a:gd name="connsiteY116" fmla="*/ 1373769 h 6858000"/>
              <a:gd name="connsiteX117" fmla="*/ 245861 w 1508539"/>
              <a:gd name="connsiteY117" fmla="*/ 1307086 h 6858000"/>
              <a:gd name="connsiteX118" fmla="*/ 247049 w 1508539"/>
              <a:gd name="connsiteY118" fmla="*/ 1189033 h 6858000"/>
              <a:gd name="connsiteX119" fmla="*/ 251734 w 1508539"/>
              <a:gd name="connsiteY119" fmla="*/ 1168288 h 6858000"/>
              <a:gd name="connsiteX120" fmla="*/ 244016 w 1508539"/>
              <a:gd name="connsiteY120" fmla="*/ 1142577 h 6858000"/>
              <a:gd name="connsiteX121" fmla="*/ 233322 w 1508539"/>
              <a:gd name="connsiteY121" fmla="*/ 1088484 h 6858000"/>
              <a:gd name="connsiteX122" fmla="*/ 222058 w 1508539"/>
              <a:gd name="connsiteY122" fmla="*/ 1016103 h 6858000"/>
              <a:gd name="connsiteX123" fmla="*/ 223514 w 1508539"/>
              <a:gd name="connsiteY123" fmla="*/ 932283 h 6858000"/>
              <a:gd name="connsiteX124" fmla="*/ 225750 w 1508539"/>
              <a:gd name="connsiteY124" fmla="*/ 915925 h 6858000"/>
              <a:gd name="connsiteX125" fmla="*/ 218379 w 1508539"/>
              <a:gd name="connsiteY125" fmla="*/ 896999 h 6858000"/>
              <a:gd name="connsiteX126" fmla="*/ 187787 w 1508539"/>
              <a:gd name="connsiteY126" fmla="*/ 821517 h 6858000"/>
              <a:gd name="connsiteX127" fmla="*/ 166737 w 1508539"/>
              <a:gd name="connsiteY127" fmla="*/ 751353 h 6858000"/>
              <a:gd name="connsiteX128" fmla="*/ 166295 w 1508539"/>
              <a:gd name="connsiteY128" fmla="*/ 721230 h 6858000"/>
              <a:gd name="connsiteX129" fmla="*/ 151966 w 1508539"/>
              <a:gd name="connsiteY129" fmla="*/ 681659 h 6858000"/>
              <a:gd name="connsiteX130" fmla="*/ 137385 w 1508539"/>
              <a:gd name="connsiteY130" fmla="*/ 635218 h 6858000"/>
              <a:gd name="connsiteX131" fmla="*/ 142396 w 1508539"/>
              <a:gd name="connsiteY131" fmla="*/ 613763 h 6858000"/>
              <a:gd name="connsiteX132" fmla="*/ 128338 w 1508539"/>
              <a:gd name="connsiteY132" fmla="*/ 598582 h 6858000"/>
              <a:gd name="connsiteX133" fmla="*/ 128019 w 1508539"/>
              <a:gd name="connsiteY133" fmla="*/ 576846 h 6858000"/>
              <a:gd name="connsiteX134" fmla="*/ 107645 w 1508539"/>
              <a:gd name="connsiteY134" fmla="*/ 530055 h 6858000"/>
              <a:gd name="connsiteX135" fmla="*/ 106893 w 1508539"/>
              <a:gd name="connsiteY135" fmla="*/ 465389 h 6858000"/>
              <a:gd name="connsiteX136" fmla="*/ 89816 w 1508539"/>
              <a:gd name="connsiteY136" fmla="*/ 424699 h 6858000"/>
              <a:gd name="connsiteX137" fmla="*/ 90191 w 1508539"/>
              <a:gd name="connsiteY137" fmla="*/ 404917 h 6858000"/>
              <a:gd name="connsiteX138" fmla="*/ 70148 w 1508539"/>
              <a:gd name="connsiteY138" fmla="*/ 367211 h 6858000"/>
              <a:gd name="connsiteX139" fmla="*/ 36452 w 1508539"/>
              <a:gd name="connsiteY139" fmla="*/ 268519 h 6858000"/>
              <a:gd name="connsiteX140" fmla="*/ 23935 w 1508539"/>
              <a:gd name="connsiteY140" fmla="*/ 160886 h 6858000"/>
              <a:gd name="connsiteX141" fmla="*/ 19312 w 1508539"/>
              <a:gd name="connsiteY141" fmla="*/ 47336 h 6858000"/>
              <a:gd name="connsiteX142" fmla="*/ 0 w 1508539"/>
              <a:gd name="connsiteY142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167342 w 1508539"/>
              <a:gd name="connsiteY10" fmla="*/ 6560598 h 6858000"/>
              <a:gd name="connsiteX11" fmla="*/ 201349 w 1508539"/>
              <a:gd name="connsiteY11" fmla="*/ 6530567 h 6858000"/>
              <a:gd name="connsiteX12" fmla="*/ 215389 w 1508539"/>
              <a:gd name="connsiteY12" fmla="*/ 6478062 h 6858000"/>
              <a:gd name="connsiteX13" fmla="*/ 226078 w 1508539"/>
              <a:gd name="connsiteY13" fmla="*/ 6460325 h 6858000"/>
              <a:gd name="connsiteX14" fmla="*/ 233311 w 1508539"/>
              <a:gd name="connsiteY14" fmla="*/ 6451488 h 6858000"/>
              <a:gd name="connsiteX15" fmla="*/ 234746 w 1508539"/>
              <a:gd name="connsiteY15" fmla="*/ 6451348 h 6858000"/>
              <a:gd name="connsiteX16" fmla="*/ 239104 w 1508539"/>
              <a:gd name="connsiteY16" fmla="*/ 6414240 h 6858000"/>
              <a:gd name="connsiteX17" fmla="*/ 241880 w 1508539"/>
              <a:gd name="connsiteY17" fmla="*/ 6384857 h 6858000"/>
              <a:gd name="connsiteX18" fmla="*/ 240591 w 1508539"/>
              <a:gd name="connsiteY18" fmla="*/ 6367510 h 6858000"/>
              <a:gd name="connsiteX19" fmla="*/ 244471 w 1508539"/>
              <a:gd name="connsiteY19" fmla="*/ 6349778 h 6858000"/>
              <a:gd name="connsiteX20" fmla="*/ 246136 w 1508539"/>
              <a:gd name="connsiteY20" fmla="*/ 6348250 h 6858000"/>
              <a:gd name="connsiteX21" fmla="*/ 262170 w 1508539"/>
              <a:gd name="connsiteY21" fmla="*/ 6281972 h 6858000"/>
              <a:gd name="connsiteX22" fmla="*/ 290557 w 1508539"/>
              <a:gd name="connsiteY22" fmla="*/ 6153037 h 6858000"/>
              <a:gd name="connsiteX23" fmla="*/ 314428 w 1508539"/>
              <a:gd name="connsiteY23" fmla="*/ 6113913 h 6858000"/>
              <a:gd name="connsiteX24" fmla="*/ 318721 w 1508539"/>
              <a:gd name="connsiteY24" fmla="*/ 6028119 h 6858000"/>
              <a:gd name="connsiteX25" fmla="*/ 363126 w 1508539"/>
              <a:gd name="connsiteY25" fmla="*/ 5934687 h 6858000"/>
              <a:gd name="connsiteX26" fmla="*/ 408411 w 1508539"/>
              <a:gd name="connsiteY26" fmla="*/ 5704905 h 6858000"/>
              <a:gd name="connsiteX27" fmla="*/ 431404 w 1508539"/>
              <a:gd name="connsiteY27" fmla="*/ 5665173 h 6858000"/>
              <a:gd name="connsiteX28" fmla="*/ 465121 w 1508539"/>
              <a:gd name="connsiteY28" fmla="*/ 5563435 h 6858000"/>
              <a:gd name="connsiteX29" fmla="*/ 494626 w 1508539"/>
              <a:gd name="connsiteY29" fmla="*/ 5476393 h 6858000"/>
              <a:gd name="connsiteX30" fmla="*/ 525819 w 1508539"/>
              <a:gd name="connsiteY30" fmla="*/ 5396260 h 6858000"/>
              <a:gd name="connsiteX31" fmla="*/ 541800 w 1508539"/>
              <a:gd name="connsiteY31" fmla="*/ 5330009 h 6858000"/>
              <a:gd name="connsiteX32" fmla="*/ 575293 w 1508539"/>
              <a:gd name="connsiteY32" fmla="*/ 5273739 h 6858000"/>
              <a:gd name="connsiteX33" fmla="*/ 584892 w 1508539"/>
              <a:gd name="connsiteY33" fmla="*/ 5241779 h 6858000"/>
              <a:gd name="connsiteX34" fmla="*/ 596118 w 1508539"/>
              <a:gd name="connsiteY34" fmla="*/ 5225268 h 6858000"/>
              <a:gd name="connsiteX35" fmla="*/ 597138 w 1508539"/>
              <a:gd name="connsiteY35" fmla="*/ 5217684 h 6858000"/>
              <a:gd name="connsiteX36" fmla="*/ 604479 w 1508539"/>
              <a:gd name="connsiteY36" fmla="*/ 5193377 h 6858000"/>
              <a:gd name="connsiteX37" fmla="*/ 607782 w 1508539"/>
              <a:gd name="connsiteY37" fmla="*/ 5179288 h 6858000"/>
              <a:gd name="connsiteX38" fmla="*/ 608766 w 1508539"/>
              <a:gd name="connsiteY38" fmla="*/ 5173621 h 6858000"/>
              <a:gd name="connsiteX39" fmla="*/ 604400 w 1508539"/>
              <a:gd name="connsiteY39" fmla="*/ 5159961 h 6858000"/>
              <a:gd name="connsiteX40" fmla="*/ 611077 w 1508539"/>
              <a:gd name="connsiteY40" fmla="*/ 5144295 h 6858000"/>
              <a:gd name="connsiteX41" fmla="*/ 608010 w 1508539"/>
              <a:gd name="connsiteY41" fmla="*/ 5125185 h 6858000"/>
              <a:gd name="connsiteX42" fmla="*/ 614840 w 1508539"/>
              <a:gd name="connsiteY42" fmla="*/ 5121884 h 6858000"/>
              <a:gd name="connsiteX43" fmla="*/ 621876 w 1508539"/>
              <a:gd name="connsiteY43" fmla="*/ 5067850 h 6858000"/>
              <a:gd name="connsiteX44" fmla="*/ 624607 w 1508539"/>
              <a:gd name="connsiteY44" fmla="*/ 5060861 h 6858000"/>
              <a:gd name="connsiteX45" fmla="*/ 621311 w 1508539"/>
              <a:gd name="connsiteY45" fmla="*/ 5034192 h 6858000"/>
              <a:gd name="connsiteX46" fmla="*/ 622865 w 1508539"/>
              <a:gd name="connsiteY46" fmla="*/ 4993030 h 6858000"/>
              <a:gd name="connsiteX47" fmla="*/ 629774 w 1508539"/>
              <a:gd name="connsiteY47" fmla="*/ 4946844 h 6858000"/>
              <a:gd name="connsiteX48" fmla="*/ 625630 w 1508539"/>
              <a:gd name="connsiteY48" fmla="*/ 4932692 h 6858000"/>
              <a:gd name="connsiteX49" fmla="*/ 641033 w 1508539"/>
              <a:gd name="connsiteY49" fmla="*/ 4858827 h 6858000"/>
              <a:gd name="connsiteX50" fmla="*/ 646936 w 1508539"/>
              <a:gd name="connsiteY50" fmla="*/ 4821170 h 6858000"/>
              <a:gd name="connsiteX51" fmla="*/ 651669 w 1508539"/>
              <a:gd name="connsiteY51" fmla="*/ 4780965 h 6858000"/>
              <a:gd name="connsiteX52" fmla="*/ 652962 w 1508539"/>
              <a:gd name="connsiteY52" fmla="*/ 4750867 h 6858000"/>
              <a:gd name="connsiteX53" fmla="*/ 650769 w 1508539"/>
              <a:gd name="connsiteY53" fmla="*/ 4690749 h 6858000"/>
              <a:gd name="connsiteX54" fmla="*/ 646249 w 1508539"/>
              <a:gd name="connsiteY54" fmla="*/ 4584173 h 6858000"/>
              <a:gd name="connsiteX55" fmla="*/ 641332 w 1508539"/>
              <a:gd name="connsiteY55" fmla="*/ 4444346 h 6858000"/>
              <a:gd name="connsiteX56" fmla="*/ 637897 w 1508539"/>
              <a:gd name="connsiteY56" fmla="*/ 4375228 h 6858000"/>
              <a:gd name="connsiteX57" fmla="*/ 618550 w 1508539"/>
              <a:gd name="connsiteY57" fmla="*/ 4214165 h 6858000"/>
              <a:gd name="connsiteX58" fmla="*/ 622623 w 1508539"/>
              <a:gd name="connsiteY58" fmla="*/ 4090296 h 6858000"/>
              <a:gd name="connsiteX59" fmla="*/ 607879 w 1508539"/>
              <a:gd name="connsiteY59" fmla="*/ 4033999 h 6858000"/>
              <a:gd name="connsiteX60" fmla="*/ 609028 w 1508539"/>
              <a:gd name="connsiteY60" fmla="*/ 4031933 h 6858000"/>
              <a:gd name="connsiteX61" fmla="*/ 607604 w 1508539"/>
              <a:gd name="connsiteY61" fmla="*/ 4013953 h 6858000"/>
              <a:gd name="connsiteX62" fmla="*/ 593899 w 1508539"/>
              <a:gd name="connsiteY62" fmla="*/ 3974753 h 6858000"/>
              <a:gd name="connsiteX63" fmla="*/ 595497 w 1508539"/>
              <a:gd name="connsiteY63" fmla="*/ 3969950 h 6858000"/>
              <a:gd name="connsiteX64" fmla="*/ 588919 w 1508539"/>
              <a:gd name="connsiteY64" fmla="*/ 3933779 h 6858000"/>
              <a:gd name="connsiteX65" fmla="*/ 590250 w 1508539"/>
              <a:gd name="connsiteY65" fmla="*/ 3933093 h 6858000"/>
              <a:gd name="connsiteX66" fmla="*/ 594604 w 1508539"/>
              <a:gd name="connsiteY66" fmla="*/ 3922082 h 6858000"/>
              <a:gd name="connsiteX67" fmla="*/ 599682 w 1508539"/>
              <a:gd name="connsiteY67" fmla="*/ 3901461 h 6858000"/>
              <a:gd name="connsiteX68" fmla="*/ 622276 w 1508539"/>
              <a:gd name="connsiteY68" fmla="*/ 3813873 h 6858000"/>
              <a:gd name="connsiteX69" fmla="*/ 621701 w 1508539"/>
              <a:gd name="connsiteY69" fmla="*/ 3806161 h 6858000"/>
              <a:gd name="connsiteX70" fmla="*/ 622008 w 1508539"/>
              <a:gd name="connsiteY70" fmla="*/ 3805957 h 6858000"/>
              <a:gd name="connsiteX71" fmla="*/ 622035 w 1508539"/>
              <a:gd name="connsiteY71" fmla="*/ 3797724 h 6858000"/>
              <a:gd name="connsiteX72" fmla="*/ 620650 w 1508539"/>
              <a:gd name="connsiteY72" fmla="*/ 3792098 h 6858000"/>
              <a:gd name="connsiteX73" fmla="*/ 619534 w 1508539"/>
              <a:gd name="connsiteY73" fmla="*/ 3777135 h 6858000"/>
              <a:gd name="connsiteX74" fmla="*/ 621267 w 1508539"/>
              <a:gd name="connsiteY74" fmla="*/ 3771656 h 6858000"/>
              <a:gd name="connsiteX75" fmla="*/ 625010 w 1508539"/>
              <a:gd name="connsiteY75" fmla="*/ 3769007 h 6858000"/>
              <a:gd name="connsiteX76" fmla="*/ 624476 w 1508539"/>
              <a:gd name="connsiteY76" fmla="*/ 3767709 h 6858000"/>
              <a:gd name="connsiteX77" fmla="*/ 633172 w 1508539"/>
              <a:gd name="connsiteY77" fmla="*/ 3738082 h 6858000"/>
              <a:gd name="connsiteX78" fmla="*/ 640518 w 1508539"/>
              <a:gd name="connsiteY78" fmla="*/ 3673397 h 6858000"/>
              <a:gd name="connsiteX79" fmla="*/ 639814 w 1508539"/>
              <a:gd name="connsiteY79" fmla="*/ 3637109 h 6858000"/>
              <a:gd name="connsiteX80" fmla="*/ 643257 w 1508539"/>
              <a:gd name="connsiteY80" fmla="*/ 3536883 h 6858000"/>
              <a:gd name="connsiteX81" fmla="*/ 650795 w 1508539"/>
              <a:gd name="connsiteY81" fmla="*/ 3435652 h 6858000"/>
              <a:gd name="connsiteX82" fmla="*/ 652466 w 1508539"/>
              <a:gd name="connsiteY82" fmla="*/ 3307769 h 6858000"/>
              <a:gd name="connsiteX83" fmla="*/ 670029 w 1508539"/>
              <a:gd name="connsiteY83" fmla="*/ 3250522 h 6858000"/>
              <a:gd name="connsiteX84" fmla="*/ 670454 w 1508539"/>
              <a:gd name="connsiteY84" fmla="*/ 3229163 h 6858000"/>
              <a:gd name="connsiteX85" fmla="*/ 672277 w 1508539"/>
              <a:gd name="connsiteY85" fmla="*/ 3217217 h 6858000"/>
              <a:gd name="connsiteX86" fmla="*/ 659112 w 1508539"/>
              <a:gd name="connsiteY86" fmla="*/ 3183755 h 6858000"/>
              <a:gd name="connsiteX87" fmla="*/ 659613 w 1508539"/>
              <a:gd name="connsiteY87" fmla="*/ 3178642 h 6858000"/>
              <a:gd name="connsiteX88" fmla="*/ 647213 w 1508539"/>
              <a:gd name="connsiteY88" fmla="*/ 3158586 h 6858000"/>
              <a:gd name="connsiteX89" fmla="*/ 632398 w 1508539"/>
              <a:gd name="connsiteY89" fmla="*/ 3129034 h 6858000"/>
              <a:gd name="connsiteX90" fmla="*/ 633063 w 1508539"/>
              <a:gd name="connsiteY90" fmla="*/ 3126682 h 6858000"/>
              <a:gd name="connsiteX91" fmla="*/ 623931 w 1508539"/>
              <a:gd name="connsiteY91" fmla="*/ 3114519 h 6858000"/>
              <a:gd name="connsiteX92" fmla="*/ 610540 w 1508539"/>
              <a:gd name="connsiteY92" fmla="*/ 3106272 h 6858000"/>
              <a:gd name="connsiteX93" fmla="*/ 583270 w 1508539"/>
              <a:gd name="connsiteY93" fmla="*/ 2958185 h 6858000"/>
              <a:gd name="connsiteX94" fmla="*/ 525884 w 1508539"/>
              <a:gd name="connsiteY94" fmla="*/ 2762989 h 6858000"/>
              <a:gd name="connsiteX95" fmla="*/ 474802 w 1508539"/>
              <a:gd name="connsiteY95" fmla="*/ 2554718 h 6858000"/>
              <a:gd name="connsiteX96" fmla="*/ 454896 w 1508539"/>
              <a:gd name="connsiteY96" fmla="*/ 2485734 h 6858000"/>
              <a:gd name="connsiteX97" fmla="*/ 445619 w 1508539"/>
              <a:gd name="connsiteY97" fmla="*/ 2447068 h 6858000"/>
              <a:gd name="connsiteX98" fmla="*/ 432580 w 1508539"/>
              <a:gd name="connsiteY98" fmla="*/ 2425819 h 6858000"/>
              <a:gd name="connsiteX99" fmla="*/ 438579 w 1508539"/>
              <a:gd name="connsiteY99" fmla="*/ 2402874 h 6858000"/>
              <a:gd name="connsiteX100" fmla="*/ 441191 w 1508539"/>
              <a:gd name="connsiteY100" fmla="*/ 2381443 h 6858000"/>
              <a:gd name="connsiteX101" fmla="*/ 417520 w 1508539"/>
              <a:gd name="connsiteY101" fmla="*/ 2261920 h 6858000"/>
              <a:gd name="connsiteX102" fmla="*/ 407407 w 1508539"/>
              <a:gd name="connsiteY102" fmla="*/ 2195378 h 6858000"/>
              <a:gd name="connsiteX103" fmla="*/ 391624 w 1508539"/>
              <a:gd name="connsiteY103" fmla="*/ 2155135 h 6858000"/>
              <a:gd name="connsiteX104" fmla="*/ 389082 w 1508539"/>
              <a:gd name="connsiteY104" fmla="*/ 2118008 h 6858000"/>
              <a:gd name="connsiteX105" fmla="*/ 390075 w 1508539"/>
              <a:gd name="connsiteY105" fmla="*/ 2050531 h 6858000"/>
              <a:gd name="connsiteX106" fmla="*/ 381881 w 1508539"/>
              <a:gd name="connsiteY106" fmla="*/ 1963269 h 6858000"/>
              <a:gd name="connsiteX107" fmla="*/ 363059 w 1508539"/>
              <a:gd name="connsiteY107" fmla="*/ 1906352 h 6858000"/>
              <a:gd name="connsiteX108" fmla="*/ 339616 w 1508539"/>
              <a:gd name="connsiteY108" fmla="*/ 1861531 h 6858000"/>
              <a:gd name="connsiteX109" fmla="*/ 293415 w 1508539"/>
              <a:gd name="connsiteY109" fmla="*/ 1732919 h 6858000"/>
              <a:gd name="connsiteX110" fmla="*/ 265726 w 1508539"/>
              <a:gd name="connsiteY110" fmla="*/ 1663540 h 6858000"/>
              <a:gd name="connsiteX111" fmla="*/ 264852 w 1508539"/>
              <a:gd name="connsiteY111" fmla="*/ 1615777 h 6858000"/>
              <a:gd name="connsiteX112" fmla="*/ 245647 w 1508539"/>
              <a:gd name="connsiteY112" fmla="*/ 1563678 h 6858000"/>
              <a:gd name="connsiteX113" fmla="*/ 258727 w 1508539"/>
              <a:gd name="connsiteY113" fmla="*/ 1519474 h 6858000"/>
              <a:gd name="connsiteX114" fmla="*/ 251469 w 1508539"/>
              <a:gd name="connsiteY114" fmla="*/ 1477995 h 6858000"/>
              <a:gd name="connsiteX115" fmla="*/ 237554 w 1508539"/>
              <a:gd name="connsiteY115" fmla="*/ 1373769 h 6858000"/>
              <a:gd name="connsiteX116" fmla="*/ 245861 w 1508539"/>
              <a:gd name="connsiteY116" fmla="*/ 1307086 h 6858000"/>
              <a:gd name="connsiteX117" fmla="*/ 247049 w 1508539"/>
              <a:gd name="connsiteY117" fmla="*/ 1189033 h 6858000"/>
              <a:gd name="connsiteX118" fmla="*/ 251734 w 1508539"/>
              <a:gd name="connsiteY118" fmla="*/ 1168288 h 6858000"/>
              <a:gd name="connsiteX119" fmla="*/ 244016 w 1508539"/>
              <a:gd name="connsiteY119" fmla="*/ 1142577 h 6858000"/>
              <a:gd name="connsiteX120" fmla="*/ 233322 w 1508539"/>
              <a:gd name="connsiteY120" fmla="*/ 1088484 h 6858000"/>
              <a:gd name="connsiteX121" fmla="*/ 222058 w 1508539"/>
              <a:gd name="connsiteY121" fmla="*/ 1016103 h 6858000"/>
              <a:gd name="connsiteX122" fmla="*/ 223514 w 1508539"/>
              <a:gd name="connsiteY122" fmla="*/ 932283 h 6858000"/>
              <a:gd name="connsiteX123" fmla="*/ 225750 w 1508539"/>
              <a:gd name="connsiteY123" fmla="*/ 915925 h 6858000"/>
              <a:gd name="connsiteX124" fmla="*/ 218379 w 1508539"/>
              <a:gd name="connsiteY124" fmla="*/ 896999 h 6858000"/>
              <a:gd name="connsiteX125" fmla="*/ 187787 w 1508539"/>
              <a:gd name="connsiteY125" fmla="*/ 821517 h 6858000"/>
              <a:gd name="connsiteX126" fmla="*/ 166737 w 1508539"/>
              <a:gd name="connsiteY126" fmla="*/ 751353 h 6858000"/>
              <a:gd name="connsiteX127" fmla="*/ 166295 w 1508539"/>
              <a:gd name="connsiteY127" fmla="*/ 721230 h 6858000"/>
              <a:gd name="connsiteX128" fmla="*/ 151966 w 1508539"/>
              <a:gd name="connsiteY128" fmla="*/ 681659 h 6858000"/>
              <a:gd name="connsiteX129" fmla="*/ 137385 w 1508539"/>
              <a:gd name="connsiteY129" fmla="*/ 635218 h 6858000"/>
              <a:gd name="connsiteX130" fmla="*/ 142396 w 1508539"/>
              <a:gd name="connsiteY130" fmla="*/ 613763 h 6858000"/>
              <a:gd name="connsiteX131" fmla="*/ 128338 w 1508539"/>
              <a:gd name="connsiteY131" fmla="*/ 598582 h 6858000"/>
              <a:gd name="connsiteX132" fmla="*/ 128019 w 1508539"/>
              <a:gd name="connsiteY132" fmla="*/ 576846 h 6858000"/>
              <a:gd name="connsiteX133" fmla="*/ 107645 w 1508539"/>
              <a:gd name="connsiteY133" fmla="*/ 530055 h 6858000"/>
              <a:gd name="connsiteX134" fmla="*/ 106893 w 1508539"/>
              <a:gd name="connsiteY134" fmla="*/ 465389 h 6858000"/>
              <a:gd name="connsiteX135" fmla="*/ 89816 w 1508539"/>
              <a:gd name="connsiteY135" fmla="*/ 424699 h 6858000"/>
              <a:gd name="connsiteX136" fmla="*/ 90191 w 1508539"/>
              <a:gd name="connsiteY136" fmla="*/ 404917 h 6858000"/>
              <a:gd name="connsiteX137" fmla="*/ 70148 w 1508539"/>
              <a:gd name="connsiteY137" fmla="*/ 367211 h 6858000"/>
              <a:gd name="connsiteX138" fmla="*/ 36452 w 1508539"/>
              <a:gd name="connsiteY138" fmla="*/ 268519 h 6858000"/>
              <a:gd name="connsiteX139" fmla="*/ 23935 w 1508539"/>
              <a:gd name="connsiteY139" fmla="*/ 160886 h 6858000"/>
              <a:gd name="connsiteX140" fmla="*/ 19312 w 1508539"/>
              <a:gd name="connsiteY140" fmla="*/ 47336 h 6858000"/>
              <a:gd name="connsiteX141" fmla="*/ 0 w 1508539"/>
              <a:gd name="connsiteY141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3411 w 1508539"/>
              <a:gd name="connsiteY6" fmla="*/ 6638036 h 6858000"/>
              <a:gd name="connsiteX7" fmla="*/ 164248 w 1508539"/>
              <a:gd name="connsiteY7" fmla="*/ 6574442 h 6858000"/>
              <a:gd name="connsiteX8" fmla="*/ 164588 w 1508539"/>
              <a:gd name="connsiteY8" fmla="*/ 6568530 h 6858000"/>
              <a:gd name="connsiteX9" fmla="*/ 166997 w 1508539"/>
              <a:gd name="connsiteY9" fmla="*/ 6560674 h 6858000"/>
              <a:gd name="connsiteX10" fmla="*/ 201349 w 1508539"/>
              <a:gd name="connsiteY10" fmla="*/ 6530567 h 6858000"/>
              <a:gd name="connsiteX11" fmla="*/ 215389 w 1508539"/>
              <a:gd name="connsiteY11" fmla="*/ 6478062 h 6858000"/>
              <a:gd name="connsiteX12" fmla="*/ 226078 w 1508539"/>
              <a:gd name="connsiteY12" fmla="*/ 6460325 h 6858000"/>
              <a:gd name="connsiteX13" fmla="*/ 233311 w 1508539"/>
              <a:gd name="connsiteY13" fmla="*/ 6451488 h 6858000"/>
              <a:gd name="connsiteX14" fmla="*/ 234746 w 1508539"/>
              <a:gd name="connsiteY14" fmla="*/ 6451348 h 6858000"/>
              <a:gd name="connsiteX15" fmla="*/ 239104 w 1508539"/>
              <a:gd name="connsiteY15" fmla="*/ 6414240 h 6858000"/>
              <a:gd name="connsiteX16" fmla="*/ 241880 w 1508539"/>
              <a:gd name="connsiteY16" fmla="*/ 6384857 h 6858000"/>
              <a:gd name="connsiteX17" fmla="*/ 240591 w 1508539"/>
              <a:gd name="connsiteY17" fmla="*/ 6367510 h 6858000"/>
              <a:gd name="connsiteX18" fmla="*/ 244471 w 1508539"/>
              <a:gd name="connsiteY18" fmla="*/ 6349778 h 6858000"/>
              <a:gd name="connsiteX19" fmla="*/ 246136 w 1508539"/>
              <a:gd name="connsiteY19" fmla="*/ 6348250 h 6858000"/>
              <a:gd name="connsiteX20" fmla="*/ 262170 w 1508539"/>
              <a:gd name="connsiteY20" fmla="*/ 6281972 h 6858000"/>
              <a:gd name="connsiteX21" fmla="*/ 290557 w 1508539"/>
              <a:gd name="connsiteY21" fmla="*/ 6153037 h 6858000"/>
              <a:gd name="connsiteX22" fmla="*/ 314428 w 1508539"/>
              <a:gd name="connsiteY22" fmla="*/ 6113913 h 6858000"/>
              <a:gd name="connsiteX23" fmla="*/ 318721 w 1508539"/>
              <a:gd name="connsiteY23" fmla="*/ 6028119 h 6858000"/>
              <a:gd name="connsiteX24" fmla="*/ 363126 w 1508539"/>
              <a:gd name="connsiteY24" fmla="*/ 5934687 h 6858000"/>
              <a:gd name="connsiteX25" fmla="*/ 408411 w 1508539"/>
              <a:gd name="connsiteY25" fmla="*/ 5704905 h 6858000"/>
              <a:gd name="connsiteX26" fmla="*/ 431404 w 1508539"/>
              <a:gd name="connsiteY26" fmla="*/ 5665173 h 6858000"/>
              <a:gd name="connsiteX27" fmla="*/ 465121 w 1508539"/>
              <a:gd name="connsiteY27" fmla="*/ 5563435 h 6858000"/>
              <a:gd name="connsiteX28" fmla="*/ 494626 w 1508539"/>
              <a:gd name="connsiteY28" fmla="*/ 5476393 h 6858000"/>
              <a:gd name="connsiteX29" fmla="*/ 525819 w 1508539"/>
              <a:gd name="connsiteY29" fmla="*/ 5396260 h 6858000"/>
              <a:gd name="connsiteX30" fmla="*/ 541800 w 1508539"/>
              <a:gd name="connsiteY30" fmla="*/ 5330009 h 6858000"/>
              <a:gd name="connsiteX31" fmla="*/ 575293 w 1508539"/>
              <a:gd name="connsiteY31" fmla="*/ 5273739 h 6858000"/>
              <a:gd name="connsiteX32" fmla="*/ 584892 w 1508539"/>
              <a:gd name="connsiteY32" fmla="*/ 5241779 h 6858000"/>
              <a:gd name="connsiteX33" fmla="*/ 596118 w 1508539"/>
              <a:gd name="connsiteY33" fmla="*/ 5225268 h 6858000"/>
              <a:gd name="connsiteX34" fmla="*/ 597138 w 1508539"/>
              <a:gd name="connsiteY34" fmla="*/ 5217684 h 6858000"/>
              <a:gd name="connsiteX35" fmla="*/ 604479 w 1508539"/>
              <a:gd name="connsiteY35" fmla="*/ 5193377 h 6858000"/>
              <a:gd name="connsiteX36" fmla="*/ 607782 w 1508539"/>
              <a:gd name="connsiteY36" fmla="*/ 5179288 h 6858000"/>
              <a:gd name="connsiteX37" fmla="*/ 608766 w 1508539"/>
              <a:gd name="connsiteY37" fmla="*/ 5173621 h 6858000"/>
              <a:gd name="connsiteX38" fmla="*/ 604400 w 1508539"/>
              <a:gd name="connsiteY38" fmla="*/ 5159961 h 6858000"/>
              <a:gd name="connsiteX39" fmla="*/ 611077 w 1508539"/>
              <a:gd name="connsiteY39" fmla="*/ 5144295 h 6858000"/>
              <a:gd name="connsiteX40" fmla="*/ 608010 w 1508539"/>
              <a:gd name="connsiteY40" fmla="*/ 5125185 h 6858000"/>
              <a:gd name="connsiteX41" fmla="*/ 614840 w 1508539"/>
              <a:gd name="connsiteY41" fmla="*/ 5121884 h 6858000"/>
              <a:gd name="connsiteX42" fmla="*/ 621876 w 1508539"/>
              <a:gd name="connsiteY42" fmla="*/ 5067850 h 6858000"/>
              <a:gd name="connsiteX43" fmla="*/ 624607 w 1508539"/>
              <a:gd name="connsiteY43" fmla="*/ 5060861 h 6858000"/>
              <a:gd name="connsiteX44" fmla="*/ 621311 w 1508539"/>
              <a:gd name="connsiteY44" fmla="*/ 5034192 h 6858000"/>
              <a:gd name="connsiteX45" fmla="*/ 622865 w 1508539"/>
              <a:gd name="connsiteY45" fmla="*/ 4993030 h 6858000"/>
              <a:gd name="connsiteX46" fmla="*/ 629774 w 1508539"/>
              <a:gd name="connsiteY46" fmla="*/ 4946844 h 6858000"/>
              <a:gd name="connsiteX47" fmla="*/ 625630 w 1508539"/>
              <a:gd name="connsiteY47" fmla="*/ 4932692 h 6858000"/>
              <a:gd name="connsiteX48" fmla="*/ 641033 w 1508539"/>
              <a:gd name="connsiteY48" fmla="*/ 4858827 h 6858000"/>
              <a:gd name="connsiteX49" fmla="*/ 646936 w 1508539"/>
              <a:gd name="connsiteY49" fmla="*/ 4821170 h 6858000"/>
              <a:gd name="connsiteX50" fmla="*/ 651669 w 1508539"/>
              <a:gd name="connsiteY50" fmla="*/ 4780965 h 6858000"/>
              <a:gd name="connsiteX51" fmla="*/ 652962 w 1508539"/>
              <a:gd name="connsiteY51" fmla="*/ 4750867 h 6858000"/>
              <a:gd name="connsiteX52" fmla="*/ 650769 w 1508539"/>
              <a:gd name="connsiteY52" fmla="*/ 4690749 h 6858000"/>
              <a:gd name="connsiteX53" fmla="*/ 646249 w 1508539"/>
              <a:gd name="connsiteY53" fmla="*/ 4584173 h 6858000"/>
              <a:gd name="connsiteX54" fmla="*/ 641332 w 1508539"/>
              <a:gd name="connsiteY54" fmla="*/ 4444346 h 6858000"/>
              <a:gd name="connsiteX55" fmla="*/ 637897 w 1508539"/>
              <a:gd name="connsiteY55" fmla="*/ 4375228 h 6858000"/>
              <a:gd name="connsiteX56" fmla="*/ 618550 w 1508539"/>
              <a:gd name="connsiteY56" fmla="*/ 4214165 h 6858000"/>
              <a:gd name="connsiteX57" fmla="*/ 622623 w 1508539"/>
              <a:gd name="connsiteY57" fmla="*/ 4090296 h 6858000"/>
              <a:gd name="connsiteX58" fmla="*/ 607879 w 1508539"/>
              <a:gd name="connsiteY58" fmla="*/ 4033999 h 6858000"/>
              <a:gd name="connsiteX59" fmla="*/ 609028 w 1508539"/>
              <a:gd name="connsiteY59" fmla="*/ 4031933 h 6858000"/>
              <a:gd name="connsiteX60" fmla="*/ 607604 w 1508539"/>
              <a:gd name="connsiteY60" fmla="*/ 4013953 h 6858000"/>
              <a:gd name="connsiteX61" fmla="*/ 593899 w 1508539"/>
              <a:gd name="connsiteY61" fmla="*/ 3974753 h 6858000"/>
              <a:gd name="connsiteX62" fmla="*/ 595497 w 1508539"/>
              <a:gd name="connsiteY62" fmla="*/ 3969950 h 6858000"/>
              <a:gd name="connsiteX63" fmla="*/ 588919 w 1508539"/>
              <a:gd name="connsiteY63" fmla="*/ 3933779 h 6858000"/>
              <a:gd name="connsiteX64" fmla="*/ 590250 w 1508539"/>
              <a:gd name="connsiteY64" fmla="*/ 3933093 h 6858000"/>
              <a:gd name="connsiteX65" fmla="*/ 594604 w 1508539"/>
              <a:gd name="connsiteY65" fmla="*/ 3922082 h 6858000"/>
              <a:gd name="connsiteX66" fmla="*/ 599682 w 1508539"/>
              <a:gd name="connsiteY66" fmla="*/ 3901461 h 6858000"/>
              <a:gd name="connsiteX67" fmla="*/ 622276 w 1508539"/>
              <a:gd name="connsiteY67" fmla="*/ 3813873 h 6858000"/>
              <a:gd name="connsiteX68" fmla="*/ 621701 w 1508539"/>
              <a:gd name="connsiteY68" fmla="*/ 3806161 h 6858000"/>
              <a:gd name="connsiteX69" fmla="*/ 622008 w 1508539"/>
              <a:gd name="connsiteY69" fmla="*/ 3805957 h 6858000"/>
              <a:gd name="connsiteX70" fmla="*/ 622035 w 1508539"/>
              <a:gd name="connsiteY70" fmla="*/ 3797724 h 6858000"/>
              <a:gd name="connsiteX71" fmla="*/ 620650 w 1508539"/>
              <a:gd name="connsiteY71" fmla="*/ 3792098 h 6858000"/>
              <a:gd name="connsiteX72" fmla="*/ 619534 w 1508539"/>
              <a:gd name="connsiteY72" fmla="*/ 3777135 h 6858000"/>
              <a:gd name="connsiteX73" fmla="*/ 621267 w 1508539"/>
              <a:gd name="connsiteY73" fmla="*/ 3771656 h 6858000"/>
              <a:gd name="connsiteX74" fmla="*/ 625010 w 1508539"/>
              <a:gd name="connsiteY74" fmla="*/ 3769007 h 6858000"/>
              <a:gd name="connsiteX75" fmla="*/ 624476 w 1508539"/>
              <a:gd name="connsiteY75" fmla="*/ 3767709 h 6858000"/>
              <a:gd name="connsiteX76" fmla="*/ 633172 w 1508539"/>
              <a:gd name="connsiteY76" fmla="*/ 3738082 h 6858000"/>
              <a:gd name="connsiteX77" fmla="*/ 640518 w 1508539"/>
              <a:gd name="connsiteY77" fmla="*/ 3673397 h 6858000"/>
              <a:gd name="connsiteX78" fmla="*/ 639814 w 1508539"/>
              <a:gd name="connsiteY78" fmla="*/ 3637109 h 6858000"/>
              <a:gd name="connsiteX79" fmla="*/ 643257 w 1508539"/>
              <a:gd name="connsiteY79" fmla="*/ 3536883 h 6858000"/>
              <a:gd name="connsiteX80" fmla="*/ 650795 w 1508539"/>
              <a:gd name="connsiteY80" fmla="*/ 3435652 h 6858000"/>
              <a:gd name="connsiteX81" fmla="*/ 652466 w 1508539"/>
              <a:gd name="connsiteY81" fmla="*/ 3307769 h 6858000"/>
              <a:gd name="connsiteX82" fmla="*/ 670029 w 1508539"/>
              <a:gd name="connsiteY82" fmla="*/ 3250522 h 6858000"/>
              <a:gd name="connsiteX83" fmla="*/ 670454 w 1508539"/>
              <a:gd name="connsiteY83" fmla="*/ 3229163 h 6858000"/>
              <a:gd name="connsiteX84" fmla="*/ 672277 w 1508539"/>
              <a:gd name="connsiteY84" fmla="*/ 3217217 h 6858000"/>
              <a:gd name="connsiteX85" fmla="*/ 659112 w 1508539"/>
              <a:gd name="connsiteY85" fmla="*/ 3183755 h 6858000"/>
              <a:gd name="connsiteX86" fmla="*/ 659613 w 1508539"/>
              <a:gd name="connsiteY86" fmla="*/ 3178642 h 6858000"/>
              <a:gd name="connsiteX87" fmla="*/ 647213 w 1508539"/>
              <a:gd name="connsiteY87" fmla="*/ 3158586 h 6858000"/>
              <a:gd name="connsiteX88" fmla="*/ 632398 w 1508539"/>
              <a:gd name="connsiteY88" fmla="*/ 3129034 h 6858000"/>
              <a:gd name="connsiteX89" fmla="*/ 633063 w 1508539"/>
              <a:gd name="connsiteY89" fmla="*/ 3126682 h 6858000"/>
              <a:gd name="connsiteX90" fmla="*/ 623931 w 1508539"/>
              <a:gd name="connsiteY90" fmla="*/ 3114519 h 6858000"/>
              <a:gd name="connsiteX91" fmla="*/ 610540 w 1508539"/>
              <a:gd name="connsiteY91" fmla="*/ 3106272 h 6858000"/>
              <a:gd name="connsiteX92" fmla="*/ 583270 w 1508539"/>
              <a:gd name="connsiteY92" fmla="*/ 2958185 h 6858000"/>
              <a:gd name="connsiteX93" fmla="*/ 525884 w 1508539"/>
              <a:gd name="connsiteY93" fmla="*/ 2762989 h 6858000"/>
              <a:gd name="connsiteX94" fmla="*/ 474802 w 1508539"/>
              <a:gd name="connsiteY94" fmla="*/ 2554718 h 6858000"/>
              <a:gd name="connsiteX95" fmla="*/ 454896 w 1508539"/>
              <a:gd name="connsiteY95" fmla="*/ 2485734 h 6858000"/>
              <a:gd name="connsiteX96" fmla="*/ 445619 w 1508539"/>
              <a:gd name="connsiteY96" fmla="*/ 2447068 h 6858000"/>
              <a:gd name="connsiteX97" fmla="*/ 432580 w 1508539"/>
              <a:gd name="connsiteY97" fmla="*/ 2425819 h 6858000"/>
              <a:gd name="connsiteX98" fmla="*/ 438579 w 1508539"/>
              <a:gd name="connsiteY98" fmla="*/ 2402874 h 6858000"/>
              <a:gd name="connsiteX99" fmla="*/ 441191 w 1508539"/>
              <a:gd name="connsiteY99" fmla="*/ 2381443 h 6858000"/>
              <a:gd name="connsiteX100" fmla="*/ 417520 w 1508539"/>
              <a:gd name="connsiteY100" fmla="*/ 2261920 h 6858000"/>
              <a:gd name="connsiteX101" fmla="*/ 407407 w 1508539"/>
              <a:gd name="connsiteY101" fmla="*/ 2195378 h 6858000"/>
              <a:gd name="connsiteX102" fmla="*/ 391624 w 1508539"/>
              <a:gd name="connsiteY102" fmla="*/ 2155135 h 6858000"/>
              <a:gd name="connsiteX103" fmla="*/ 389082 w 1508539"/>
              <a:gd name="connsiteY103" fmla="*/ 2118008 h 6858000"/>
              <a:gd name="connsiteX104" fmla="*/ 390075 w 1508539"/>
              <a:gd name="connsiteY104" fmla="*/ 2050531 h 6858000"/>
              <a:gd name="connsiteX105" fmla="*/ 381881 w 1508539"/>
              <a:gd name="connsiteY105" fmla="*/ 1963269 h 6858000"/>
              <a:gd name="connsiteX106" fmla="*/ 363059 w 1508539"/>
              <a:gd name="connsiteY106" fmla="*/ 1906352 h 6858000"/>
              <a:gd name="connsiteX107" fmla="*/ 339616 w 1508539"/>
              <a:gd name="connsiteY107" fmla="*/ 1861531 h 6858000"/>
              <a:gd name="connsiteX108" fmla="*/ 293415 w 1508539"/>
              <a:gd name="connsiteY108" fmla="*/ 1732919 h 6858000"/>
              <a:gd name="connsiteX109" fmla="*/ 265726 w 1508539"/>
              <a:gd name="connsiteY109" fmla="*/ 1663540 h 6858000"/>
              <a:gd name="connsiteX110" fmla="*/ 264852 w 1508539"/>
              <a:gd name="connsiteY110" fmla="*/ 1615777 h 6858000"/>
              <a:gd name="connsiteX111" fmla="*/ 245647 w 1508539"/>
              <a:gd name="connsiteY111" fmla="*/ 1563678 h 6858000"/>
              <a:gd name="connsiteX112" fmla="*/ 258727 w 1508539"/>
              <a:gd name="connsiteY112" fmla="*/ 1519474 h 6858000"/>
              <a:gd name="connsiteX113" fmla="*/ 251469 w 1508539"/>
              <a:gd name="connsiteY113" fmla="*/ 1477995 h 6858000"/>
              <a:gd name="connsiteX114" fmla="*/ 237554 w 1508539"/>
              <a:gd name="connsiteY114" fmla="*/ 1373769 h 6858000"/>
              <a:gd name="connsiteX115" fmla="*/ 245861 w 1508539"/>
              <a:gd name="connsiteY115" fmla="*/ 1307086 h 6858000"/>
              <a:gd name="connsiteX116" fmla="*/ 247049 w 1508539"/>
              <a:gd name="connsiteY116" fmla="*/ 1189033 h 6858000"/>
              <a:gd name="connsiteX117" fmla="*/ 251734 w 1508539"/>
              <a:gd name="connsiteY117" fmla="*/ 1168288 h 6858000"/>
              <a:gd name="connsiteX118" fmla="*/ 244016 w 1508539"/>
              <a:gd name="connsiteY118" fmla="*/ 1142577 h 6858000"/>
              <a:gd name="connsiteX119" fmla="*/ 233322 w 1508539"/>
              <a:gd name="connsiteY119" fmla="*/ 1088484 h 6858000"/>
              <a:gd name="connsiteX120" fmla="*/ 222058 w 1508539"/>
              <a:gd name="connsiteY120" fmla="*/ 1016103 h 6858000"/>
              <a:gd name="connsiteX121" fmla="*/ 223514 w 1508539"/>
              <a:gd name="connsiteY121" fmla="*/ 932283 h 6858000"/>
              <a:gd name="connsiteX122" fmla="*/ 225750 w 1508539"/>
              <a:gd name="connsiteY122" fmla="*/ 915925 h 6858000"/>
              <a:gd name="connsiteX123" fmla="*/ 218379 w 1508539"/>
              <a:gd name="connsiteY123" fmla="*/ 896999 h 6858000"/>
              <a:gd name="connsiteX124" fmla="*/ 187787 w 1508539"/>
              <a:gd name="connsiteY124" fmla="*/ 821517 h 6858000"/>
              <a:gd name="connsiteX125" fmla="*/ 166737 w 1508539"/>
              <a:gd name="connsiteY125" fmla="*/ 751353 h 6858000"/>
              <a:gd name="connsiteX126" fmla="*/ 166295 w 1508539"/>
              <a:gd name="connsiteY126" fmla="*/ 721230 h 6858000"/>
              <a:gd name="connsiteX127" fmla="*/ 151966 w 1508539"/>
              <a:gd name="connsiteY127" fmla="*/ 681659 h 6858000"/>
              <a:gd name="connsiteX128" fmla="*/ 137385 w 1508539"/>
              <a:gd name="connsiteY128" fmla="*/ 635218 h 6858000"/>
              <a:gd name="connsiteX129" fmla="*/ 142396 w 1508539"/>
              <a:gd name="connsiteY129" fmla="*/ 613763 h 6858000"/>
              <a:gd name="connsiteX130" fmla="*/ 128338 w 1508539"/>
              <a:gd name="connsiteY130" fmla="*/ 598582 h 6858000"/>
              <a:gd name="connsiteX131" fmla="*/ 128019 w 1508539"/>
              <a:gd name="connsiteY131" fmla="*/ 576846 h 6858000"/>
              <a:gd name="connsiteX132" fmla="*/ 107645 w 1508539"/>
              <a:gd name="connsiteY132" fmla="*/ 530055 h 6858000"/>
              <a:gd name="connsiteX133" fmla="*/ 106893 w 1508539"/>
              <a:gd name="connsiteY133" fmla="*/ 465389 h 6858000"/>
              <a:gd name="connsiteX134" fmla="*/ 89816 w 1508539"/>
              <a:gd name="connsiteY134" fmla="*/ 424699 h 6858000"/>
              <a:gd name="connsiteX135" fmla="*/ 90191 w 1508539"/>
              <a:gd name="connsiteY135" fmla="*/ 404917 h 6858000"/>
              <a:gd name="connsiteX136" fmla="*/ 70148 w 1508539"/>
              <a:gd name="connsiteY136" fmla="*/ 367211 h 6858000"/>
              <a:gd name="connsiteX137" fmla="*/ 36452 w 1508539"/>
              <a:gd name="connsiteY137" fmla="*/ 268519 h 6858000"/>
              <a:gd name="connsiteX138" fmla="*/ 23935 w 1508539"/>
              <a:gd name="connsiteY138" fmla="*/ 160886 h 6858000"/>
              <a:gd name="connsiteX139" fmla="*/ 19312 w 1508539"/>
              <a:gd name="connsiteY139" fmla="*/ 47336 h 6858000"/>
              <a:gd name="connsiteX140" fmla="*/ 0 w 1508539"/>
              <a:gd name="connsiteY140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64248 w 1508539"/>
              <a:gd name="connsiteY6" fmla="*/ 6574442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6674 w 1508539"/>
              <a:gd name="connsiteY5" fmla="*/ 6696999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28010 w 1508539"/>
              <a:gd name="connsiteY4" fmla="*/ 6751578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31404 w 1508539"/>
              <a:gd name="connsiteY25" fmla="*/ 566517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494626 w 1508539"/>
              <a:gd name="connsiteY27" fmla="*/ 5476393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139560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133885 w 1508539"/>
              <a:gd name="connsiteY4" fmla="*/ 6729139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149611 w 1508539"/>
              <a:gd name="connsiteY5" fmla="*/ 6666145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170123 w 1508539"/>
              <a:gd name="connsiteY6" fmla="*/ 6608101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166997 w 1508539"/>
              <a:gd name="connsiteY8" fmla="*/ 6560674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164588 w 1508539"/>
              <a:gd name="connsiteY7" fmla="*/ 656853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40301 w 1508539"/>
              <a:gd name="connsiteY8" fmla="*/ 657260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201349 w 1508539"/>
              <a:gd name="connsiteY9" fmla="*/ 653056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215389 w 1508539"/>
              <a:gd name="connsiteY10" fmla="*/ 6478062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234746 w 1508539"/>
              <a:gd name="connsiteY13" fmla="*/ 6451348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233311 w 1508539"/>
              <a:gd name="connsiteY12" fmla="*/ 6451488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226078 w 1508539"/>
              <a:gd name="connsiteY11" fmla="*/ 6460325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504057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239104 w 1508539"/>
              <a:gd name="connsiteY14" fmla="*/ 6414240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262170 w 1508539"/>
              <a:gd name="connsiteY19" fmla="*/ 6281972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246136 w 1508539"/>
              <a:gd name="connsiteY18" fmla="*/ 6348250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63126 w 1508539"/>
              <a:gd name="connsiteY23" fmla="*/ 5934687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290557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14428 w 1508539"/>
              <a:gd name="connsiteY21" fmla="*/ 6113913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1872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244471 w 1508539"/>
              <a:gd name="connsiteY17" fmla="*/ 6349778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240591 w 1508539"/>
              <a:gd name="connsiteY16" fmla="*/ 6367510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241880 w 1508539"/>
              <a:gd name="connsiteY15" fmla="*/ 6384857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25289 w 1508539"/>
              <a:gd name="connsiteY10" fmla="*/ 6525770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16634 w 1508539"/>
              <a:gd name="connsiteY14" fmla="*/ 6346654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08411 w 1508539"/>
              <a:gd name="connsiteY24" fmla="*/ 5704905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386351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392003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394739 w 1508539"/>
              <a:gd name="connsiteY21" fmla="*/ 6090059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43784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55284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267342 w 1508539"/>
              <a:gd name="connsiteY6" fmla="*/ 6683638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0 w 1508539"/>
              <a:gd name="connsiteY0" fmla="*/ 0 h 6858000"/>
              <a:gd name="connsiteX1" fmla="*/ 1508539 w 1508539"/>
              <a:gd name="connsiteY1" fmla="*/ 0 h 6858000"/>
              <a:gd name="connsiteX2" fmla="*/ 1508539 w 1508539"/>
              <a:gd name="connsiteY2" fmla="*/ 6858000 h 6858000"/>
              <a:gd name="connsiteX3" fmla="*/ 245233 w 1508539"/>
              <a:gd name="connsiteY3" fmla="*/ 6857735 h 6858000"/>
              <a:gd name="connsiteX4" fmla="*/ 281826 w 1508539"/>
              <a:gd name="connsiteY4" fmla="*/ 6776847 h 6858000"/>
              <a:gd name="connsiteX5" fmla="*/ 293326 w 1508539"/>
              <a:gd name="connsiteY5" fmla="*/ 6737706 h 6858000"/>
              <a:gd name="connsiteX6" fmla="*/ 318065 w 1508539"/>
              <a:gd name="connsiteY6" fmla="*/ 6691589 h 6858000"/>
              <a:gd name="connsiteX7" fmla="*/ 295622 w 1508539"/>
              <a:gd name="connsiteY7" fmla="*/ 6659970 h 6858000"/>
              <a:gd name="connsiteX8" fmla="*/ 310713 w 1508539"/>
              <a:gd name="connsiteY8" fmla="*/ 6636211 h 6858000"/>
              <a:gd name="connsiteX9" fmla="*/ 328157 w 1508539"/>
              <a:gd name="connsiteY9" fmla="*/ 6594177 h 6858000"/>
              <a:gd name="connsiteX10" fmla="*/ 342197 w 1508539"/>
              <a:gd name="connsiteY10" fmla="*/ 6557575 h 6858000"/>
              <a:gd name="connsiteX11" fmla="*/ 395154 w 1508539"/>
              <a:gd name="connsiteY11" fmla="*/ 6492130 h 6858000"/>
              <a:gd name="connsiteX12" fmla="*/ 410841 w 1508539"/>
              <a:gd name="connsiteY12" fmla="*/ 6431610 h 6858000"/>
              <a:gd name="connsiteX13" fmla="*/ 454546 w 1508539"/>
              <a:gd name="connsiteY13" fmla="*/ 6379786 h 6858000"/>
              <a:gd name="connsiteX14" fmla="*/ 437769 w 1508539"/>
              <a:gd name="connsiteY14" fmla="*/ 6334727 h 6858000"/>
              <a:gd name="connsiteX15" fmla="*/ 415184 w 1508539"/>
              <a:gd name="connsiteY15" fmla="*/ 6313295 h 6858000"/>
              <a:gd name="connsiteX16" fmla="*/ 422348 w 1508539"/>
              <a:gd name="connsiteY16" fmla="*/ 6280046 h 6858000"/>
              <a:gd name="connsiteX17" fmla="*/ 405093 w 1508539"/>
              <a:gd name="connsiteY17" fmla="*/ 6270265 h 6858000"/>
              <a:gd name="connsiteX18" fmla="*/ 432121 w 1508539"/>
              <a:gd name="connsiteY18" fmla="*/ 6252834 h 6858000"/>
              <a:gd name="connsiteX19" fmla="*/ 410113 w 1508539"/>
              <a:gd name="connsiteY19" fmla="*/ 6202459 h 6858000"/>
              <a:gd name="connsiteX20" fmla="*/ 408911 w 1508539"/>
              <a:gd name="connsiteY20" fmla="*/ 6153037 h 6858000"/>
              <a:gd name="connsiteX21" fmla="*/ 424326 w 1508539"/>
              <a:gd name="connsiteY21" fmla="*/ 6078132 h 6858000"/>
              <a:gd name="connsiteX22" fmla="*/ 411713 w 1508539"/>
              <a:gd name="connsiteY22" fmla="*/ 6028119 h 6858000"/>
              <a:gd name="connsiteX23" fmla="*/ 396942 w 1508539"/>
              <a:gd name="connsiteY23" fmla="*/ 5926735 h 6858000"/>
              <a:gd name="connsiteX24" fmla="*/ 446454 w 1508539"/>
              <a:gd name="connsiteY24" fmla="*/ 5712857 h 6858000"/>
              <a:gd name="connsiteX25" fmla="*/ 425529 w 1508539"/>
              <a:gd name="connsiteY25" fmla="*/ 5676393 h 6858000"/>
              <a:gd name="connsiteX26" fmla="*/ 465121 w 1508539"/>
              <a:gd name="connsiteY26" fmla="*/ 5563435 h 6858000"/>
              <a:gd name="connsiteX27" fmla="*/ 512251 w 1508539"/>
              <a:gd name="connsiteY27" fmla="*/ 5437125 h 6858000"/>
              <a:gd name="connsiteX28" fmla="*/ 525819 w 1508539"/>
              <a:gd name="connsiteY28" fmla="*/ 5396260 h 6858000"/>
              <a:gd name="connsiteX29" fmla="*/ 541800 w 1508539"/>
              <a:gd name="connsiteY29" fmla="*/ 5330009 h 6858000"/>
              <a:gd name="connsiteX30" fmla="*/ 575293 w 1508539"/>
              <a:gd name="connsiteY30" fmla="*/ 5273739 h 6858000"/>
              <a:gd name="connsiteX31" fmla="*/ 584892 w 1508539"/>
              <a:gd name="connsiteY31" fmla="*/ 5241779 h 6858000"/>
              <a:gd name="connsiteX32" fmla="*/ 596118 w 1508539"/>
              <a:gd name="connsiteY32" fmla="*/ 5225268 h 6858000"/>
              <a:gd name="connsiteX33" fmla="*/ 597138 w 1508539"/>
              <a:gd name="connsiteY33" fmla="*/ 5217684 h 6858000"/>
              <a:gd name="connsiteX34" fmla="*/ 604479 w 1508539"/>
              <a:gd name="connsiteY34" fmla="*/ 5193377 h 6858000"/>
              <a:gd name="connsiteX35" fmla="*/ 607782 w 1508539"/>
              <a:gd name="connsiteY35" fmla="*/ 5179288 h 6858000"/>
              <a:gd name="connsiteX36" fmla="*/ 608766 w 1508539"/>
              <a:gd name="connsiteY36" fmla="*/ 5173621 h 6858000"/>
              <a:gd name="connsiteX37" fmla="*/ 604400 w 1508539"/>
              <a:gd name="connsiteY37" fmla="*/ 5159961 h 6858000"/>
              <a:gd name="connsiteX38" fmla="*/ 611077 w 1508539"/>
              <a:gd name="connsiteY38" fmla="*/ 5144295 h 6858000"/>
              <a:gd name="connsiteX39" fmla="*/ 608010 w 1508539"/>
              <a:gd name="connsiteY39" fmla="*/ 5125185 h 6858000"/>
              <a:gd name="connsiteX40" fmla="*/ 614840 w 1508539"/>
              <a:gd name="connsiteY40" fmla="*/ 5121884 h 6858000"/>
              <a:gd name="connsiteX41" fmla="*/ 621876 w 1508539"/>
              <a:gd name="connsiteY41" fmla="*/ 5067850 h 6858000"/>
              <a:gd name="connsiteX42" fmla="*/ 624607 w 1508539"/>
              <a:gd name="connsiteY42" fmla="*/ 5060861 h 6858000"/>
              <a:gd name="connsiteX43" fmla="*/ 621311 w 1508539"/>
              <a:gd name="connsiteY43" fmla="*/ 5034192 h 6858000"/>
              <a:gd name="connsiteX44" fmla="*/ 622865 w 1508539"/>
              <a:gd name="connsiteY44" fmla="*/ 4993030 h 6858000"/>
              <a:gd name="connsiteX45" fmla="*/ 629774 w 1508539"/>
              <a:gd name="connsiteY45" fmla="*/ 4946844 h 6858000"/>
              <a:gd name="connsiteX46" fmla="*/ 625630 w 1508539"/>
              <a:gd name="connsiteY46" fmla="*/ 4932692 h 6858000"/>
              <a:gd name="connsiteX47" fmla="*/ 641033 w 1508539"/>
              <a:gd name="connsiteY47" fmla="*/ 4858827 h 6858000"/>
              <a:gd name="connsiteX48" fmla="*/ 646936 w 1508539"/>
              <a:gd name="connsiteY48" fmla="*/ 4821170 h 6858000"/>
              <a:gd name="connsiteX49" fmla="*/ 651669 w 1508539"/>
              <a:gd name="connsiteY49" fmla="*/ 4780965 h 6858000"/>
              <a:gd name="connsiteX50" fmla="*/ 652962 w 1508539"/>
              <a:gd name="connsiteY50" fmla="*/ 4750867 h 6858000"/>
              <a:gd name="connsiteX51" fmla="*/ 650769 w 1508539"/>
              <a:gd name="connsiteY51" fmla="*/ 4690749 h 6858000"/>
              <a:gd name="connsiteX52" fmla="*/ 646249 w 1508539"/>
              <a:gd name="connsiteY52" fmla="*/ 4584173 h 6858000"/>
              <a:gd name="connsiteX53" fmla="*/ 641332 w 1508539"/>
              <a:gd name="connsiteY53" fmla="*/ 4444346 h 6858000"/>
              <a:gd name="connsiteX54" fmla="*/ 637897 w 1508539"/>
              <a:gd name="connsiteY54" fmla="*/ 4375228 h 6858000"/>
              <a:gd name="connsiteX55" fmla="*/ 618550 w 1508539"/>
              <a:gd name="connsiteY55" fmla="*/ 4214165 h 6858000"/>
              <a:gd name="connsiteX56" fmla="*/ 622623 w 1508539"/>
              <a:gd name="connsiteY56" fmla="*/ 4090296 h 6858000"/>
              <a:gd name="connsiteX57" fmla="*/ 607879 w 1508539"/>
              <a:gd name="connsiteY57" fmla="*/ 4033999 h 6858000"/>
              <a:gd name="connsiteX58" fmla="*/ 609028 w 1508539"/>
              <a:gd name="connsiteY58" fmla="*/ 4031933 h 6858000"/>
              <a:gd name="connsiteX59" fmla="*/ 607604 w 1508539"/>
              <a:gd name="connsiteY59" fmla="*/ 4013953 h 6858000"/>
              <a:gd name="connsiteX60" fmla="*/ 593899 w 1508539"/>
              <a:gd name="connsiteY60" fmla="*/ 3974753 h 6858000"/>
              <a:gd name="connsiteX61" fmla="*/ 595497 w 1508539"/>
              <a:gd name="connsiteY61" fmla="*/ 3969950 h 6858000"/>
              <a:gd name="connsiteX62" fmla="*/ 588919 w 1508539"/>
              <a:gd name="connsiteY62" fmla="*/ 3933779 h 6858000"/>
              <a:gd name="connsiteX63" fmla="*/ 590250 w 1508539"/>
              <a:gd name="connsiteY63" fmla="*/ 3933093 h 6858000"/>
              <a:gd name="connsiteX64" fmla="*/ 594604 w 1508539"/>
              <a:gd name="connsiteY64" fmla="*/ 3922082 h 6858000"/>
              <a:gd name="connsiteX65" fmla="*/ 599682 w 1508539"/>
              <a:gd name="connsiteY65" fmla="*/ 3901461 h 6858000"/>
              <a:gd name="connsiteX66" fmla="*/ 622276 w 1508539"/>
              <a:gd name="connsiteY66" fmla="*/ 3813873 h 6858000"/>
              <a:gd name="connsiteX67" fmla="*/ 621701 w 1508539"/>
              <a:gd name="connsiteY67" fmla="*/ 3806161 h 6858000"/>
              <a:gd name="connsiteX68" fmla="*/ 622008 w 1508539"/>
              <a:gd name="connsiteY68" fmla="*/ 3805957 h 6858000"/>
              <a:gd name="connsiteX69" fmla="*/ 622035 w 1508539"/>
              <a:gd name="connsiteY69" fmla="*/ 3797724 h 6858000"/>
              <a:gd name="connsiteX70" fmla="*/ 620650 w 1508539"/>
              <a:gd name="connsiteY70" fmla="*/ 3792098 h 6858000"/>
              <a:gd name="connsiteX71" fmla="*/ 619534 w 1508539"/>
              <a:gd name="connsiteY71" fmla="*/ 3777135 h 6858000"/>
              <a:gd name="connsiteX72" fmla="*/ 621267 w 1508539"/>
              <a:gd name="connsiteY72" fmla="*/ 3771656 h 6858000"/>
              <a:gd name="connsiteX73" fmla="*/ 625010 w 1508539"/>
              <a:gd name="connsiteY73" fmla="*/ 3769007 h 6858000"/>
              <a:gd name="connsiteX74" fmla="*/ 624476 w 1508539"/>
              <a:gd name="connsiteY74" fmla="*/ 3767709 h 6858000"/>
              <a:gd name="connsiteX75" fmla="*/ 633172 w 1508539"/>
              <a:gd name="connsiteY75" fmla="*/ 3738082 h 6858000"/>
              <a:gd name="connsiteX76" fmla="*/ 640518 w 1508539"/>
              <a:gd name="connsiteY76" fmla="*/ 3673397 h 6858000"/>
              <a:gd name="connsiteX77" fmla="*/ 639814 w 1508539"/>
              <a:gd name="connsiteY77" fmla="*/ 3637109 h 6858000"/>
              <a:gd name="connsiteX78" fmla="*/ 643257 w 1508539"/>
              <a:gd name="connsiteY78" fmla="*/ 3536883 h 6858000"/>
              <a:gd name="connsiteX79" fmla="*/ 650795 w 1508539"/>
              <a:gd name="connsiteY79" fmla="*/ 3435652 h 6858000"/>
              <a:gd name="connsiteX80" fmla="*/ 652466 w 1508539"/>
              <a:gd name="connsiteY80" fmla="*/ 3307769 h 6858000"/>
              <a:gd name="connsiteX81" fmla="*/ 670029 w 1508539"/>
              <a:gd name="connsiteY81" fmla="*/ 3250522 h 6858000"/>
              <a:gd name="connsiteX82" fmla="*/ 670454 w 1508539"/>
              <a:gd name="connsiteY82" fmla="*/ 3229163 h 6858000"/>
              <a:gd name="connsiteX83" fmla="*/ 672277 w 1508539"/>
              <a:gd name="connsiteY83" fmla="*/ 3217217 h 6858000"/>
              <a:gd name="connsiteX84" fmla="*/ 659112 w 1508539"/>
              <a:gd name="connsiteY84" fmla="*/ 3183755 h 6858000"/>
              <a:gd name="connsiteX85" fmla="*/ 659613 w 1508539"/>
              <a:gd name="connsiteY85" fmla="*/ 3178642 h 6858000"/>
              <a:gd name="connsiteX86" fmla="*/ 647213 w 1508539"/>
              <a:gd name="connsiteY86" fmla="*/ 3158586 h 6858000"/>
              <a:gd name="connsiteX87" fmla="*/ 632398 w 1508539"/>
              <a:gd name="connsiteY87" fmla="*/ 3129034 h 6858000"/>
              <a:gd name="connsiteX88" fmla="*/ 633063 w 1508539"/>
              <a:gd name="connsiteY88" fmla="*/ 3126682 h 6858000"/>
              <a:gd name="connsiteX89" fmla="*/ 623931 w 1508539"/>
              <a:gd name="connsiteY89" fmla="*/ 3114519 h 6858000"/>
              <a:gd name="connsiteX90" fmla="*/ 610540 w 1508539"/>
              <a:gd name="connsiteY90" fmla="*/ 3106272 h 6858000"/>
              <a:gd name="connsiteX91" fmla="*/ 583270 w 1508539"/>
              <a:gd name="connsiteY91" fmla="*/ 2958185 h 6858000"/>
              <a:gd name="connsiteX92" fmla="*/ 525884 w 1508539"/>
              <a:gd name="connsiteY92" fmla="*/ 2762989 h 6858000"/>
              <a:gd name="connsiteX93" fmla="*/ 474802 w 1508539"/>
              <a:gd name="connsiteY93" fmla="*/ 2554718 h 6858000"/>
              <a:gd name="connsiteX94" fmla="*/ 454896 w 1508539"/>
              <a:gd name="connsiteY94" fmla="*/ 2485734 h 6858000"/>
              <a:gd name="connsiteX95" fmla="*/ 445619 w 1508539"/>
              <a:gd name="connsiteY95" fmla="*/ 2447068 h 6858000"/>
              <a:gd name="connsiteX96" fmla="*/ 432580 w 1508539"/>
              <a:gd name="connsiteY96" fmla="*/ 2425819 h 6858000"/>
              <a:gd name="connsiteX97" fmla="*/ 438579 w 1508539"/>
              <a:gd name="connsiteY97" fmla="*/ 2402874 h 6858000"/>
              <a:gd name="connsiteX98" fmla="*/ 441191 w 1508539"/>
              <a:gd name="connsiteY98" fmla="*/ 2381443 h 6858000"/>
              <a:gd name="connsiteX99" fmla="*/ 417520 w 1508539"/>
              <a:gd name="connsiteY99" fmla="*/ 2261920 h 6858000"/>
              <a:gd name="connsiteX100" fmla="*/ 407407 w 1508539"/>
              <a:gd name="connsiteY100" fmla="*/ 2195378 h 6858000"/>
              <a:gd name="connsiteX101" fmla="*/ 391624 w 1508539"/>
              <a:gd name="connsiteY101" fmla="*/ 2155135 h 6858000"/>
              <a:gd name="connsiteX102" fmla="*/ 389082 w 1508539"/>
              <a:gd name="connsiteY102" fmla="*/ 2118008 h 6858000"/>
              <a:gd name="connsiteX103" fmla="*/ 390075 w 1508539"/>
              <a:gd name="connsiteY103" fmla="*/ 2050531 h 6858000"/>
              <a:gd name="connsiteX104" fmla="*/ 381881 w 1508539"/>
              <a:gd name="connsiteY104" fmla="*/ 1963269 h 6858000"/>
              <a:gd name="connsiteX105" fmla="*/ 363059 w 1508539"/>
              <a:gd name="connsiteY105" fmla="*/ 1906352 h 6858000"/>
              <a:gd name="connsiteX106" fmla="*/ 339616 w 1508539"/>
              <a:gd name="connsiteY106" fmla="*/ 1861531 h 6858000"/>
              <a:gd name="connsiteX107" fmla="*/ 293415 w 1508539"/>
              <a:gd name="connsiteY107" fmla="*/ 1732919 h 6858000"/>
              <a:gd name="connsiteX108" fmla="*/ 265726 w 1508539"/>
              <a:gd name="connsiteY108" fmla="*/ 1663540 h 6858000"/>
              <a:gd name="connsiteX109" fmla="*/ 264852 w 1508539"/>
              <a:gd name="connsiteY109" fmla="*/ 1615777 h 6858000"/>
              <a:gd name="connsiteX110" fmla="*/ 245647 w 1508539"/>
              <a:gd name="connsiteY110" fmla="*/ 1563678 h 6858000"/>
              <a:gd name="connsiteX111" fmla="*/ 258727 w 1508539"/>
              <a:gd name="connsiteY111" fmla="*/ 1519474 h 6858000"/>
              <a:gd name="connsiteX112" fmla="*/ 251469 w 1508539"/>
              <a:gd name="connsiteY112" fmla="*/ 1477995 h 6858000"/>
              <a:gd name="connsiteX113" fmla="*/ 237554 w 1508539"/>
              <a:gd name="connsiteY113" fmla="*/ 1373769 h 6858000"/>
              <a:gd name="connsiteX114" fmla="*/ 245861 w 1508539"/>
              <a:gd name="connsiteY114" fmla="*/ 1307086 h 6858000"/>
              <a:gd name="connsiteX115" fmla="*/ 247049 w 1508539"/>
              <a:gd name="connsiteY115" fmla="*/ 1189033 h 6858000"/>
              <a:gd name="connsiteX116" fmla="*/ 251734 w 1508539"/>
              <a:gd name="connsiteY116" fmla="*/ 1168288 h 6858000"/>
              <a:gd name="connsiteX117" fmla="*/ 244016 w 1508539"/>
              <a:gd name="connsiteY117" fmla="*/ 1142577 h 6858000"/>
              <a:gd name="connsiteX118" fmla="*/ 233322 w 1508539"/>
              <a:gd name="connsiteY118" fmla="*/ 1088484 h 6858000"/>
              <a:gd name="connsiteX119" fmla="*/ 222058 w 1508539"/>
              <a:gd name="connsiteY119" fmla="*/ 1016103 h 6858000"/>
              <a:gd name="connsiteX120" fmla="*/ 223514 w 1508539"/>
              <a:gd name="connsiteY120" fmla="*/ 932283 h 6858000"/>
              <a:gd name="connsiteX121" fmla="*/ 225750 w 1508539"/>
              <a:gd name="connsiteY121" fmla="*/ 915925 h 6858000"/>
              <a:gd name="connsiteX122" fmla="*/ 218379 w 1508539"/>
              <a:gd name="connsiteY122" fmla="*/ 896999 h 6858000"/>
              <a:gd name="connsiteX123" fmla="*/ 187787 w 1508539"/>
              <a:gd name="connsiteY123" fmla="*/ 821517 h 6858000"/>
              <a:gd name="connsiteX124" fmla="*/ 166737 w 1508539"/>
              <a:gd name="connsiteY124" fmla="*/ 751353 h 6858000"/>
              <a:gd name="connsiteX125" fmla="*/ 166295 w 1508539"/>
              <a:gd name="connsiteY125" fmla="*/ 721230 h 6858000"/>
              <a:gd name="connsiteX126" fmla="*/ 151966 w 1508539"/>
              <a:gd name="connsiteY126" fmla="*/ 681659 h 6858000"/>
              <a:gd name="connsiteX127" fmla="*/ 137385 w 1508539"/>
              <a:gd name="connsiteY127" fmla="*/ 635218 h 6858000"/>
              <a:gd name="connsiteX128" fmla="*/ 142396 w 1508539"/>
              <a:gd name="connsiteY128" fmla="*/ 613763 h 6858000"/>
              <a:gd name="connsiteX129" fmla="*/ 128338 w 1508539"/>
              <a:gd name="connsiteY129" fmla="*/ 598582 h 6858000"/>
              <a:gd name="connsiteX130" fmla="*/ 128019 w 1508539"/>
              <a:gd name="connsiteY130" fmla="*/ 576846 h 6858000"/>
              <a:gd name="connsiteX131" fmla="*/ 107645 w 1508539"/>
              <a:gd name="connsiteY131" fmla="*/ 530055 h 6858000"/>
              <a:gd name="connsiteX132" fmla="*/ 106893 w 1508539"/>
              <a:gd name="connsiteY132" fmla="*/ 465389 h 6858000"/>
              <a:gd name="connsiteX133" fmla="*/ 89816 w 1508539"/>
              <a:gd name="connsiteY133" fmla="*/ 424699 h 6858000"/>
              <a:gd name="connsiteX134" fmla="*/ 90191 w 1508539"/>
              <a:gd name="connsiteY134" fmla="*/ 404917 h 6858000"/>
              <a:gd name="connsiteX135" fmla="*/ 70148 w 1508539"/>
              <a:gd name="connsiteY135" fmla="*/ 367211 h 6858000"/>
              <a:gd name="connsiteX136" fmla="*/ 36452 w 1508539"/>
              <a:gd name="connsiteY136" fmla="*/ 268519 h 6858000"/>
              <a:gd name="connsiteX137" fmla="*/ 23935 w 1508539"/>
              <a:gd name="connsiteY137" fmla="*/ 160886 h 6858000"/>
              <a:gd name="connsiteX138" fmla="*/ 19312 w 1508539"/>
              <a:gd name="connsiteY138" fmla="*/ 47336 h 6858000"/>
              <a:gd name="connsiteX139" fmla="*/ 0 w 1508539"/>
              <a:gd name="connsiteY139" fmla="*/ 0 h 6858000"/>
              <a:gd name="connsiteX0" fmla="*/ 164830 w 1491612"/>
              <a:gd name="connsiteY0" fmla="*/ 0 h 6858000"/>
              <a:gd name="connsiteX1" fmla="*/ 1491612 w 1491612"/>
              <a:gd name="connsiteY1" fmla="*/ 0 h 6858000"/>
              <a:gd name="connsiteX2" fmla="*/ 1491612 w 1491612"/>
              <a:gd name="connsiteY2" fmla="*/ 6858000 h 6858000"/>
              <a:gd name="connsiteX3" fmla="*/ 228306 w 1491612"/>
              <a:gd name="connsiteY3" fmla="*/ 6857735 h 6858000"/>
              <a:gd name="connsiteX4" fmla="*/ 264899 w 1491612"/>
              <a:gd name="connsiteY4" fmla="*/ 6776847 h 6858000"/>
              <a:gd name="connsiteX5" fmla="*/ 276399 w 1491612"/>
              <a:gd name="connsiteY5" fmla="*/ 6737706 h 6858000"/>
              <a:gd name="connsiteX6" fmla="*/ 301138 w 1491612"/>
              <a:gd name="connsiteY6" fmla="*/ 6691589 h 6858000"/>
              <a:gd name="connsiteX7" fmla="*/ 278695 w 1491612"/>
              <a:gd name="connsiteY7" fmla="*/ 6659970 h 6858000"/>
              <a:gd name="connsiteX8" fmla="*/ 293786 w 1491612"/>
              <a:gd name="connsiteY8" fmla="*/ 6636211 h 6858000"/>
              <a:gd name="connsiteX9" fmla="*/ 311230 w 1491612"/>
              <a:gd name="connsiteY9" fmla="*/ 6594177 h 6858000"/>
              <a:gd name="connsiteX10" fmla="*/ 325270 w 1491612"/>
              <a:gd name="connsiteY10" fmla="*/ 6557575 h 6858000"/>
              <a:gd name="connsiteX11" fmla="*/ 378227 w 1491612"/>
              <a:gd name="connsiteY11" fmla="*/ 6492130 h 6858000"/>
              <a:gd name="connsiteX12" fmla="*/ 393914 w 1491612"/>
              <a:gd name="connsiteY12" fmla="*/ 6431610 h 6858000"/>
              <a:gd name="connsiteX13" fmla="*/ 437619 w 1491612"/>
              <a:gd name="connsiteY13" fmla="*/ 6379786 h 6858000"/>
              <a:gd name="connsiteX14" fmla="*/ 420842 w 1491612"/>
              <a:gd name="connsiteY14" fmla="*/ 6334727 h 6858000"/>
              <a:gd name="connsiteX15" fmla="*/ 398257 w 1491612"/>
              <a:gd name="connsiteY15" fmla="*/ 6313295 h 6858000"/>
              <a:gd name="connsiteX16" fmla="*/ 405421 w 1491612"/>
              <a:gd name="connsiteY16" fmla="*/ 6280046 h 6858000"/>
              <a:gd name="connsiteX17" fmla="*/ 388166 w 1491612"/>
              <a:gd name="connsiteY17" fmla="*/ 6270265 h 6858000"/>
              <a:gd name="connsiteX18" fmla="*/ 415194 w 1491612"/>
              <a:gd name="connsiteY18" fmla="*/ 6252834 h 6858000"/>
              <a:gd name="connsiteX19" fmla="*/ 393186 w 1491612"/>
              <a:gd name="connsiteY19" fmla="*/ 6202459 h 6858000"/>
              <a:gd name="connsiteX20" fmla="*/ 391984 w 1491612"/>
              <a:gd name="connsiteY20" fmla="*/ 6153037 h 6858000"/>
              <a:gd name="connsiteX21" fmla="*/ 407399 w 1491612"/>
              <a:gd name="connsiteY21" fmla="*/ 6078132 h 6858000"/>
              <a:gd name="connsiteX22" fmla="*/ 394786 w 1491612"/>
              <a:gd name="connsiteY22" fmla="*/ 6028119 h 6858000"/>
              <a:gd name="connsiteX23" fmla="*/ 380015 w 1491612"/>
              <a:gd name="connsiteY23" fmla="*/ 5926735 h 6858000"/>
              <a:gd name="connsiteX24" fmla="*/ 429527 w 1491612"/>
              <a:gd name="connsiteY24" fmla="*/ 5712857 h 6858000"/>
              <a:gd name="connsiteX25" fmla="*/ 408602 w 1491612"/>
              <a:gd name="connsiteY25" fmla="*/ 5676393 h 6858000"/>
              <a:gd name="connsiteX26" fmla="*/ 448194 w 1491612"/>
              <a:gd name="connsiteY26" fmla="*/ 5563435 h 6858000"/>
              <a:gd name="connsiteX27" fmla="*/ 495324 w 1491612"/>
              <a:gd name="connsiteY27" fmla="*/ 5437125 h 6858000"/>
              <a:gd name="connsiteX28" fmla="*/ 508892 w 1491612"/>
              <a:gd name="connsiteY28" fmla="*/ 5396260 h 6858000"/>
              <a:gd name="connsiteX29" fmla="*/ 524873 w 1491612"/>
              <a:gd name="connsiteY29" fmla="*/ 5330009 h 6858000"/>
              <a:gd name="connsiteX30" fmla="*/ 558366 w 1491612"/>
              <a:gd name="connsiteY30" fmla="*/ 5273739 h 6858000"/>
              <a:gd name="connsiteX31" fmla="*/ 567965 w 1491612"/>
              <a:gd name="connsiteY31" fmla="*/ 5241779 h 6858000"/>
              <a:gd name="connsiteX32" fmla="*/ 579191 w 1491612"/>
              <a:gd name="connsiteY32" fmla="*/ 5225268 h 6858000"/>
              <a:gd name="connsiteX33" fmla="*/ 580211 w 1491612"/>
              <a:gd name="connsiteY33" fmla="*/ 5217684 h 6858000"/>
              <a:gd name="connsiteX34" fmla="*/ 587552 w 1491612"/>
              <a:gd name="connsiteY34" fmla="*/ 5193377 h 6858000"/>
              <a:gd name="connsiteX35" fmla="*/ 590855 w 1491612"/>
              <a:gd name="connsiteY35" fmla="*/ 5179288 h 6858000"/>
              <a:gd name="connsiteX36" fmla="*/ 591839 w 1491612"/>
              <a:gd name="connsiteY36" fmla="*/ 5173621 h 6858000"/>
              <a:gd name="connsiteX37" fmla="*/ 587473 w 1491612"/>
              <a:gd name="connsiteY37" fmla="*/ 5159961 h 6858000"/>
              <a:gd name="connsiteX38" fmla="*/ 594150 w 1491612"/>
              <a:gd name="connsiteY38" fmla="*/ 5144295 h 6858000"/>
              <a:gd name="connsiteX39" fmla="*/ 591083 w 1491612"/>
              <a:gd name="connsiteY39" fmla="*/ 5125185 h 6858000"/>
              <a:gd name="connsiteX40" fmla="*/ 597913 w 1491612"/>
              <a:gd name="connsiteY40" fmla="*/ 5121884 h 6858000"/>
              <a:gd name="connsiteX41" fmla="*/ 604949 w 1491612"/>
              <a:gd name="connsiteY41" fmla="*/ 5067850 h 6858000"/>
              <a:gd name="connsiteX42" fmla="*/ 607680 w 1491612"/>
              <a:gd name="connsiteY42" fmla="*/ 5060861 h 6858000"/>
              <a:gd name="connsiteX43" fmla="*/ 604384 w 1491612"/>
              <a:gd name="connsiteY43" fmla="*/ 5034192 h 6858000"/>
              <a:gd name="connsiteX44" fmla="*/ 605938 w 1491612"/>
              <a:gd name="connsiteY44" fmla="*/ 4993030 h 6858000"/>
              <a:gd name="connsiteX45" fmla="*/ 612847 w 1491612"/>
              <a:gd name="connsiteY45" fmla="*/ 4946844 h 6858000"/>
              <a:gd name="connsiteX46" fmla="*/ 608703 w 1491612"/>
              <a:gd name="connsiteY46" fmla="*/ 4932692 h 6858000"/>
              <a:gd name="connsiteX47" fmla="*/ 624106 w 1491612"/>
              <a:gd name="connsiteY47" fmla="*/ 4858827 h 6858000"/>
              <a:gd name="connsiteX48" fmla="*/ 630009 w 1491612"/>
              <a:gd name="connsiteY48" fmla="*/ 4821170 h 6858000"/>
              <a:gd name="connsiteX49" fmla="*/ 634742 w 1491612"/>
              <a:gd name="connsiteY49" fmla="*/ 4780965 h 6858000"/>
              <a:gd name="connsiteX50" fmla="*/ 636035 w 1491612"/>
              <a:gd name="connsiteY50" fmla="*/ 4750867 h 6858000"/>
              <a:gd name="connsiteX51" fmla="*/ 633842 w 1491612"/>
              <a:gd name="connsiteY51" fmla="*/ 4690749 h 6858000"/>
              <a:gd name="connsiteX52" fmla="*/ 629322 w 1491612"/>
              <a:gd name="connsiteY52" fmla="*/ 4584173 h 6858000"/>
              <a:gd name="connsiteX53" fmla="*/ 624405 w 1491612"/>
              <a:gd name="connsiteY53" fmla="*/ 4444346 h 6858000"/>
              <a:gd name="connsiteX54" fmla="*/ 620970 w 1491612"/>
              <a:gd name="connsiteY54" fmla="*/ 4375228 h 6858000"/>
              <a:gd name="connsiteX55" fmla="*/ 601623 w 1491612"/>
              <a:gd name="connsiteY55" fmla="*/ 4214165 h 6858000"/>
              <a:gd name="connsiteX56" fmla="*/ 605696 w 1491612"/>
              <a:gd name="connsiteY56" fmla="*/ 4090296 h 6858000"/>
              <a:gd name="connsiteX57" fmla="*/ 590952 w 1491612"/>
              <a:gd name="connsiteY57" fmla="*/ 4033999 h 6858000"/>
              <a:gd name="connsiteX58" fmla="*/ 592101 w 1491612"/>
              <a:gd name="connsiteY58" fmla="*/ 4031933 h 6858000"/>
              <a:gd name="connsiteX59" fmla="*/ 590677 w 1491612"/>
              <a:gd name="connsiteY59" fmla="*/ 4013953 h 6858000"/>
              <a:gd name="connsiteX60" fmla="*/ 576972 w 1491612"/>
              <a:gd name="connsiteY60" fmla="*/ 3974753 h 6858000"/>
              <a:gd name="connsiteX61" fmla="*/ 578570 w 1491612"/>
              <a:gd name="connsiteY61" fmla="*/ 3969950 h 6858000"/>
              <a:gd name="connsiteX62" fmla="*/ 571992 w 1491612"/>
              <a:gd name="connsiteY62" fmla="*/ 3933779 h 6858000"/>
              <a:gd name="connsiteX63" fmla="*/ 573323 w 1491612"/>
              <a:gd name="connsiteY63" fmla="*/ 3933093 h 6858000"/>
              <a:gd name="connsiteX64" fmla="*/ 577677 w 1491612"/>
              <a:gd name="connsiteY64" fmla="*/ 3922082 h 6858000"/>
              <a:gd name="connsiteX65" fmla="*/ 582755 w 1491612"/>
              <a:gd name="connsiteY65" fmla="*/ 3901461 h 6858000"/>
              <a:gd name="connsiteX66" fmla="*/ 605349 w 1491612"/>
              <a:gd name="connsiteY66" fmla="*/ 3813873 h 6858000"/>
              <a:gd name="connsiteX67" fmla="*/ 604774 w 1491612"/>
              <a:gd name="connsiteY67" fmla="*/ 3806161 h 6858000"/>
              <a:gd name="connsiteX68" fmla="*/ 605081 w 1491612"/>
              <a:gd name="connsiteY68" fmla="*/ 3805957 h 6858000"/>
              <a:gd name="connsiteX69" fmla="*/ 605108 w 1491612"/>
              <a:gd name="connsiteY69" fmla="*/ 3797724 h 6858000"/>
              <a:gd name="connsiteX70" fmla="*/ 603723 w 1491612"/>
              <a:gd name="connsiteY70" fmla="*/ 3792098 h 6858000"/>
              <a:gd name="connsiteX71" fmla="*/ 602607 w 1491612"/>
              <a:gd name="connsiteY71" fmla="*/ 3777135 h 6858000"/>
              <a:gd name="connsiteX72" fmla="*/ 604340 w 1491612"/>
              <a:gd name="connsiteY72" fmla="*/ 3771656 h 6858000"/>
              <a:gd name="connsiteX73" fmla="*/ 608083 w 1491612"/>
              <a:gd name="connsiteY73" fmla="*/ 3769007 h 6858000"/>
              <a:gd name="connsiteX74" fmla="*/ 607549 w 1491612"/>
              <a:gd name="connsiteY74" fmla="*/ 3767709 h 6858000"/>
              <a:gd name="connsiteX75" fmla="*/ 616245 w 1491612"/>
              <a:gd name="connsiteY75" fmla="*/ 3738082 h 6858000"/>
              <a:gd name="connsiteX76" fmla="*/ 623591 w 1491612"/>
              <a:gd name="connsiteY76" fmla="*/ 3673397 h 6858000"/>
              <a:gd name="connsiteX77" fmla="*/ 622887 w 1491612"/>
              <a:gd name="connsiteY77" fmla="*/ 3637109 h 6858000"/>
              <a:gd name="connsiteX78" fmla="*/ 626330 w 1491612"/>
              <a:gd name="connsiteY78" fmla="*/ 3536883 h 6858000"/>
              <a:gd name="connsiteX79" fmla="*/ 633868 w 1491612"/>
              <a:gd name="connsiteY79" fmla="*/ 3435652 h 6858000"/>
              <a:gd name="connsiteX80" fmla="*/ 635539 w 1491612"/>
              <a:gd name="connsiteY80" fmla="*/ 3307769 h 6858000"/>
              <a:gd name="connsiteX81" fmla="*/ 653102 w 1491612"/>
              <a:gd name="connsiteY81" fmla="*/ 3250522 h 6858000"/>
              <a:gd name="connsiteX82" fmla="*/ 653527 w 1491612"/>
              <a:gd name="connsiteY82" fmla="*/ 3229163 h 6858000"/>
              <a:gd name="connsiteX83" fmla="*/ 655350 w 1491612"/>
              <a:gd name="connsiteY83" fmla="*/ 3217217 h 6858000"/>
              <a:gd name="connsiteX84" fmla="*/ 642185 w 1491612"/>
              <a:gd name="connsiteY84" fmla="*/ 3183755 h 6858000"/>
              <a:gd name="connsiteX85" fmla="*/ 642686 w 1491612"/>
              <a:gd name="connsiteY85" fmla="*/ 3178642 h 6858000"/>
              <a:gd name="connsiteX86" fmla="*/ 630286 w 1491612"/>
              <a:gd name="connsiteY86" fmla="*/ 3158586 h 6858000"/>
              <a:gd name="connsiteX87" fmla="*/ 615471 w 1491612"/>
              <a:gd name="connsiteY87" fmla="*/ 3129034 h 6858000"/>
              <a:gd name="connsiteX88" fmla="*/ 616136 w 1491612"/>
              <a:gd name="connsiteY88" fmla="*/ 3126682 h 6858000"/>
              <a:gd name="connsiteX89" fmla="*/ 607004 w 1491612"/>
              <a:gd name="connsiteY89" fmla="*/ 3114519 h 6858000"/>
              <a:gd name="connsiteX90" fmla="*/ 593613 w 1491612"/>
              <a:gd name="connsiteY90" fmla="*/ 3106272 h 6858000"/>
              <a:gd name="connsiteX91" fmla="*/ 566343 w 1491612"/>
              <a:gd name="connsiteY91" fmla="*/ 2958185 h 6858000"/>
              <a:gd name="connsiteX92" fmla="*/ 508957 w 1491612"/>
              <a:gd name="connsiteY92" fmla="*/ 2762989 h 6858000"/>
              <a:gd name="connsiteX93" fmla="*/ 457875 w 1491612"/>
              <a:gd name="connsiteY93" fmla="*/ 2554718 h 6858000"/>
              <a:gd name="connsiteX94" fmla="*/ 437969 w 1491612"/>
              <a:gd name="connsiteY94" fmla="*/ 2485734 h 6858000"/>
              <a:gd name="connsiteX95" fmla="*/ 428692 w 1491612"/>
              <a:gd name="connsiteY95" fmla="*/ 2447068 h 6858000"/>
              <a:gd name="connsiteX96" fmla="*/ 415653 w 1491612"/>
              <a:gd name="connsiteY96" fmla="*/ 2425819 h 6858000"/>
              <a:gd name="connsiteX97" fmla="*/ 421652 w 1491612"/>
              <a:gd name="connsiteY97" fmla="*/ 2402874 h 6858000"/>
              <a:gd name="connsiteX98" fmla="*/ 424264 w 1491612"/>
              <a:gd name="connsiteY98" fmla="*/ 2381443 h 6858000"/>
              <a:gd name="connsiteX99" fmla="*/ 400593 w 1491612"/>
              <a:gd name="connsiteY99" fmla="*/ 2261920 h 6858000"/>
              <a:gd name="connsiteX100" fmla="*/ 390480 w 1491612"/>
              <a:gd name="connsiteY100" fmla="*/ 2195378 h 6858000"/>
              <a:gd name="connsiteX101" fmla="*/ 374697 w 1491612"/>
              <a:gd name="connsiteY101" fmla="*/ 2155135 h 6858000"/>
              <a:gd name="connsiteX102" fmla="*/ 372155 w 1491612"/>
              <a:gd name="connsiteY102" fmla="*/ 2118008 h 6858000"/>
              <a:gd name="connsiteX103" fmla="*/ 373148 w 1491612"/>
              <a:gd name="connsiteY103" fmla="*/ 2050531 h 6858000"/>
              <a:gd name="connsiteX104" fmla="*/ 364954 w 1491612"/>
              <a:gd name="connsiteY104" fmla="*/ 1963269 h 6858000"/>
              <a:gd name="connsiteX105" fmla="*/ 346132 w 1491612"/>
              <a:gd name="connsiteY105" fmla="*/ 1906352 h 6858000"/>
              <a:gd name="connsiteX106" fmla="*/ 322689 w 1491612"/>
              <a:gd name="connsiteY106" fmla="*/ 1861531 h 6858000"/>
              <a:gd name="connsiteX107" fmla="*/ 276488 w 1491612"/>
              <a:gd name="connsiteY107" fmla="*/ 1732919 h 6858000"/>
              <a:gd name="connsiteX108" fmla="*/ 248799 w 1491612"/>
              <a:gd name="connsiteY108" fmla="*/ 1663540 h 6858000"/>
              <a:gd name="connsiteX109" fmla="*/ 247925 w 1491612"/>
              <a:gd name="connsiteY109" fmla="*/ 1615777 h 6858000"/>
              <a:gd name="connsiteX110" fmla="*/ 228720 w 1491612"/>
              <a:gd name="connsiteY110" fmla="*/ 1563678 h 6858000"/>
              <a:gd name="connsiteX111" fmla="*/ 241800 w 1491612"/>
              <a:gd name="connsiteY111" fmla="*/ 1519474 h 6858000"/>
              <a:gd name="connsiteX112" fmla="*/ 234542 w 1491612"/>
              <a:gd name="connsiteY112" fmla="*/ 1477995 h 6858000"/>
              <a:gd name="connsiteX113" fmla="*/ 220627 w 1491612"/>
              <a:gd name="connsiteY113" fmla="*/ 1373769 h 6858000"/>
              <a:gd name="connsiteX114" fmla="*/ 228934 w 1491612"/>
              <a:gd name="connsiteY114" fmla="*/ 1307086 h 6858000"/>
              <a:gd name="connsiteX115" fmla="*/ 230122 w 1491612"/>
              <a:gd name="connsiteY115" fmla="*/ 1189033 h 6858000"/>
              <a:gd name="connsiteX116" fmla="*/ 234807 w 1491612"/>
              <a:gd name="connsiteY116" fmla="*/ 1168288 h 6858000"/>
              <a:gd name="connsiteX117" fmla="*/ 227089 w 1491612"/>
              <a:gd name="connsiteY117" fmla="*/ 1142577 h 6858000"/>
              <a:gd name="connsiteX118" fmla="*/ 216395 w 1491612"/>
              <a:gd name="connsiteY118" fmla="*/ 1088484 h 6858000"/>
              <a:gd name="connsiteX119" fmla="*/ 205131 w 1491612"/>
              <a:gd name="connsiteY119" fmla="*/ 1016103 h 6858000"/>
              <a:gd name="connsiteX120" fmla="*/ 206587 w 1491612"/>
              <a:gd name="connsiteY120" fmla="*/ 932283 h 6858000"/>
              <a:gd name="connsiteX121" fmla="*/ 208823 w 1491612"/>
              <a:gd name="connsiteY121" fmla="*/ 915925 h 6858000"/>
              <a:gd name="connsiteX122" fmla="*/ 201452 w 1491612"/>
              <a:gd name="connsiteY122" fmla="*/ 896999 h 6858000"/>
              <a:gd name="connsiteX123" fmla="*/ 170860 w 1491612"/>
              <a:gd name="connsiteY123" fmla="*/ 821517 h 6858000"/>
              <a:gd name="connsiteX124" fmla="*/ 149810 w 1491612"/>
              <a:gd name="connsiteY124" fmla="*/ 751353 h 6858000"/>
              <a:gd name="connsiteX125" fmla="*/ 149368 w 1491612"/>
              <a:gd name="connsiteY125" fmla="*/ 721230 h 6858000"/>
              <a:gd name="connsiteX126" fmla="*/ 135039 w 1491612"/>
              <a:gd name="connsiteY126" fmla="*/ 681659 h 6858000"/>
              <a:gd name="connsiteX127" fmla="*/ 120458 w 1491612"/>
              <a:gd name="connsiteY127" fmla="*/ 635218 h 6858000"/>
              <a:gd name="connsiteX128" fmla="*/ 125469 w 1491612"/>
              <a:gd name="connsiteY128" fmla="*/ 613763 h 6858000"/>
              <a:gd name="connsiteX129" fmla="*/ 111411 w 1491612"/>
              <a:gd name="connsiteY129" fmla="*/ 598582 h 6858000"/>
              <a:gd name="connsiteX130" fmla="*/ 111092 w 1491612"/>
              <a:gd name="connsiteY130" fmla="*/ 576846 h 6858000"/>
              <a:gd name="connsiteX131" fmla="*/ 90718 w 1491612"/>
              <a:gd name="connsiteY131" fmla="*/ 530055 h 6858000"/>
              <a:gd name="connsiteX132" fmla="*/ 89966 w 1491612"/>
              <a:gd name="connsiteY132" fmla="*/ 465389 h 6858000"/>
              <a:gd name="connsiteX133" fmla="*/ 72889 w 1491612"/>
              <a:gd name="connsiteY133" fmla="*/ 424699 h 6858000"/>
              <a:gd name="connsiteX134" fmla="*/ 73264 w 1491612"/>
              <a:gd name="connsiteY134" fmla="*/ 404917 h 6858000"/>
              <a:gd name="connsiteX135" fmla="*/ 53221 w 1491612"/>
              <a:gd name="connsiteY135" fmla="*/ 367211 h 6858000"/>
              <a:gd name="connsiteX136" fmla="*/ 19525 w 1491612"/>
              <a:gd name="connsiteY136" fmla="*/ 268519 h 6858000"/>
              <a:gd name="connsiteX137" fmla="*/ 7008 w 1491612"/>
              <a:gd name="connsiteY137" fmla="*/ 160886 h 6858000"/>
              <a:gd name="connsiteX138" fmla="*/ 2385 w 1491612"/>
              <a:gd name="connsiteY138" fmla="*/ 47336 h 6858000"/>
              <a:gd name="connsiteX139" fmla="*/ 164830 w 1491612"/>
              <a:gd name="connsiteY139" fmla="*/ 0 h 6858000"/>
              <a:gd name="connsiteX0" fmla="*/ 158408 w 1485190"/>
              <a:gd name="connsiteY0" fmla="*/ 0 h 6858000"/>
              <a:gd name="connsiteX1" fmla="*/ 1485190 w 1485190"/>
              <a:gd name="connsiteY1" fmla="*/ 0 h 6858000"/>
              <a:gd name="connsiteX2" fmla="*/ 1485190 w 1485190"/>
              <a:gd name="connsiteY2" fmla="*/ 6858000 h 6858000"/>
              <a:gd name="connsiteX3" fmla="*/ 221884 w 1485190"/>
              <a:gd name="connsiteY3" fmla="*/ 6857735 h 6858000"/>
              <a:gd name="connsiteX4" fmla="*/ 258477 w 1485190"/>
              <a:gd name="connsiteY4" fmla="*/ 6776847 h 6858000"/>
              <a:gd name="connsiteX5" fmla="*/ 269977 w 1485190"/>
              <a:gd name="connsiteY5" fmla="*/ 6737706 h 6858000"/>
              <a:gd name="connsiteX6" fmla="*/ 294716 w 1485190"/>
              <a:gd name="connsiteY6" fmla="*/ 6691589 h 6858000"/>
              <a:gd name="connsiteX7" fmla="*/ 272273 w 1485190"/>
              <a:gd name="connsiteY7" fmla="*/ 6659970 h 6858000"/>
              <a:gd name="connsiteX8" fmla="*/ 287364 w 1485190"/>
              <a:gd name="connsiteY8" fmla="*/ 6636211 h 6858000"/>
              <a:gd name="connsiteX9" fmla="*/ 304808 w 1485190"/>
              <a:gd name="connsiteY9" fmla="*/ 6594177 h 6858000"/>
              <a:gd name="connsiteX10" fmla="*/ 318848 w 1485190"/>
              <a:gd name="connsiteY10" fmla="*/ 6557575 h 6858000"/>
              <a:gd name="connsiteX11" fmla="*/ 371805 w 1485190"/>
              <a:gd name="connsiteY11" fmla="*/ 6492130 h 6858000"/>
              <a:gd name="connsiteX12" fmla="*/ 387492 w 1485190"/>
              <a:gd name="connsiteY12" fmla="*/ 6431610 h 6858000"/>
              <a:gd name="connsiteX13" fmla="*/ 431197 w 1485190"/>
              <a:gd name="connsiteY13" fmla="*/ 6379786 h 6858000"/>
              <a:gd name="connsiteX14" fmla="*/ 414420 w 1485190"/>
              <a:gd name="connsiteY14" fmla="*/ 6334727 h 6858000"/>
              <a:gd name="connsiteX15" fmla="*/ 391835 w 1485190"/>
              <a:gd name="connsiteY15" fmla="*/ 6313295 h 6858000"/>
              <a:gd name="connsiteX16" fmla="*/ 398999 w 1485190"/>
              <a:gd name="connsiteY16" fmla="*/ 6280046 h 6858000"/>
              <a:gd name="connsiteX17" fmla="*/ 381744 w 1485190"/>
              <a:gd name="connsiteY17" fmla="*/ 6270265 h 6858000"/>
              <a:gd name="connsiteX18" fmla="*/ 408772 w 1485190"/>
              <a:gd name="connsiteY18" fmla="*/ 6252834 h 6858000"/>
              <a:gd name="connsiteX19" fmla="*/ 386764 w 1485190"/>
              <a:gd name="connsiteY19" fmla="*/ 6202459 h 6858000"/>
              <a:gd name="connsiteX20" fmla="*/ 385562 w 1485190"/>
              <a:gd name="connsiteY20" fmla="*/ 6153037 h 6858000"/>
              <a:gd name="connsiteX21" fmla="*/ 400977 w 1485190"/>
              <a:gd name="connsiteY21" fmla="*/ 6078132 h 6858000"/>
              <a:gd name="connsiteX22" fmla="*/ 388364 w 1485190"/>
              <a:gd name="connsiteY22" fmla="*/ 6028119 h 6858000"/>
              <a:gd name="connsiteX23" fmla="*/ 373593 w 1485190"/>
              <a:gd name="connsiteY23" fmla="*/ 5926735 h 6858000"/>
              <a:gd name="connsiteX24" fmla="*/ 423105 w 1485190"/>
              <a:gd name="connsiteY24" fmla="*/ 5712857 h 6858000"/>
              <a:gd name="connsiteX25" fmla="*/ 402180 w 1485190"/>
              <a:gd name="connsiteY25" fmla="*/ 5676393 h 6858000"/>
              <a:gd name="connsiteX26" fmla="*/ 441772 w 1485190"/>
              <a:gd name="connsiteY26" fmla="*/ 5563435 h 6858000"/>
              <a:gd name="connsiteX27" fmla="*/ 488902 w 1485190"/>
              <a:gd name="connsiteY27" fmla="*/ 5437125 h 6858000"/>
              <a:gd name="connsiteX28" fmla="*/ 502470 w 1485190"/>
              <a:gd name="connsiteY28" fmla="*/ 5396260 h 6858000"/>
              <a:gd name="connsiteX29" fmla="*/ 518451 w 1485190"/>
              <a:gd name="connsiteY29" fmla="*/ 5330009 h 6858000"/>
              <a:gd name="connsiteX30" fmla="*/ 551944 w 1485190"/>
              <a:gd name="connsiteY30" fmla="*/ 5273739 h 6858000"/>
              <a:gd name="connsiteX31" fmla="*/ 561543 w 1485190"/>
              <a:gd name="connsiteY31" fmla="*/ 5241779 h 6858000"/>
              <a:gd name="connsiteX32" fmla="*/ 572769 w 1485190"/>
              <a:gd name="connsiteY32" fmla="*/ 5225268 h 6858000"/>
              <a:gd name="connsiteX33" fmla="*/ 573789 w 1485190"/>
              <a:gd name="connsiteY33" fmla="*/ 5217684 h 6858000"/>
              <a:gd name="connsiteX34" fmla="*/ 581130 w 1485190"/>
              <a:gd name="connsiteY34" fmla="*/ 5193377 h 6858000"/>
              <a:gd name="connsiteX35" fmla="*/ 584433 w 1485190"/>
              <a:gd name="connsiteY35" fmla="*/ 5179288 h 6858000"/>
              <a:gd name="connsiteX36" fmla="*/ 585417 w 1485190"/>
              <a:gd name="connsiteY36" fmla="*/ 5173621 h 6858000"/>
              <a:gd name="connsiteX37" fmla="*/ 581051 w 1485190"/>
              <a:gd name="connsiteY37" fmla="*/ 5159961 h 6858000"/>
              <a:gd name="connsiteX38" fmla="*/ 587728 w 1485190"/>
              <a:gd name="connsiteY38" fmla="*/ 5144295 h 6858000"/>
              <a:gd name="connsiteX39" fmla="*/ 584661 w 1485190"/>
              <a:gd name="connsiteY39" fmla="*/ 5125185 h 6858000"/>
              <a:gd name="connsiteX40" fmla="*/ 591491 w 1485190"/>
              <a:gd name="connsiteY40" fmla="*/ 5121884 h 6858000"/>
              <a:gd name="connsiteX41" fmla="*/ 598527 w 1485190"/>
              <a:gd name="connsiteY41" fmla="*/ 5067850 h 6858000"/>
              <a:gd name="connsiteX42" fmla="*/ 601258 w 1485190"/>
              <a:gd name="connsiteY42" fmla="*/ 5060861 h 6858000"/>
              <a:gd name="connsiteX43" fmla="*/ 597962 w 1485190"/>
              <a:gd name="connsiteY43" fmla="*/ 5034192 h 6858000"/>
              <a:gd name="connsiteX44" fmla="*/ 599516 w 1485190"/>
              <a:gd name="connsiteY44" fmla="*/ 4993030 h 6858000"/>
              <a:gd name="connsiteX45" fmla="*/ 606425 w 1485190"/>
              <a:gd name="connsiteY45" fmla="*/ 4946844 h 6858000"/>
              <a:gd name="connsiteX46" fmla="*/ 602281 w 1485190"/>
              <a:gd name="connsiteY46" fmla="*/ 4932692 h 6858000"/>
              <a:gd name="connsiteX47" fmla="*/ 617684 w 1485190"/>
              <a:gd name="connsiteY47" fmla="*/ 4858827 h 6858000"/>
              <a:gd name="connsiteX48" fmla="*/ 623587 w 1485190"/>
              <a:gd name="connsiteY48" fmla="*/ 4821170 h 6858000"/>
              <a:gd name="connsiteX49" fmla="*/ 628320 w 1485190"/>
              <a:gd name="connsiteY49" fmla="*/ 4780965 h 6858000"/>
              <a:gd name="connsiteX50" fmla="*/ 629613 w 1485190"/>
              <a:gd name="connsiteY50" fmla="*/ 4750867 h 6858000"/>
              <a:gd name="connsiteX51" fmla="*/ 627420 w 1485190"/>
              <a:gd name="connsiteY51" fmla="*/ 4690749 h 6858000"/>
              <a:gd name="connsiteX52" fmla="*/ 622900 w 1485190"/>
              <a:gd name="connsiteY52" fmla="*/ 4584173 h 6858000"/>
              <a:gd name="connsiteX53" fmla="*/ 617983 w 1485190"/>
              <a:gd name="connsiteY53" fmla="*/ 4444346 h 6858000"/>
              <a:gd name="connsiteX54" fmla="*/ 614548 w 1485190"/>
              <a:gd name="connsiteY54" fmla="*/ 4375228 h 6858000"/>
              <a:gd name="connsiteX55" fmla="*/ 595201 w 1485190"/>
              <a:gd name="connsiteY55" fmla="*/ 4214165 h 6858000"/>
              <a:gd name="connsiteX56" fmla="*/ 599274 w 1485190"/>
              <a:gd name="connsiteY56" fmla="*/ 4090296 h 6858000"/>
              <a:gd name="connsiteX57" fmla="*/ 584530 w 1485190"/>
              <a:gd name="connsiteY57" fmla="*/ 4033999 h 6858000"/>
              <a:gd name="connsiteX58" fmla="*/ 585679 w 1485190"/>
              <a:gd name="connsiteY58" fmla="*/ 4031933 h 6858000"/>
              <a:gd name="connsiteX59" fmla="*/ 584255 w 1485190"/>
              <a:gd name="connsiteY59" fmla="*/ 4013953 h 6858000"/>
              <a:gd name="connsiteX60" fmla="*/ 570550 w 1485190"/>
              <a:gd name="connsiteY60" fmla="*/ 3974753 h 6858000"/>
              <a:gd name="connsiteX61" fmla="*/ 572148 w 1485190"/>
              <a:gd name="connsiteY61" fmla="*/ 3969950 h 6858000"/>
              <a:gd name="connsiteX62" fmla="*/ 565570 w 1485190"/>
              <a:gd name="connsiteY62" fmla="*/ 3933779 h 6858000"/>
              <a:gd name="connsiteX63" fmla="*/ 566901 w 1485190"/>
              <a:gd name="connsiteY63" fmla="*/ 3933093 h 6858000"/>
              <a:gd name="connsiteX64" fmla="*/ 571255 w 1485190"/>
              <a:gd name="connsiteY64" fmla="*/ 3922082 h 6858000"/>
              <a:gd name="connsiteX65" fmla="*/ 576333 w 1485190"/>
              <a:gd name="connsiteY65" fmla="*/ 3901461 h 6858000"/>
              <a:gd name="connsiteX66" fmla="*/ 598927 w 1485190"/>
              <a:gd name="connsiteY66" fmla="*/ 3813873 h 6858000"/>
              <a:gd name="connsiteX67" fmla="*/ 598352 w 1485190"/>
              <a:gd name="connsiteY67" fmla="*/ 3806161 h 6858000"/>
              <a:gd name="connsiteX68" fmla="*/ 598659 w 1485190"/>
              <a:gd name="connsiteY68" fmla="*/ 3805957 h 6858000"/>
              <a:gd name="connsiteX69" fmla="*/ 598686 w 1485190"/>
              <a:gd name="connsiteY69" fmla="*/ 3797724 h 6858000"/>
              <a:gd name="connsiteX70" fmla="*/ 597301 w 1485190"/>
              <a:gd name="connsiteY70" fmla="*/ 3792098 h 6858000"/>
              <a:gd name="connsiteX71" fmla="*/ 596185 w 1485190"/>
              <a:gd name="connsiteY71" fmla="*/ 3777135 h 6858000"/>
              <a:gd name="connsiteX72" fmla="*/ 597918 w 1485190"/>
              <a:gd name="connsiteY72" fmla="*/ 3771656 h 6858000"/>
              <a:gd name="connsiteX73" fmla="*/ 601661 w 1485190"/>
              <a:gd name="connsiteY73" fmla="*/ 3769007 h 6858000"/>
              <a:gd name="connsiteX74" fmla="*/ 601127 w 1485190"/>
              <a:gd name="connsiteY74" fmla="*/ 3767709 h 6858000"/>
              <a:gd name="connsiteX75" fmla="*/ 609823 w 1485190"/>
              <a:gd name="connsiteY75" fmla="*/ 3738082 h 6858000"/>
              <a:gd name="connsiteX76" fmla="*/ 617169 w 1485190"/>
              <a:gd name="connsiteY76" fmla="*/ 3673397 h 6858000"/>
              <a:gd name="connsiteX77" fmla="*/ 616465 w 1485190"/>
              <a:gd name="connsiteY77" fmla="*/ 3637109 h 6858000"/>
              <a:gd name="connsiteX78" fmla="*/ 619908 w 1485190"/>
              <a:gd name="connsiteY78" fmla="*/ 3536883 h 6858000"/>
              <a:gd name="connsiteX79" fmla="*/ 627446 w 1485190"/>
              <a:gd name="connsiteY79" fmla="*/ 3435652 h 6858000"/>
              <a:gd name="connsiteX80" fmla="*/ 629117 w 1485190"/>
              <a:gd name="connsiteY80" fmla="*/ 3307769 h 6858000"/>
              <a:gd name="connsiteX81" fmla="*/ 646680 w 1485190"/>
              <a:gd name="connsiteY81" fmla="*/ 3250522 h 6858000"/>
              <a:gd name="connsiteX82" fmla="*/ 647105 w 1485190"/>
              <a:gd name="connsiteY82" fmla="*/ 3229163 h 6858000"/>
              <a:gd name="connsiteX83" fmla="*/ 648928 w 1485190"/>
              <a:gd name="connsiteY83" fmla="*/ 3217217 h 6858000"/>
              <a:gd name="connsiteX84" fmla="*/ 635763 w 1485190"/>
              <a:gd name="connsiteY84" fmla="*/ 3183755 h 6858000"/>
              <a:gd name="connsiteX85" fmla="*/ 636264 w 1485190"/>
              <a:gd name="connsiteY85" fmla="*/ 3178642 h 6858000"/>
              <a:gd name="connsiteX86" fmla="*/ 623864 w 1485190"/>
              <a:gd name="connsiteY86" fmla="*/ 3158586 h 6858000"/>
              <a:gd name="connsiteX87" fmla="*/ 609049 w 1485190"/>
              <a:gd name="connsiteY87" fmla="*/ 3129034 h 6858000"/>
              <a:gd name="connsiteX88" fmla="*/ 609714 w 1485190"/>
              <a:gd name="connsiteY88" fmla="*/ 3126682 h 6858000"/>
              <a:gd name="connsiteX89" fmla="*/ 600582 w 1485190"/>
              <a:gd name="connsiteY89" fmla="*/ 3114519 h 6858000"/>
              <a:gd name="connsiteX90" fmla="*/ 587191 w 1485190"/>
              <a:gd name="connsiteY90" fmla="*/ 3106272 h 6858000"/>
              <a:gd name="connsiteX91" fmla="*/ 559921 w 1485190"/>
              <a:gd name="connsiteY91" fmla="*/ 2958185 h 6858000"/>
              <a:gd name="connsiteX92" fmla="*/ 502535 w 1485190"/>
              <a:gd name="connsiteY92" fmla="*/ 2762989 h 6858000"/>
              <a:gd name="connsiteX93" fmla="*/ 451453 w 1485190"/>
              <a:gd name="connsiteY93" fmla="*/ 2554718 h 6858000"/>
              <a:gd name="connsiteX94" fmla="*/ 431547 w 1485190"/>
              <a:gd name="connsiteY94" fmla="*/ 2485734 h 6858000"/>
              <a:gd name="connsiteX95" fmla="*/ 422270 w 1485190"/>
              <a:gd name="connsiteY95" fmla="*/ 2447068 h 6858000"/>
              <a:gd name="connsiteX96" fmla="*/ 409231 w 1485190"/>
              <a:gd name="connsiteY96" fmla="*/ 2425819 h 6858000"/>
              <a:gd name="connsiteX97" fmla="*/ 415230 w 1485190"/>
              <a:gd name="connsiteY97" fmla="*/ 2402874 h 6858000"/>
              <a:gd name="connsiteX98" fmla="*/ 417842 w 1485190"/>
              <a:gd name="connsiteY98" fmla="*/ 2381443 h 6858000"/>
              <a:gd name="connsiteX99" fmla="*/ 394171 w 1485190"/>
              <a:gd name="connsiteY99" fmla="*/ 2261920 h 6858000"/>
              <a:gd name="connsiteX100" fmla="*/ 384058 w 1485190"/>
              <a:gd name="connsiteY100" fmla="*/ 2195378 h 6858000"/>
              <a:gd name="connsiteX101" fmla="*/ 368275 w 1485190"/>
              <a:gd name="connsiteY101" fmla="*/ 2155135 h 6858000"/>
              <a:gd name="connsiteX102" fmla="*/ 365733 w 1485190"/>
              <a:gd name="connsiteY102" fmla="*/ 2118008 h 6858000"/>
              <a:gd name="connsiteX103" fmla="*/ 366726 w 1485190"/>
              <a:gd name="connsiteY103" fmla="*/ 2050531 h 6858000"/>
              <a:gd name="connsiteX104" fmla="*/ 358532 w 1485190"/>
              <a:gd name="connsiteY104" fmla="*/ 1963269 h 6858000"/>
              <a:gd name="connsiteX105" fmla="*/ 339710 w 1485190"/>
              <a:gd name="connsiteY105" fmla="*/ 1906352 h 6858000"/>
              <a:gd name="connsiteX106" fmla="*/ 316267 w 1485190"/>
              <a:gd name="connsiteY106" fmla="*/ 1861531 h 6858000"/>
              <a:gd name="connsiteX107" fmla="*/ 270066 w 1485190"/>
              <a:gd name="connsiteY107" fmla="*/ 1732919 h 6858000"/>
              <a:gd name="connsiteX108" fmla="*/ 242377 w 1485190"/>
              <a:gd name="connsiteY108" fmla="*/ 1663540 h 6858000"/>
              <a:gd name="connsiteX109" fmla="*/ 241503 w 1485190"/>
              <a:gd name="connsiteY109" fmla="*/ 1615777 h 6858000"/>
              <a:gd name="connsiteX110" fmla="*/ 222298 w 1485190"/>
              <a:gd name="connsiteY110" fmla="*/ 1563678 h 6858000"/>
              <a:gd name="connsiteX111" fmla="*/ 235378 w 1485190"/>
              <a:gd name="connsiteY111" fmla="*/ 1519474 h 6858000"/>
              <a:gd name="connsiteX112" fmla="*/ 228120 w 1485190"/>
              <a:gd name="connsiteY112" fmla="*/ 1477995 h 6858000"/>
              <a:gd name="connsiteX113" fmla="*/ 214205 w 1485190"/>
              <a:gd name="connsiteY113" fmla="*/ 1373769 h 6858000"/>
              <a:gd name="connsiteX114" fmla="*/ 222512 w 1485190"/>
              <a:gd name="connsiteY114" fmla="*/ 1307086 h 6858000"/>
              <a:gd name="connsiteX115" fmla="*/ 223700 w 1485190"/>
              <a:gd name="connsiteY115" fmla="*/ 1189033 h 6858000"/>
              <a:gd name="connsiteX116" fmla="*/ 228385 w 1485190"/>
              <a:gd name="connsiteY116" fmla="*/ 1168288 h 6858000"/>
              <a:gd name="connsiteX117" fmla="*/ 220667 w 1485190"/>
              <a:gd name="connsiteY117" fmla="*/ 1142577 h 6858000"/>
              <a:gd name="connsiteX118" fmla="*/ 209973 w 1485190"/>
              <a:gd name="connsiteY118" fmla="*/ 1088484 h 6858000"/>
              <a:gd name="connsiteX119" fmla="*/ 198709 w 1485190"/>
              <a:gd name="connsiteY119" fmla="*/ 1016103 h 6858000"/>
              <a:gd name="connsiteX120" fmla="*/ 200165 w 1485190"/>
              <a:gd name="connsiteY120" fmla="*/ 932283 h 6858000"/>
              <a:gd name="connsiteX121" fmla="*/ 202401 w 1485190"/>
              <a:gd name="connsiteY121" fmla="*/ 915925 h 6858000"/>
              <a:gd name="connsiteX122" fmla="*/ 195030 w 1485190"/>
              <a:gd name="connsiteY122" fmla="*/ 896999 h 6858000"/>
              <a:gd name="connsiteX123" fmla="*/ 164438 w 1485190"/>
              <a:gd name="connsiteY123" fmla="*/ 821517 h 6858000"/>
              <a:gd name="connsiteX124" fmla="*/ 143388 w 1485190"/>
              <a:gd name="connsiteY124" fmla="*/ 751353 h 6858000"/>
              <a:gd name="connsiteX125" fmla="*/ 142946 w 1485190"/>
              <a:gd name="connsiteY125" fmla="*/ 721230 h 6858000"/>
              <a:gd name="connsiteX126" fmla="*/ 128617 w 1485190"/>
              <a:gd name="connsiteY126" fmla="*/ 681659 h 6858000"/>
              <a:gd name="connsiteX127" fmla="*/ 114036 w 1485190"/>
              <a:gd name="connsiteY127" fmla="*/ 635218 h 6858000"/>
              <a:gd name="connsiteX128" fmla="*/ 119047 w 1485190"/>
              <a:gd name="connsiteY128" fmla="*/ 613763 h 6858000"/>
              <a:gd name="connsiteX129" fmla="*/ 104989 w 1485190"/>
              <a:gd name="connsiteY129" fmla="*/ 598582 h 6858000"/>
              <a:gd name="connsiteX130" fmla="*/ 104670 w 1485190"/>
              <a:gd name="connsiteY130" fmla="*/ 576846 h 6858000"/>
              <a:gd name="connsiteX131" fmla="*/ 84296 w 1485190"/>
              <a:gd name="connsiteY131" fmla="*/ 530055 h 6858000"/>
              <a:gd name="connsiteX132" fmla="*/ 83544 w 1485190"/>
              <a:gd name="connsiteY132" fmla="*/ 465389 h 6858000"/>
              <a:gd name="connsiteX133" fmla="*/ 66467 w 1485190"/>
              <a:gd name="connsiteY133" fmla="*/ 424699 h 6858000"/>
              <a:gd name="connsiteX134" fmla="*/ 66842 w 1485190"/>
              <a:gd name="connsiteY134" fmla="*/ 404917 h 6858000"/>
              <a:gd name="connsiteX135" fmla="*/ 46799 w 1485190"/>
              <a:gd name="connsiteY135" fmla="*/ 367211 h 6858000"/>
              <a:gd name="connsiteX136" fmla="*/ 13103 w 1485190"/>
              <a:gd name="connsiteY136" fmla="*/ 268519 h 6858000"/>
              <a:gd name="connsiteX137" fmla="*/ 586 w 1485190"/>
              <a:gd name="connsiteY137" fmla="*/ 160886 h 6858000"/>
              <a:gd name="connsiteX138" fmla="*/ 198854 w 1485190"/>
              <a:gd name="connsiteY138" fmla="*/ 55288 h 6858000"/>
              <a:gd name="connsiteX139" fmla="*/ 158408 w 1485190"/>
              <a:gd name="connsiteY139" fmla="*/ 0 h 6858000"/>
              <a:gd name="connsiteX0" fmla="*/ 145305 w 1472087"/>
              <a:gd name="connsiteY0" fmla="*/ 0 h 6858000"/>
              <a:gd name="connsiteX1" fmla="*/ 1472087 w 1472087"/>
              <a:gd name="connsiteY1" fmla="*/ 0 h 6858000"/>
              <a:gd name="connsiteX2" fmla="*/ 1472087 w 1472087"/>
              <a:gd name="connsiteY2" fmla="*/ 6858000 h 6858000"/>
              <a:gd name="connsiteX3" fmla="*/ 208781 w 1472087"/>
              <a:gd name="connsiteY3" fmla="*/ 6857735 h 6858000"/>
              <a:gd name="connsiteX4" fmla="*/ 245374 w 1472087"/>
              <a:gd name="connsiteY4" fmla="*/ 6776847 h 6858000"/>
              <a:gd name="connsiteX5" fmla="*/ 256874 w 1472087"/>
              <a:gd name="connsiteY5" fmla="*/ 6737706 h 6858000"/>
              <a:gd name="connsiteX6" fmla="*/ 281613 w 1472087"/>
              <a:gd name="connsiteY6" fmla="*/ 6691589 h 6858000"/>
              <a:gd name="connsiteX7" fmla="*/ 259170 w 1472087"/>
              <a:gd name="connsiteY7" fmla="*/ 6659970 h 6858000"/>
              <a:gd name="connsiteX8" fmla="*/ 274261 w 1472087"/>
              <a:gd name="connsiteY8" fmla="*/ 6636211 h 6858000"/>
              <a:gd name="connsiteX9" fmla="*/ 291705 w 1472087"/>
              <a:gd name="connsiteY9" fmla="*/ 6594177 h 6858000"/>
              <a:gd name="connsiteX10" fmla="*/ 305745 w 1472087"/>
              <a:gd name="connsiteY10" fmla="*/ 6557575 h 6858000"/>
              <a:gd name="connsiteX11" fmla="*/ 358702 w 1472087"/>
              <a:gd name="connsiteY11" fmla="*/ 6492130 h 6858000"/>
              <a:gd name="connsiteX12" fmla="*/ 374389 w 1472087"/>
              <a:gd name="connsiteY12" fmla="*/ 6431610 h 6858000"/>
              <a:gd name="connsiteX13" fmla="*/ 418094 w 1472087"/>
              <a:gd name="connsiteY13" fmla="*/ 6379786 h 6858000"/>
              <a:gd name="connsiteX14" fmla="*/ 401317 w 1472087"/>
              <a:gd name="connsiteY14" fmla="*/ 6334727 h 6858000"/>
              <a:gd name="connsiteX15" fmla="*/ 378732 w 1472087"/>
              <a:gd name="connsiteY15" fmla="*/ 6313295 h 6858000"/>
              <a:gd name="connsiteX16" fmla="*/ 385896 w 1472087"/>
              <a:gd name="connsiteY16" fmla="*/ 6280046 h 6858000"/>
              <a:gd name="connsiteX17" fmla="*/ 368641 w 1472087"/>
              <a:gd name="connsiteY17" fmla="*/ 6270265 h 6858000"/>
              <a:gd name="connsiteX18" fmla="*/ 395669 w 1472087"/>
              <a:gd name="connsiteY18" fmla="*/ 6252834 h 6858000"/>
              <a:gd name="connsiteX19" fmla="*/ 373661 w 1472087"/>
              <a:gd name="connsiteY19" fmla="*/ 6202459 h 6858000"/>
              <a:gd name="connsiteX20" fmla="*/ 372459 w 1472087"/>
              <a:gd name="connsiteY20" fmla="*/ 6153037 h 6858000"/>
              <a:gd name="connsiteX21" fmla="*/ 387874 w 1472087"/>
              <a:gd name="connsiteY21" fmla="*/ 6078132 h 6858000"/>
              <a:gd name="connsiteX22" fmla="*/ 375261 w 1472087"/>
              <a:gd name="connsiteY22" fmla="*/ 6028119 h 6858000"/>
              <a:gd name="connsiteX23" fmla="*/ 360490 w 1472087"/>
              <a:gd name="connsiteY23" fmla="*/ 5926735 h 6858000"/>
              <a:gd name="connsiteX24" fmla="*/ 410002 w 1472087"/>
              <a:gd name="connsiteY24" fmla="*/ 5712857 h 6858000"/>
              <a:gd name="connsiteX25" fmla="*/ 389077 w 1472087"/>
              <a:gd name="connsiteY25" fmla="*/ 5676393 h 6858000"/>
              <a:gd name="connsiteX26" fmla="*/ 428669 w 1472087"/>
              <a:gd name="connsiteY26" fmla="*/ 5563435 h 6858000"/>
              <a:gd name="connsiteX27" fmla="*/ 475799 w 1472087"/>
              <a:gd name="connsiteY27" fmla="*/ 5437125 h 6858000"/>
              <a:gd name="connsiteX28" fmla="*/ 489367 w 1472087"/>
              <a:gd name="connsiteY28" fmla="*/ 5396260 h 6858000"/>
              <a:gd name="connsiteX29" fmla="*/ 505348 w 1472087"/>
              <a:gd name="connsiteY29" fmla="*/ 5330009 h 6858000"/>
              <a:gd name="connsiteX30" fmla="*/ 538841 w 1472087"/>
              <a:gd name="connsiteY30" fmla="*/ 5273739 h 6858000"/>
              <a:gd name="connsiteX31" fmla="*/ 548440 w 1472087"/>
              <a:gd name="connsiteY31" fmla="*/ 5241779 h 6858000"/>
              <a:gd name="connsiteX32" fmla="*/ 559666 w 1472087"/>
              <a:gd name="connsiteY32" fmla="*/ 5225268 h 6858000"/>
              <a:gd name="connsiteX33" fmla="*/ 560686 w 1472087"/>
              <a:gd name="connsiteY33" fmla="*/ 5217684 h 6858000"/>
              <a:gd name="connsiteX34" fmla="*/ 568027 w 1472087"/>
              <a:gd name="connsiteY34" fmla="*/ 5193377 h 6858000"/>
              <a:gd name="connsiteX35" fmla="*/ 571330 w 1472087"/>
              <a:gd name="connsiteY35" fmla="*/ 5179288 h 6858000"/>
              <a:gd name="connsiteX36" fmla="*/ 572314 w 1472087"/>
              <a:gd name="connsiteY36" fmla="*/ 5173621 h 6858000"/>
              <a:gd name="connsiteX37" fmla="*/ 567948 w 1472087"/>
              <a:gd name="connsiteY37" fmla="*/ 5159961 h 6858000"/>
              <a:gd name="connsiteX38" fmla="*/ 574625 w 1472087"/>
              <a:gd name="connsiteY38" fmla="*/ 5144295 h 6858000"/>
              <a:gd name="connsiteX39" fmla="*/ 571558 w 1472087"/>
              <a:gd name="connsiteY39" fmla="*/ 5125185 h 6858000"/>
              <a:gd name="connsiteX40" fmla="*/ 578388 w 1472087"/>
              <a:gd name="connsiteY40" fmla="*/ 5121884 h 6858000"/>
              <a:gd name="connsiteX41" fmla="*/ 585424 w 1472087"/>
              <a:gd name="connsiteY41" fmla="*/ 5067850 h 6858000"/>
              <a:gd name="connsiteX42" fmla="*/ 588155 w 1472087"/>
              <a:gd name="connsiteY42" fmla="*/ 5060861 h 6858000"/>
              <a:gd name="connsiteX43" fmla="*/ 584859 w 1472087"/>
              <a:gd name="connsiteY43" fmla="*/ 5034192 h 6858000"/>
              <a:gd name="connsiteX44" fmla="*/ 586413 w 1472087"/>
              <a:gd name="connsiteY44" fmla="*/ 4993030 h 6858000"/>
              <a:gd name="connsiteX45" fmla="*/ 593322 w 1472087"/>
              <a:gd name="connsiteY45" fmla="*/ 4946844 h 6858000"/>
              <a:gd name="connsiteX46" fmla="*/ 589178 w 1472087"/>
              <a:gd name="connsiteY46" fmla="*/ 4932692 h 6858000"/>
              <a:gd name="connsiteX47" fmla="*/ 604581 w 1472087"/>
              <a:gd name="connsiteY47" fmla="*/ 4858827 h 6858000"/>
              <a:gd name="connsiteX48" fmla="*/ 610484 w 1472087"/>
              <a:gd name="connsiteY48" fmla="*/ 4821170 h 6858000"/>
              <a:gd name="connsiteX49" fmla="*/ 615217 w 1472087"/>
              <a:gd name="connsiteY49" fmla="*/ 4780965 h 6858000"/>
              <a:gd name="connsiteX50" fmla="*/ 616510 w 1472087"/>
              <a:gd name="connsiteY50" fmla="*/ 4750867 h 6858000"/>
              <a:gd name="connsiteX51" fmla="*/ 614317 w 1472087"/>
              <a:gd name="connsiteY51" fmla="*/ 4690749 h 6858000"/>
              <a:gd name="connsiteX52" fmla="*/ 609797 w 1472087"/>
              <a:gd name="connsiteY52" fmla="*/ 4584173 h 6858000"/>
              <a:gd name="connsiteX53" fmla="*/ 604880 w 1472087"/>
              <a:gd name="connsiteY53" fmla="*/ 4444346 h 6858000"/>
              <a:gd name="connsiteX54" fmla="*/ 601445 w 1472087"/>
              <a:gd name="connsiteY54" fmla="*/ 4375228 h 6858000"/>
              <a:gd name="connsiteX55" fmla="*/ 582098 w 1472087"/>
              <a:gd name="connsiteY55" fmla="*/ 4214165 h 6858000"/>
              <a:gd name="connsiteX56" fmla="*/ 586171 w 1472087"/>
              <a:gd name="connsiteY56" fmla="*/ 4090296 h 6858000"/>
              <a:gd name="connsiteX57" fmla="*/ 571427 w 1472087"/>
              <a:gd name="connsiteY57" fmla="*/ 4033999 h 6858000"/>
              <a:gd name="connsiteX58" fmla="*/ 572576 w 1472087"/>
              <a:gd name="connsiteY58" fmla="*/ 4031933 h 6858000"/>
              <a:gd name="connsiteX59" fmla="*/ 571152 w 1472087"/>
              <a:gd name="connsiteY59" fmla="*/ 4013953 h 6858000"/>
              <a:gd name="connsiteX60" fmla="*/ 557447 w 1472087"/>
              <a:gd name="connsiteY60" fmla="*/ 3974753 h 6858000"/>
              <a:gd name="connsiteX61" fmla="*/ 559045 w 1472087"/>
              <a:gd name="connsiteY61" fmla="*/ 3969950 h 6858000"/>
              <a:gd name="connsiteX62" fmla="*/ 552467 w 1472087"/>
              <a:gd name="connsiteY62" fmla="*/ 3933779 h 6858000"/>
              <a:gd name="connsiteX63" fmla="*/ 553798 w 1472087"/>
              <a:gd name="connsiteY63" fmla="*/ 3933093 h 6858000"/>
              <a:gd name="connsiteX64" fmla="*/ 558152 w 1472087"/>
              <a:gd name="connsiteY64" fmla="*/ 3922082 h 6858000"/>
              <a:gd name="connsiteX65" fmla="*/ 563230 w 1472087"/>
              <a:gd name="connsiteY65" fmla="*/ 3901461 h 6858000"/>
              <a:gd name="connsiteX66" fmla="*/ 585824 w 1472087"/>
              <a:gd name="connsiteY66" fmla="*/ 3813873 h 6858000"/>
              <a:gd name="connsiteX67" fmla="*/ 585249 w 1472087"/>
              <a:gd name="connsiteY67" fmla="*/ 3806161 h 6858000"/>
              <a:gd name="connsiteX68" fmla="*/ 585556 w 1472087"/>
              <a:gd name="connsiteY68" fmla="*/ 3805957 h 6858000"/>
              <a:gd name="connsiteX69" fmla="*/ 585583 w 1472087"/>
              <a:gd name="connsiteY69" fmla="*/ 3797724 h 6858000"/>
              <a:gd name="connsiteX70" fmla="*/ 584198 w 1472087"/>
              <a:gd name="connsiteY70" fmla="*/ 3792098 h 6858000"/>
              <a:gd name="connsiteX71" fmla="*/ 583082 w 1472087"/>
              <a:gd name="connsiteY71" fmla="*/ 3777135 h 6858000"/>
              <a:gd name="connsiteX72" fmla="*/ 584815 w 1472087"/>
              <a:gd name="connsiteY72" fmla="*/ 3771656 h 6858000"/>
              <a:gd name="connsiteX73" fmla="*/ 588558 w 1472087"/>
              <a:gd name="connsiteY73" fmla="*/ 3769007 h 6858000"/>
              <a:gd name="connsiteX74" fmla="*/ 588024 w 1472087"/>
              <a:gd name="connsiteY74" fmla="*/ 3767709 h 6858000"/>
              <a:gd name="connsiteX75" fmla="*/ 596720 w 1472087"/>
              <a:gd name="connsiteY75" fmla="*/ 3738082 h 6858000"/>
              <a:gd name="connsiteX76" fmla="*/ 604066 w 1472087"/>
              <a:gd name="connsiteY76" fmla="*/ 3673397 h 6858000"/>
              <a:gd name="connsiteX77" fmla="*/ 603362 w 1472087"/>
              <a:gd name="connsiteY77" fmla="*/ 3637109 h 6858000"/>
              <a:gd name="connsiteX78" fmla="*/ 606805 w 1472087"/>
              <a:gd name="connsiteY78" fmla="*/ 3536883 h 6858000"/>
              <a:gd name="connsiteX79" fmla="*/ 614343 w 1472087"/>
              <a:gd name="connsiteY79" fmla="*/ 3435652 h 6858000"/>
              <a:gd name="connsiteX80" fmla="*/ 616014 w 1472087"/>
              <a:gd name="connsiteY80" fmla="*/ 3307769 h 6858000"/>
              <a:gd name="connsiteX81" fmla="*/ 633577 w 1472087"/>
              <a:gd name="connsiteY81" fmla="*/ 3250522 h 6858000"/>
              <a:gd name="connsiteX82" fmla="*/ 634002 w 1472087"/>
              <a:gd name="connsiteY82" fmla="*/ 3229163 h 6858000"/>
              <a:gd name="connsiteX83" fmla="*/ 635825 w 1472087"/>
              <a:gd name="connsiteY83" fmla="*/ 3217217 h 6858000"/>
              <a:gd name="connsiteX84" fmla="*/ 622660 w 1472087"/>
              <a:gd name="connsiteY84" fmla="*/ 3183755 h 6858000"/>
              <a:gd name="connsiteX85" fmla="*/ 623161 w 1472087"/>
              <a:gd name="connsiteY85" fmla="*/ 3178642 h 6858000"/>
              <a:gd name="connsiteX86" fmla="*/ 610761 w 1472087"/>
              <a:gd name="connsiteY86" fmla="*/ 3158586 h 6858000"/>
              <a:gd name="connsiteX87" fmla="*/ 595946 w 1472087"/>
              <a:gd name="connsiteY87" fmla="*/ 3129034 h 6858000"/>
              <a:gd name="connsiteX88" fmla="*/ 596611 w 1472087"/>
              <a:gd name="connsiteY88" fmla="*/ 3126682 h 6858000"/>
              <a:gd name="connsiteX89" fmla="*/ 587479 w 1472087"/>
              <a:gd name="connsiteY89" fmla="*/ 3114519 h 6858000"/>
              <a:gd name="connsiteX90" fmla="*/ 574088 w 1472087"/>
              <a:gd name="connsiteY90" fmla="*/ 3106272 h 6858000"/>
              <a:gd name="connsiteX91" fmla="*/ 546818 w 1472087"/>
              <a:gd name="connsiteY91" fmla="*/ 2958185 h 6858000"/>
              <a:gd name="connsiteX92" fmla="*/ 489432 w 1472087"/>
              <a:gd name="connsiteY92" fmla="*/ 2762989 h 6858000"/>
              <a:gd name="connsiteX93" fmla="*/ 438350 w 1472087"/>
              <a:gd name="connsiteY93" fmla="*/ 2554718 h 6858000"/>
              <a:gd name="connsiteX94" fmla="*/ 418444 w 1472087"/>
              <a:gd name="connsiteY94" fmla="*/ 2485734 h 6858000"/>
              <a:gd name="connsiteX95" fmla="*/ 409167 w 1472087"/>
              <a:gd name="connsiteY95" fmla="*/ 2447068 h 6858000"/>
              <a:gd name="connsiteX96" fmla="*/ 396128 w 1472087"/>
              <a:gd name="connsiteY96" fmla="*/ 2425819 h 6858000"/>
              <a:gd name="connsiteX97" fmla="*/ 402127 w 1472087"/>
              <a:gd name="connsiteY97" fmla="*/ 2402874 h 6858000"/>
              <a:gd name="connsiteX98" fmla="*/ 404739 w 1472087"/>
              <a:gd name="connsiteY98" fmla="*/ 2381443 h 6858000"/>
              <a:gd name="connsiteX99" fmla="*/ 381068 w 1472087"/>
              <a:gd name="connsiteY99" fmla="*/ 2261920 h 6858000"/>
              <a:gd name="connsiteX100" fmla="*/ 370955 w 1472087"/>
              <a:gd name="connsiteY100" fmla="*/ 2195378 h 6858000"/>
              <a:gd name="connsiteX101" fmla="*/ 355172 w 1472087"/>
              <a:gd name="connsiteY101" fmla="*/ 2155135 h 6858000"/>
              <a:gd name="connsiteX102" fmla="*/ 352630 w 1472087"/>
              <a:gd name="connsiteY102" fmla="*/ 2118008 h 6858000"/>
              <a:gd name="connsiteX103" fmla="*/ 353623 w 1472087"/>
              <a:gd name="connsiteY103" fmla="*/ 2050531 h 6858000"/>
              <a:gd name="connsiteX104" fmla="*/ 345429 w 1472087"/>
              <a:gd name="connsiteY104" fmla="*/ 1963269 h 6858000"/>
              <a:gd name="connsiteX105" fmla="*/ 326607 w 1472087"/>
              <a:gd name="connsiteY105" fmla="*/ 1906352 h 6858000"/>
              <a:gd name="connsiteX106" fmla="*/ 303164 w 1472087"/>
              <a:gd name="connsiteY106" fmla="*/ 1861531 h 6858000"/>
              <a:gd name="connsiteX107" fmla="*/ 256963 w 1472087"/>
              <a:gd name="connsiteY107" fmla="*/ 1732919 h 6858000"/>
              <a:gd name="connsiteX108" fmla="*/ 229274 w 1472087"/>
              <a:gd name="connsiteY108" fmla="*/ 1663540 h 6858000"/>
              <a:gd name="connsiteX109" fmla="*/ 228400 w 1472087"/>
              <a:gd name="connsiteY109" fmla="*/ 1615777 h 6858000"/>
              <a:gd name="connsiteX110" fmla="*/ 209195 w 1472087"/>
              <a:gd name="connsiteY110" fmla="*/ 1563678 h 6858000"/>
              <a:gd name="connsiteX111" fmla="*/ 222275 w 1472087"/>
              <a:gd name="connsiteY111" fmla="*/ 1519474 h 6858000"/>
              <a:gd name="connsiteX112" fmla="*/ 215017 w 1472087"/>
              <a:gd name="connsiteY112" fmla="*/ 1477995 h 6858000"/>
              <a:gd name="connsiteX113" fmla="*/ 201102 w 1472087"/>
              <a:gd name="connsiteY113" fmla="*/ 1373769 h 6858000"/>
              <a:gd name="connsiteX114" fmla="*/ 209409 w 1472087"/>
              <a:gd name="connsiteY114" fmla="*/ 1307086 h 6858000"/>
              <a:gd name="connsiteX115" fmla="*/ 210597 w 1472087"/>
              <a:gd name="connsiteY115" fmla="*/ 1189033 h 6858000"/>
              <a:gd name="connsiteX116" fmla="*/ 215282 w 1472087"/>
              <a:gd name="connsiteY116" fmla="*/ 1168288 h 6858000"/>
              <a:gd name="connsiteX117" fmla="*/ 207564 w 1472087"/>
              <a:gd name="connsiteY117" fmla="*/ 1142577 h 6858000"/>
              <a:gd name="connsiteX118" fmla="*/ 196870 w 1472087"/>
              <a:gd name="connsiteY118" fmla="*/ 1088484 h 6858000"/>
              <a:gd name="connsiteX119" fmla="*/ 185606 w 1472087"/>
              <a:gd name="connsiteY119" fmla="*/ 1016103 h 6858000"/>
              <a:gd name="connsiteX120" fmla="*/ 187062 w 1472087"/>
              <a:gd name="connsiteY120" fmla="*/ 932283 h 6858000"/>
              <a:gd name="connsiteX121" fmla="*/ 189298 w 1472087"/>
              <a:gd name="connsiteY121" fmla="*/ 915925 h 6858000"/>
              <a:gd name="connsiteX122" fmla="*/ 181927 w 1472087"/>
              <a:gd name="connsiteY122" fmla="*/ 896999 h 6858000"/>
              <a:gd name="connsiteX123" fmla="*/ 151335 w 1472087"/>
              <a:gd name="connsiteY123" fmla="*/ 821517 h 6858000"/>
              <a:gd name="connsiteX124" fmla="*/ 130285 w 1472087"/>
              <a:gd name="connsiteY124" fmla="*/ 751353 h 6858000"/>
              <a:gd name="connsiteX125" fmla="*/ 129843 w 1472087"/>
              <a:gd name="connsiteY125" fmla="*/ 721230 h 6858000"/>
              <a:gd name="connsiteX126" fmla="*/ 115514 w 1472087"/>
              <a:gd name="connsiteY126" fmla="*/ 681659 h 6858000"/>
              <a:gd name="connsiteX127" fmla="*/ 100933 w 1472087"/>
              <a:gd name="connsiteY127" fmla="*/ 635218 h 6858000"/>
              <a:gd name="connsiteX128" fmla="*/ 105944 w 1472087"/>
              <a:gd name="connsiteY128" fmla="*/ 613763 h 6858000"/>
              <a:gd name="connsiteX129" fmla="*/ 91886 w 1472087"/>
              <a:gd name="connsiteY129" fmla="*/ 598582 h 6858000"/>
              <a:gd name="connsiteX130" fmla="*/ 91567 w 1472087"/>
              <a:gd name="connsiteY130" fmla="*/ 576846 h 6858000"/>
              <a:gd name="connsiteX131" fmla="*/ 71193 w 1472087"/>
              <a:gd name="connsiteY131" fmla="*/ 530055 h 6858000"/>
              <a:gd name="connsiteX132" fmla="*/ 70441 w 1472087"/>
              <a:gd name="connsiteY132" fmla="*/ 465389 h 6858000"/>
              <a:gd name="connsiteX133" fmla="*/ 53364 w 1472087"/>
              <a:gd name="connsiteY133" fmla="*/ 424699 h 6858000"/>
              <a:gd name="connsiteX134" fmla="*/ 53739 w 1472087"/>
              <a:gd name="connsiteY134" fmla="*/ 404917 h 6858000"/>
              <a:gd name="connsiteX135" fmla="*/ 33696 w 1472087"/>
              <a:gd name="connsiteY135" fmla="*/ 367211 h 6858000"/>
              <a:gd name="connsiteX136" fmla="*/ 0 w 1472087"/>
              <a:gd name="connsiteY136" fmla="*/ 268519 h 6858000"/>
              <a:gd name="connsiteX137" fmla="*/ 173467 w 1472087"/>
              <a:gd name="connsiteY137" fmla="*/ 144983 h 6858000"/>
              <a:gd name="connsiteX138" fmla="*/ 185751 w 1472087"/>
              <a:gd name="connsiteY138" fmla="*/ 55288 h 6858000"/>
              <a:gd name="connsiteX139" fmla="*/ 145305 w 1472087"/>
              <a:gd name="connsiteY139" fmla="*/ 0 h 6858000"/>
              <a:gd name="connsiteX0" fmla="*/ 112107 w 1438889"/>
              <a:gd name="connsiteY0" fmla="*/ 0 h 6858000"/>
              <a:gd name="connsiteX1" fmla="*/ 1438889 w 1438889"/>
              <a:gd name="connsiteY1" fmla="*/ 0 h 6858000"/>
              <a:gd name="connsiteX2" fmla="*/ 1438889 w 1438889"/>
              <a:gd name="connsiteY2" fmla="*/ 6858000 h 6858000"/>
              <a:gd name="connsiteX3" fmla="*/ 175583 w 1438889"/>
              <a:gd name="connsiteY3" fmla="*/ 6857735 h 6858000"/>
              <a:gd name="connsiteX4" fmla="*/ 212176 w 1438889"/>
              <a:gd name="connsiteY4" fmla="*/ 6776847 h 6858000"/>
              <a:gd name="connsiteX5" fmla="*/ 223676 w 1438889"/>
              <a:gd name="connsiteY5" fmla="*/ 6737706 h 6858000"/>
              <a:gd name="connsiteX6" fmla="*/ 248415 w 1438889"/>
              <a:gd name="connsiteY6" fmla="*/ 6691589 h 6858000"/>
              <a:gd name="connsiteX7" fmla="*/ 225972 w 1438889"/>
              <a:gd name="connsiteY7" fmla="*/ 6659970 h 6858000"/>
              <a:gd name="connsiteX8" fmla="*/ 241063 w 1438889"/>
              <a:gd name="connsiteY8" fmla="*/ 6636211 h 6858000"/>
              <a:gd name="connsiteX9" fmla="*/ 258507 w 1438889"/>
              <a:gd name="connsiteY9" fmla="*/ 6594177 h 6858000"/>
              <a:gd name="connsiteX10" fmla="*/ 272547 w 1438889"/>
              <a:gd name="connsiteY10" fmla="*/ 6557575 h 6858000"/>
              <a:gd name="connsiteX11" fmla="*/ 325504 w 1438889"/>
              <a:gd name="connsiteY11" fmla="*/ 6492130 h 6858000"/>
              <a:gd name="connsiteX12" fmla="*/ 341191 w 1438889"/>
              <a:gd name="connsiteY12" fmla="*/ 6431610 h 6858000"/>
              <a:gd name="connsiteX13" fmla="*/ 384896 w 1438889"/>
              <a:gd name="connsiteY13" fmla="*/ 6379786 h 6858000"/>
              <a:gd name="connsiteX14" fmla="*/ 368119 w 1438889"/>
              <a:gd name="connsiteY14" fmla="*/ 6334727 h 6858000"/>
              <a:gd name="connsiteX15" fmla="*/ 345534 w 1438889"/>
              <a:gd name="connsiteY15" fmla="*/ 6313295 h 6858000"/>
              <a:gd name="connsiteX16" fmla="*/ 352698 w 1438889"/>
              <a:gd name="connsiteY16" fmla="*/ 6280046 h 6858000"/>
              <a:gd name="connsiteX17" fmla="*/ 335443 w 1438889"/>
              <a:gd name="connsiteY17" fmla="*/ 6270265 h 6858000"/>
              <a:gd name="connsiteX18" fmla="*/ 362471 w 1438889"/>
              <a:gd name="connsiteY18" fmla="*/ 6252834 h 6858000"/>
              <a:gd name="connsiteX19" fmla="*/ 340463 w 1438889"/>
              <a:gd name="connsiteY19" fmla="*/ 6202459 h 6858000"/>
              <a:gd name="connsiteX20" fmla="*/ 339261 w 1438889"/>
              <a:gd name="connsiteY20" fmla="*/ 6153037 h 6858000"/>
              <a:gd name="connsiteX21" fmla="*/ 354676 w 1438889"/>
              <a:gd name="connsiteY21" fmla="*/ 6078132 h 6858000"/>
              <a:gd name="connsiteX22" fmla="*/ 342063 w 1438889"/>
              <a:gd name="connsiteY22" fmla="*/ 6028119 h 6858000"/>
              <a:gd name="connsiteX23" fmla="*/ 327292 w 1438889"/>
              <a:gd name="connsiteY23" fmla="*/ 5926735 h 6858000"/>
              <a:gd name="connsiteX24" fmla="*/ 376804 w 1438889"/>
              <a:gd name="connsiteY24" fmla="*/ 5712857 h 6858000"/>
              <a:gd name="connsiteX25" fmla="*/ 355879 w 1438889"/>
              <a:gd name="connsiteY25" fmla="*/ 5676393 h 6858000"/>
              <a:gd name="connsiteX26" fmla="*/ 395471 w 1438889"/>
              <a:gd name="connsiteY26" fmla="*/ 5563435 h 6858000"/>
              <a:gd name="connsiteX27" fmla="*/ 442601 w 1438889"/>
              <a:gd name="connsiteY27" fmla="*/ 5437125 h 6858000"/>
              <a:gd name="connsiteX28" fmla="*/ 456169 w 1438889"/>
              <a:gd name="connsiteY28" fmla="*/ 5396260 h 6858000"/>
              <a:gd name="connsiteX29" fmla="*/ 472150 w 1438889"/>
              <a:gd name="connsiteY29" fmla="*/ 5330009 h 6858000"/>
              <a:gd name="connsiteX30" fmla="*/ 505643 w 1438889"/>
              <a:gd name="connsiteY30" fmla="*/ 5273739 h 6858000"/>
              <a:gd name="connsiteX31" fmla="*/ 515242 w 1438889"/>
              <a:gd name="connsiteY31" fmla="*/ 5241779 h 6858000"/>
              <a:gd name="connsiteX32" fmla="*/ 526468 w 1438889"/>
              <a:gd name="connsiteY32" fmla="*/ 5225268 h 6858000"/>
              <a:gd name="connsiteX33" fmla="*/ 527488 w 1438889"/>
              <a:gd name="connsiteY33" fmla="*/ 5217684 h 6858000"/>
              <a:gd name="connsiteX34" fmla="*/ 534829 w 1438889"/>
              <a:gd name="connsiteY34" fmla="*/ 5193377 h 6858000"/>
              <a:gd name="connsiteX35" fmla="*/ 538132 w 1438889"/>
              <a:gd name="connsiteY35" fmla="*/ 5179288 h 6858000"/>
              <a:gd name="connsiteX36" fmla="*/ 539116 w 1438889"/>
              <a:gd name="connsiteY36" fmla="*/ 5173621 h 6858000"/>
              <a:gd name="connsiteX37" fmla="*/ 534750 w 1438889"/>
              <a:gd name="connsiteY37" fmla="*/ 5159961 h 6858000"/>
              <a:gd name="connsiteX38" fmla="*/ 541427 w 1438889"/>
              <a:gd name="connsiteY38" fmla="*/ 5144295 h 6858000"/>
              <a:gd name="connsiteX39" fmla="*/ 538360 w 1438889"/>
              <a:gd name="connsiteY39" fmla="*/ 5125185 h 6858000"/>
              <a:gd name="connsiteX40" fmla="*/ 545190 w 1438889"/>
              <a:gd name="connsiteY40" fmla="*/ 5121884 h 6858000"/>
              <a:gd name="connsiteX41" fmla="*/ 552226 w 1438889"/>
              <a:gd name="connsiteY41" fmla="*/ 5067850 h 6858000"/>
              <a:gd name="connsiteX42" fmla="*/ 554957 w 1438889"/>
              <a:gd name="connsiteY42" fmla="*/ 5060861 h 6858000"/>
              <a:gd name="connsiteX43" fmla="*/ 551661 w 1438889"/>
              <a:gd name="connsiteY43" fmla="*/ 5034192 h 6858000"/>
              <a:gd name="connsiteX44" fmla="*/ 553215 w 1438889"/>
              <a:gd name="connsiteY44" fmla="*/ 4993030 h 6858000"/>
              <a:gd name="connsiteX45" fmla="*/ 560124 w 1438889"/>
              <a:gd name="connsiteY45" fmla="*/ 4946844 h 6858000"/>
              <a:gd name="connsiteX46" fmla="*/ 555980 w 1438889"/>
              <a:gd name="connsiteY46" fmla="*/ 4932692 h 6858000"/>
              <a:gd name="connsiteX47" fmla="*/ 571383 w 1438889"/>
              <a:gd name="connsiteY47" fmla="*/ 4858827 h 6858000"/>
              <a:gd name="connsiteX48" fmla="*/ 577286 w 1438889"/>
              <a:gd name="connsiteY48" fmla="*/ 4821170 h 6858000"/>
              <a:gd name="connsiteX49" fmla="*/ 582019 w 1438889"/>
              <a:gd name="connsiteY49" fmla="*/ 4780965 h 6858000"/>
              <a:gd name="connsiteX50" fmla="*/ 583312 w 1438889"/>
              <a:gd name="connsiteY50" fmla="*/ 4750867 h 6858000"/>
              <a:gd name="connsiteX51" fmla="*/ 581119 w 1438889"/>
              <a:gd name="connsiteY51" fmla="*/ 4690749 h 6858000"/>
              <a:gd name="connsiteX52" fmla="*/ 576599 w 1438889"/>
              <a:gd name="connsiteY52" fmla="*/ 4584173 h 6858000"/>
              <a:gd name="connsiteX53" fmla="*/ 571682 w 1438889"/>
              <a:gd name="connsiteY53" fmla="*/ 4444346 h 6858000"/>
              <a:gd name="connsiteX54" fmla="*/ 568247 w 1438889"/>
              <a:gd name="connsiteY54" fmla="*/ 4375228 h 6858000"/>
              <a:gd name="connsiteX55" fmla="*/ 548900 w 1438889"/>
              <a:gd name="connsiteY55" fmla="*/ 4214165 h 6858000"/>
              <a:gd name="connsiteX56" fmla="*/ 552973 w 1438889"/>
              <a:gd name="connsiteY56" fmla="*/ 4090296 h 6858000"/>
              <a:gd name="connsiteX57" fmla="*/ 538229 w 1438889"/>
              <a:gd name="connsiteY57" fmla="*/ 4033999 h 6858000"/>
              <a:gd name="connsiteX58" fmla="*/ 539378 w 1438889"/>
              <a:gd name="connsiteY58" fmla="*/ 4031933 h 6858000"/>
              <a:gd name="connsiteX59" fmla="*/ 537954 w 1438889"/>
              <a:gd name="connsiteY59" fmla="*/ 4013953 h 6858000"/>
              <a:gd name="connsiteX60" fmla="*/ 524249 w 1438889"/>
              <a:gd name="connsiteY60" fmla="*/ 3974753 h 6858000"/>
              <a:gd name="connsiteX61" fmla="*/ 525847 w 1438889"/>
              <a:gd name="connsiteY61" fmla="*/ 3969950 h 6858000"/>
              <a:gd name="connsiteX62" fmla="*/ 519269 w 1438889"/>
              <a:gd name="connsiteY62" fmla="*/ 3933779 h 6858000"/>
              <a:gd name="connsiteX63" fmla="*/ 520600 w 1438889"/>
              <a:gd name="connsiteY63" fmla="*/ 3933093 h 6858000"/>
              <a:gd name="connsiteX64" fmla="*/ 524954 w 1438889"/>
              <a:gd name="connsiteY64" fmla="*/ 3922082 h 6858000"/>
              <a:gd name="connsiteX65" fmla="*/ 530032 w 1438889"/>
              <a:gd name="connsiteY65" fmla="*/ 3901461 h 6858000"/>
              <a:gd name="connsiteX66" fmla="*/ 552626 w 1438889"/>
              <a:gd name="connsiteY66" fmla="*/ 3813873 h 6858000"/>
              <a:gd name="connsiteX67" fmla="*/ 552051 w 1438889"/>
              <a:gd name="connsiteY67" fmla="*/ 3806161 h 6858000"/>
              <a:gd name="connsiteX68" fmla="*/ 552358 w 1438889"/>
              <a:gd name="connsiteY68" fmla="*/ 3805957 h 6858000"/>
              <a:gd name="connsiteX69" fmla="*/ 552385 w 1438889"/>
              <a:gd name="connsiteY69" fmla="*/ 3797724 h 6858000"/>
              <a:gd name="connsiteX70" fmla="*/ 551000 w 1438889"/>
              <a:gd name="connsiteY70" fmla="*/ 3792098 h 6858000"/>
              <a:gd name="connsiteX71" fmla="*/ 549884 w 1438889"/>
              <a:gd name="connsiteY71" fmla="*/ 3777135 h 6858000"/>
              <a:gd name="connsiteX72" fmla="*/ 551617 w 1438889"/>
              <a:gd name="connsiteY72" fmla="*/ 3771656 h 6858000"/>
              <a:gd name="connsiteX73" fmla="*/ 555360 w 1438889"/>
              <a:gd name="connsiteY73" fmla="*/ 3769007 h 6858000"/>
              <a:gd name="connsiteX74" fmla="*/ 554826 w 1438889"/>
              <a:gd name="connsiteY74" fmla="*/ 3767709 h 6858000"/>
              <a:gd name="connsiteX75" fmla="*/ 563522 w 1438889"/>
              <a:gd name="connsiteY75" fmla="*/ 3738082 h 6858000"/>
              <a:gd name="connsiteX76" fmla="*/ 570868 w 1438889"/>
              <a:gd name="connsiteY76" fmla="*/ 3673397 h 6858000"/>
              <a:gd name="connsiteX77" fmla="*/ 570164 w 1438889"/>
              <a:gd name="connsiteY77" fmla="*/ 3637109 h 6858000"/>
              <a:gd name="connsiteX78" fmla="*/ 573607 w 1438889"/>
              <a:gd name="connsiteY78" fmla="*/ 3536883 h 6858000"/>
              <a:gd name="connsiteX79" fmla="*/ 581145 w 1438889"/>
              <a:gd name="connsiteY79" fmla="*/ 3435652 h 6858000"/>
              <a:gd name="connsiteX80" fmla="*/ 582816 w 1438889"/>
              <a:gd name="connsiteY80" fmla="*/ 3307769 h 6858000"/>
              <a:gd name="connsiteX81" fmla="*/ 600379 w 1438889"/>
              <a:gd name="connsiteY81" fmla="*/ 3250522 h 6858000"/>
              <a:gd name="connsiteX82" fmla="*/ 600804 w 1438889"/>
              <a:gd name="connsiteY82" fmla="*/ 3229163 h 6858000"/>
              <a:gd name="connsiteX83" fmla="*/ 602627 w 1438889"/>
              <a:gd name="connsiteY83" fmla="*/ 3217217 h 6858000"/>
              <a:gd name="connsiteX84" fmla="*/ 589462 w 1438889"/>
              <a:gd name="connsiteY84" fmla="*/ 3183755 h 6858000"/>
              <a:gd name="connsiteX85" fmla="*/ 589963 w 1438889"/>
              <a:gd name="connsiteY85" fmla="*/ 3178642 h 6858000"/>
              <a:gd name="connsiteX86" fmla="*/ 577563 w 1438889"/>
              <a:gd name="connsiteY86" fmla="*/ 3158586 h 6858000"/>
              <a:gd name="connsiteX87" fmla="*/ 562748 w 1438889"/>
              <a:gd name="connsiteY87" fmla="*/ 3129034 h 6858000"/>
              <a:gd name="connsiteX88" fmla="*/ 563413 w 1438889"/>
              <a:gd name="connsiteY88" fmla="*/ 3126682 h 6858000"/>
              <a:gd name="connsiteX89" fmla="*/ 554281 w 1438889"/>
              <a:gd name="connsiteY89" fmla="*/ 3114519 h 6858000"/>
              <a:gd name="connsiteX90" fmla="*/ 540890 w 1438889"/>
              <a:gd name="connsiteY90" fmla="*/ 3106272 h 6858000"/>
              <a:gd name="connsiteX91" fmla="*/ 513620 w 1438889"/>
              <a:gd name="connsiteY91" fmla="*/ 2958185 h 6858000"/>
              <a:gd name="connsiteX92" fmla="*/ 456234 w 1438889"/>
              <a:gd name="connsiteY92" fmla="*/ 2762989 h 6858000"/>
              <a:gd name="connsiteX93" fmla="*/ 405152 w 1438889"/>
              <a:gd name="connsiteY93" fmla="*/ 2554718 h 6858000"/>
              <a:gd name="connsiteX94" fmla="*/ 385246 w 1438889"/>
              <a:gd name="connsiteY94" fmla="*/ 2485734 h 6858000"/>
              <a:gd name="connsiteX95" fmla="*/ 375969 w 1438889"/>
              <a:gd name="connsiteY95" fmla="*/ 2447068 h 6858000"/>
              <a:gd name="connsiteX96" fmla="*/ 362930 w 1438889"/>
              <a:gd name="connsiteY96" fmla="*/ 2425819 h 6858000"/>
              <a:gd name="connsiteX97" fmla="*/ 368929 w 1438889"/>
              <a:gd name="connsiteY97" fmla="*/ 2402874 h 6858000"/>
              <a:gd name="connsiteX98" fmla="*/ 371541 w 1438889"/>
              <a:gd name="connsiteY98" fmla="*/ 2381443 h 6858000"/>
              <a:gd name="connsiteX99" fmla="*/ 347870 w 1438889"/>
              <a:gd name="connsiteY99" fmla="*/ 2261920 h 6858000"/>
              <a:gd name="connsiteX100" fmla="*/ 337757 w 1438889"/>
              <a:gd name="connsiteY100" fmla="*/ 2195378 h 6858000"/>
              <a:gd name="connsiteX101" fmla="*/ 321974 w 1438889"/>
              <a:gd name="connsiteY101" fmla="*/ 2155135 h 6858000"/>
              <a:gd name="connsiteX102" fmla="*/ 319432 w 1438889"/>
              <a:gd name="connsiteY102" fmla="*/ 2118008 h 6858000"/>
              <a:gd name="connsiteX103" fmla="*/ 320425 w 1438889"/>
              <a:gd name="connsiteY103" fmla="*/ 2050531 h 6858000"/>
              <a:gd name="connsiteX104" fmla="*/ 312231 w 1438889"/>
              <a:gd name="connsiteY104" fmla="*/ 1963269 h 6858000"/>
              <a:gd name="connsiteX105" fmla="*/ 293409 w 1438889"/>
              <a:gd name="connsiteY105" fmla="*/ 1906352 h 6858000"/>
              <a:gd name="connsiteX106" fmla="*/ 269966 w 1438889"/>
              <a:gd name="connsiteY106" fmla="*/ 1861531 h 6858000"/>
              <a:gd name="connsiteX107" fmla="*/ 223765 w 1438889"/>
              <a:gd name="connsiteY107" fmla="*/ 1732919 h 6858000"/>
              <a:gd name="connsiteX108" fmla="*/ 196076 w 1438889"/>
              <a:gd name="connsiteY108" fmla="*/ 1663540 h 6858000"/>
              <a:gd name="connsiteX109" fmla="*/ 195202 w 1438889"/>
              <a:gd name="connsiteY109" fmla="*/ 1615777 h 6858000"/>
              <a:gd name="connsiteX110" fmla="*/ 175997 w 1438889"/>
              <a:gd name="connsiteY110" fmla="*/ 1563678 h 6858000"/>
              <a:gd name="connsiteX111" fmla="*/ 189077 w 1438889"/>
              <a:gd name="connsiteY111" fmla="*/ 1519474 h 6858000"/>
              <a:gd name="connsiteX112" fmla="*/ 181819 w 1438889"/>
              <a:gd name="connsiteY112" fmla="*/ 1477995 h 6858000"/>
              <a:gd name="connsiteX113" fmla="*/ 167904 w 1438889"/>
              <a:gd name="connsiteY113" fmla="*/ 1373769 h 6858000"/>
              <a:gd name="connsiteX114" fmla="*/ 176211 w 1438889"/>
              <a:gd name="connsiteY114" fmla="*/ 1307086 h 6858000"/>
              <a:gd name="connsiteX115" fmla="*/ 177399 w 1438889"/>
              <a:gd name="connsiteY115" fmla="*/ 1189033 h 6858000"/>
              <a:gd name="connsiteX116" fmla="*/ 182084 w 1438889"/>
              <a:gd name="connsiteY116" fmla="*/ 1168288 h 6858000"/>
              <a:gd name="connsiteX117" fmla="*/ 174366 w 1438889"/>
              <a:gd name="connsiteY117" fmla="*/ 1142577 h 6858000"/>
              <a:gd name="connsiteX118" fmla="*/ 163672 w 1438889"/>
              <a:gd name="connsiteY118" fmla="*/ 1088484 h 6858000"/>
              <a:gd name="connsiteX119" fmla="*/ 152408 w 1438889"/>
              <a:gd name="connsiteY119" fmla="*/ 1016103 h 6858000"/>
              <a:gd name="connsiteX120" fmla="*/ 153864 w 1438889"/>
              <a:gd name="connsiteY120" fmla="*/ 932283 h 6858000"/>
              <a:gd name="connsiteX121" fmla="*/ 156100 w 1438889"/>
              <a:gd name="connsiteY121" fmla="*/ 915925 h 6858000"/>
              <a:gd name="connsiteX122" fmla="*/ 148729 w 1438889"/>
              <a:gd name="connsiteY122" fmla="*/ 896999 h 6858000"/>
              <a:gd name="connsiteX123" fmla="*/ 118137 w 1438889"/>
              <a:gd name="connsiteY123" fmla="*/ 821517 h 6858000"/>
              <a:gd name="connsiteX124" fmla="*/ 97087 w 1438889"/>
              <a:gd name="connsiteY124" fmla="*/ 751353 h 6858000"/>
              <a:gd name="connsiteX125" fmla="*/ 96645 w 1438889"/>
              <a:gd name="connsiteY125" fmla="*/ 721230 h 6858000"/>
              <a:gd name="connsiteX126" fmla="*/ 82316 w 1438889"/>
              <a:gd name="connsiteY126" fmla="*/ 681659 h 6858000"/>
              <a:gd name="connsiteX127" fmla="*/ 67735 w 1438889"/>
              <a:gd name="connsiteY127" fmla="*/ 635218 h 6858000"/>
              <a:gd name="connsiteX128" fmla="*/ 72746 w 1438889"/>
              <a:gd name="connsiteY128" fmla="*/ 613763 h 6858000"/>
              <a:gd name="connsiteX129" fmla="*/ 58688 w 1438889"/>
              <a:gd name="connsiteY129" fmla="*/ 598582 h 6858000"/>
              <a:gd name="connsiteX130" fmla="*/ 58369 w 1438889"/>
              <a:gd name="connsiteY130" fmla="*/ 576846 h 6858000"/>
              <a:gd name="connsiteX131" fmla="*/ 37995 w 1438889"/>
              <a:gd name="connsiteY131" fmla="*/ 530055 h 6858000"/>
              <a:gd name="connsiteX132" fmla="*/ 37243 w 1438889"/>
              <a:gd name="connsiteY132" fmla="*/ 465389 h 6858000"/>
              <a:gd name="connsiteX133" fmla="*/ 20166 w 1438889"/>
              <a:gd name="connsiteY133" fmla="*/ 424699 h 6858000"/>
              <a:gd name="connsiteX134" fmla="*/ 20541 w 1438889"/>
              <a:gd name="connsiteY134" fmla="*/ 404917 h 6858000"/>
              <a:gd name="connsiteX135" fmla="*/ 498 w 1438889"/>
              <a:gd name="connsiteY135" fmla="*/ 367211 h 6858000"/>
              <a:gd name="connsiteX136" fmla="*/ 148559 w 1438889"/>
              <a:gd name="connsiteY136" fmla="*/ 212860 h 6858000"/>
              <a:gd name="connsiteX137" fmla="*/ 140269 w 1438889"/>
              <a:gd name="connsiteY137" fmla="*/ 144983 h 6858000"/>
              <a:gd name="connsiteX138" fmla="*/ 152553 w 1438889"/>
              <a:gd name="connsiteY138" fmla="*/ 55288 h 6858000"/>
              <a:gd name="connsiteX139" fmla="*/ 112107 w 1438889"/>
              <a:gd name="connsiteY139" fmla="*/ 0 h 6858000"/>
              <a:gd name="connsiteX0" fmla="*/ 92101 w 1418883"/>
              <a:gd name="connsiteY0" fmla="*/ 0 h 6858000"/>
              <a:gd name="connsiteX1" fmla="*/ 1418883 w 1418883"/>
              <a:gd name="connsiteY1" fmla="*/ 0 h 6858000"/>
              <a:gd name="connsiteX2" fmla="*/ 1418883 w 1418883"/>
              <a:gd name="connsiteY2" fmla="*/ 6858000 h 6858000"/>
              <a:gd name="connsiteX3" fmla="*/ 155577 w 1418883"/>
              <a:gd name="connsiteY3" fmla="*/ 6857735 h 6858000"/>
              <a:gd name="connsiteX4" fmla="*/ 192170 w 1418883"/>
              <a:gd name="connsiteY4" fmla="*/ 6776847 h 6858000"/>
              <a:gd name="connsiteX5" fmla="*/ 203670 w 1418883"/>
              <a:gd name="connsiteY5" fmla="*/ 6737706 h 6858000"/>
              <a:gd name="connsiteX6" fmla="*/ 228409 w 1418883"/>
              <a:gd name="connsiteY6" fmla="*/ 6691589 h 6858000"/>
              <a:gd name="connsiteX7" fmla="*/ 205966 w 1418883"/>
              <a:gd name="connsiteY7" fmla="*/ 6659970 h 6858000"/>
              <a:gd name="connsiteX8" fmla="*/ 221057 w 1418883"/>
              <a:gd name="connsiteY8" fmla="*/ 6636211 h 6858000"/>
              <a:gd name="connsiteX9" fmla="*/ 238501 w 1418883"/>
              <a:gd name="connsiteY9" fmla="*/ 6594177 h 6858000"/>
              <a:gd name="connsiteX10" fmla="*/ 252541 w 1418883"/>
              <a:gd name="connsiteY10" fmla="*/ 6557575 h 6858000"/>
              <a:gd name="connsiteX11" fmla="*/ 305498 w 1418883"/>
              <a:gd name="connsiteY11" fmla="*/ 6492130 h 6858000"/>
              <a:gd name="connsiteX12" fmla="*/ 321185 w 1418883"/>
              <a:gd name="connsiteY12" fmla="*/ 6431610 h 6858000"/>
              <a:gd name="connsiteX13" fmla="*/ 364890 w 1418883"/>
              <a:gd name="connsiteY13" fmla="*/ 6379786 h 6858000"/>
              <a:gd name="connsiteX14" fmla="*/ 348113 w 1418883"/>
              <a:gd name="connsiteY14" fmla="*/ 6334727 h 6858000"/>
              <a:gd name="connsiteX15" fmla="*/ 325528 w 1418883"/>
              <a:gd name="connsiteY15" fmla="*/ 6313295 h 6858000"/>
              <a:gd name="connsiteX16" fmla="*/ 332692 w 1418883"/>
              <a:gd name="connsiteY16" fmla="*/ 6280046 h 6858000"/>
              <a:gd name="connsiteX17" fmla="*/ 315437 w 1418883"/>
              <a:gd name="connsiteY17" fmla="*/ 6270265 h 6858000"/>
              <a:gd name="connsiteX18" fmla="*/ 342465 w 1418883"/>
              <a:gd name="connsiteY18" fmla="*/ 6252834 h 6858000"/>
              <a:gd name="connsiteX19" fmla="*/ 320457 w 1418883"/>
              <a:gd name="connsiteY19" fmla="*/ 6202459 h 6858000"/>
              <a:gd name="connsiteX20" fmla="*/ 319255 w 1418883"/>
              <a:gd name="connsiteY20" fmla="*/ 6153037 h 6858000"/>
              <a:gd name="connsiteX21" fmla="*/ 334670 w 1418883"/>
              <a:gd name="connsiteY21" fmla="*/ 6078132 h 6858000"/>
              <a:gd name="connsiteX22" fmla="*/ 322057 w 1418883"/>
              <a:gd name="connsiteY22" fmla="*/ 6028119 h 6858000"/>
              <a:gd name="connsiteX23" fmla="*/ 307286 w 1418883"/>
              <a:gd name="connsiteY23" fmla="*/ 5926735 h 6858000"/>
              <a:gd name="connsiteX24" fmla="*/ 356798 w 1418883"/>
              <a:gd name="connsiteY24" fmla="*/ 5712857 h 6858000"/>
              <a:gd name="connsiteX25" fmla="*/ 335873 w 1418883"/>
              <a:gd name="connsiteY25" fmla="*/ 5676393 h 6858000"/>
              <a:gd name="connsiteX26" fmla="*/ 375465 w 1418883"/>
              <a:gd name="connsiteY26" fmla="*/ 5563435 h 6858000"/>
              <a:gd name="connsiteX27" fmla="*/ 422595 w 1418883"/>
              <a:gd name="connsiteY27" fmla="*/ 5437125 h 6858000"/>
              <a:gd name="connsiteX28" fmla="*/ 436163 w 1418883"/>
              <a:gd name="connsiteY28" fmla="*/ 5396260 h 6858000"/>
              <a:gd name="connsiteX29" fmla="*/ 452144 w 1418883"/>
              <a:gd name="connsiteY29" fmla="*/ 5330009 h 6858000"/>
              <a:gd name="connsiteX30" fmla="*/ 485637 w 1418883"/>
              <a:gd name="connsiteY30" fmla="*/ 5273739 h 6858000"/>
              <a:gd name="connsiteX31" fmla="*/ 495236 w 1418883"/>
              <a:gd name="connsiteY31" fmla="*/ 5241779 h 6858000"/>
              <a:gd name="connsiteX32" fmla="*/ 506462 w 1418883"/>
              <a:gd name="connsiteY32" fmla="*/ 5225268 h 6858000"/>
              <a:gd name="connsiteX33" fmla="*/ 507482 w 1418883"/>
              <a:gd name="connsiteY33" fmla="*/ 5217684 h 6858000"/>
              <a:gd name="connsiteX34" fmla="*/ 514823 w 1418883"/>
              <a:gd name="connsiteY34" fmla="*/ 5193377 h 6858000"/>
              <a:gd name="connsiteX35" fmla="*/ 518126 w 1418883"/>
              <a:gd name="connsiteY35" fmla="*/ 5179288 h 6858000"/>
              <a:gd name="connsiteX36" fmla="*/ 519110 w 1418883"/>
              <a:gd name="connsiteY36" fmla="*/ 5173621 h 6858000"/>
              <a:gd name="connsiteX37" fmla="*/ 514744 w 1418883"/>
              <a:gd name="connsiteY37" fmla="*/ 5159961 h 6858000"/>
              <a:gd name="connsiteX38" fmla="*/ 521421 w 1418883"/>
              <a:gd name="connsiteY38" fmla="*/ 5144295 h 6858000"/>
              <a:gd name="connsiteX39" fmla="*/ 518354 w 1418883"/>
              <a:gd name="connsiteY39" fmla="*/ 5125185 h 6858000"/>
              <a:gd name="connsiteX40" fmla="*/ 525184 w 1418883"/>
              <a:gd name="connsiteY40" fmla="*/ 5121884 h 6858000"/>
              <a:gd name="connsiteX41" fmla="*/ 532220 w 1418883"/>
              <a:gd name="connsiteY41" fmla="*/ 5067850 h 6858000"/>
              <a:gd name="connsiteX42" fmla="*/ 534951 w 1418883"/>
              <a:gd name="connsiteY42" fmla="*/ 5060861 h 6858000"/>
              <a:gd name="connsiteX43" fmla="*/ 531655 w 1418883"/>
              <a:gd name="connsiteY43" fmla="*/ 5034192 h 6858000"/>
              <a:gd name="connsiteX44" fmla="*/ 533209 w 1418883"/>
              <a:gd name="connsiteY44" fmla="*/ 4993030 h 6858000"/>
              <a:gd name="connsiteX45" fmla="*/ 540118 w 1418883"/>
              <a:gd name="connsiteY45" fmla="*/ 4946844 h 6858000"/>
              <a:gd name="connsiteX46" fmla="*/ 535974 w 1418883"/>
              <a:gd name="connsiteY46" fmla="*/ 4932692 h 6858000"/>
              <a:gd name="connsiteX47" fmla="*/ 551377 w 1418883"/>
              <a:gd name="connsiteY47" fmla="*/ 4858827 h 6858000"/>
              <a:gd name="connsiteX48" fmla="*/ 557280 w 1418883"/>
              <a:gd name="connsiteY48" fmla="*/ 4821170 h 6858000"/>
              <a:gd name="connsiteX49" fmla="*/ 562013 w 1418883"/>
              <a:gd name="connsiteY49" fmla="*/ 4780965 h 6858000"/>
              <a:gd name="connsiteX50" fmla="*/ 563306 w 1418883"/>
              <a:gd name="connsiteY50" fmla="*/ 4750867 h 6858000"/>
              <a:gd name="connsiteX51" fmla="*/ 561113 w 1418883"/>
              <a:gd name="connsiteY51" fmla="*/ 4690749 h 6858000"/>
              <a:gd name="connsiteX52" fmla="*/ 556593 w 1418883"/>
              <a:gd name="connsiteY52" fmla="*/ 4584173 h 6858000"/>
              <a:gd name="connsiteX53" fmla="*/ 551676 w 1418883"/>
              <a:gd name="connsiteY53" fmla="*/ 4444346 h 6858000"/>
              <a:gd name="connsiteX54" fmla="*/ 548241 w 1418883"/>
              <a:gd name="connsiteY54" fmla="*/ 4375228 h 6858000"/>
              <a:gd name="connsiteX55" fmla="*/ 528894 w 1418883"/>
              <a:gd name="connsiteY55" fmla="*/ 4214165 h 6858000"/>
              <a:gd name="connsiteX56" fmla="*/ 532967 w 1418883"/>
              <a:gd name="connsiteY56" fmla="*/ 4090296 h 6858000"/>
              <a:gd name="connsiteX57" fmla="*/ 518223 w 1418883"/>
              <a:gd name="connsiteY57" fmla="*/ 4033999 h 6858000"/>
              <a:gd name="connsiteX58" fmla="*/ 519372 w 1418883"/>
              <a:gd name="connsiteY58" fmla="*/ 4031933 h 6858000"/>
              <a:gd name="connsiteX59" fmla="*/ 517948 w 1418883"/>
              <a:gd name="connsiteY59" fmla="*/ 4013953 h 6858000"/>
              <a:gd name="connsiteX60" fmla="*/ 504243 w 1418883"/>
              <a:gd name="connsiteY60" fmla="*/ 3974753 h 6858000"/>
              <a:gd name="connsiteX61" fmla="*/ 505841 w 1418883"/>
              <a:gd name="connsiteY61" fmla="*/ 3969950 h 6858000"/>
              <a:gd name="connsiteX62" fmla="*/ 499263 w 1418883"/>
              <a:gd name="connsiteY62" fmla="*/ 3933779 h 6858000"/>
              <a:gd name="connsiteX63" fmla="*/ 500594 w 1418883"/>
              <a:gd name="connsiteY63" fmla="*/ 3933093 h 6858000"/>
              <a:gd name="connsiteX64" fmla="*/ 504948 w 1418883"/>
              <a:gd name="connsiteY64" fmla="*/ 3922082 h 6858000"/>
              <a:gd name="connsiteX65" fmla="*/ 510026 w 1418883"/>
              <a:gd name="connsiteY65" fmla="*/ 3901461 h 6858000"/>
              <a:gd name="connsiteX66" fmla="*/ 532620 w 1418883"/>
              <a:gd name="connsiteY66" fmla="*/ 3813873 h 6858000"/>
              <a:gd name="connsiteX67" fmla="*/ 532045 w 1418883"/>
              <a:gd name="connsiteY67" fmla="*/ 3806161 h 6858000"/>
              <a:gd name="connsiteX68" fmla="*/ 532352 w 1418883"/>
              <a:gd name="connsiteY68" fmla="*/ 3805957 h 6858000"/>
              <a:gd name="connsiteX69" fmla="*/ 532379 w 1418883"/>
              <a:gd name="connsiteY69" fmla="*/ 3797724 h 6858000"/>
              <a:gd name="connsiteX70" fmla="*/ 530994 w 1418883"/>
              <a:gd name="connsiteY70" fmla="*/ 3792098 h 6858000"/>
              <a:gd name="connsiteX71" fmla="*/ 529878 w 1418883"/>
              <a:gd name="connsiteY71" fmla="*/ 3777135 h 6858000"/>
              <a:gd name="connsiteX72" fmla="*/ 531611 w 1418883"/>
              <a:gd name="connsiteY72" fmla="*/ 3771656 h 6858000"/>
              <a:gd name="connsiteX73" fmla="*/ 535354 w 1418883"/>
              <a:gd name="connsiteY73" fmla="*/ 3769007 h 6858000"/>
              <a:gd name="connsiteX74" fmla="*/ 534820 w 1418883"/>
              <a:gd name="connsiteY74" fmla="*/ 3767709 h 6858000"/>
              <a:gd name="connsiteX75" fmla="*/ 543516 w 1418883"/>
              <a:gd name="connsiteY75" fmla="*/ 3738082 h 6858000"/>
              <a:gd name="connsiteX76" fmla="*/ 550862 w 1418883"/>
              <a:gd name="connsiteY76" fmla="*/ 3673397 h 6858000"/>
              <a:gd name="connsiteX77" fmla="*/ 550158 w 1418883"/>
              <a:gd name="connsiteY77" fmla="*/ 3637109 h 6858000"/>
              <a:gd name="connsiteX78" fmla="*/ 553601 w 1418883"/>
              <a:gd name="connsiteY78" fmla="*/ 3536883 h 6858000"/>
              <a:gd name="connsiteX79" fmla="*/ 561139 w 1418883"/>
              <a:gd name="connsiteY79" fmla="*/ 3435652 h 6858000"/>
              <a:gd name="connsiteX80" fmla="*/ 562810 w 1418883"/>
              <a:gd name="connsiteY80" fmla="*/ 3307769 h 6858000"/>
              <a:gd name="connsiteX81" fmla="*/ 580373 w 1418883"/>
              <a:gd name="connsiteY81" fmla="*/ 3250522 h 6858000"/>
              <a:gd name="connsiteX82" fmla="*/ 580798 w 1418883"/>
              <a:gd name="connsiteY82" fmla="*/ 3229163 h 6858000"/>
              <a:gd name="connsiteX83" fmla="*/ 582621 w 1418883"/>
              <a:gd name="connsiteY83" fmla="*/ 3217217 h 6858000"/>
              <a:gd name="connsiteX84" fmla="*/ 569456 w 1418883"/>
              <a:gd name="connsiteY84" fmla="*/ 3183755 h 6858000"/>
              <a:gd name="connsiteX85" fmla="*/ 569957 w 1418883"/>
              <a:gd name="connsiteY85" fmla="*/ 3178642 h 6858000"/>
              <a:gd name="connsiteX86" fmla="*/ 557557 w 1418883"/>
              <a:gd name="connsiteY86" fmla="*/ 3158586 h 6858000"/>
              <a:gd name="connsiteX87" fmla="*/ 542742 w 1418883"/>
              <a:gd name="connsiteY87" fmla="*/ 3129034 h 6858000"/>
              <a:gd name="connsiteX88" fmla="*/ 543407 w 1418883"/>
              <a:gd name="connsiteY88" fmla="*/ 3126682 h 6858000"/>
              <a:gd name="connsiteX89" fmla="*/ 534275 w 1418883"/>
              <a:gd name="connsiteY89" fmla="*/ 3114519 h 6858000"/>
              <a:gd name="connsiteX90" fmla="*/ 520884 w 1418883"/>
              <a:gd name="connsiteY90" fmla="*/ 3106272 h 6858000"/>
              <a:gd name="connsiteX91" fmla="*/ 493614 w 1418883"/>
              <a:gd name="connsiteY91" fmla="*/ 2958185 h 6858000"/>
              <a:gd name="connsiteX92" fmla="*/ 436228 w 1418883"/>
              <a:gd name="connsiteY92" fmla="*/ 2762989 h 6858000"/>
              <a:gd name="connsiteX93" fmla="*/ 385146 w 1418883"/>
              <a:gd name="connsiteY93" fmla="*/ 2554718 h 6858000"/>
              <a:gd name="connsiteX94" fmla="*/ 365240 w 1418883"/>
              <a:gd name="connsiteY94" fmla="*/ 2485734 h 6858000"/>
              <a:gd name="connsiteX95" fmla="*/ 355963 w 1418883"/>
              <a:gd name="connsiteY95" fmla="*/ 2447068 h 6858000"/>
              <a:gd name="connsiteX96" fmla="*/ 342924 w 1418883"/>
              <a:gd name="connsiteY96" fmla="*/ 2425819 h 6858000"/>
              <a:gd name="connsiteX97" fmla="*/ 348923 w 1418883"/>
              <a:gd name="connsiteY97" fmla="*/ 2402874 h 6858000"/>
              <a:gd name="connsiteX98" fmla="*/ 351535 w 1418883"/>
              <a:gd name="connsiteY98" fmla="*/ 2381443 h 6858000"/>
              <a:gd name="connsiteX99" fmla="*/ 327864 w 1418883"/>
              <a:gd name="connsiteY99" fmla="*/ 2261920 h 6858000"/>
              <a:gd name="connsiteX100" fmla="*/ 317751 w 1418883"/>
              <a:gd name="connsiteY100" fmla="*/ 2195378 h 6858000"/>
              <a:gd name="connsiteX101" fmla="*/ 301968 w 1418883"/>
              <a:gd name="connsiteY101" fmla="*/ 2155135 h 6858000"/>
              <a:gd name="connsiteX102" fmla="*/ 299426 w 1418883"/>
              <a:gd name="connsiteY102" fmla="*/ 2118008 h 6858000"/>
              <a:gd name="connsiteX103" fmla="*/ 300419 w 1418883"/>
              <a:gd name="connsiteY103" fmla="*/ 2050531 h 6858000"/>
              <a:gd name="connsiteX104" fmla="*/ 292225 w 1418883"/>
              <a:gd name="connsiteY104" fmla="*/ 1963269 h 6858000"/>
              <a:gd name="connsiteX105" fmla="*/ 273403 w 1418883"/>
              <a:gd name="connsiteY105" fmla="*/ 1906352 h 6858000"/>
              <a:gd name="connsiteX106" fmla="*/ 249960 w 1418883"/>
              <a:gd name="connsiteY106" fmla="*/ 1861531 h 6858000"/>
              <a:gd name="connsiteX107" fmla="*/ 203759 w 1418883"/>
              <a:gd name="connsiteY107" fmla="*/ 1732919 h 6858000"/>
              <a:gd name="connsiteX108" fmla="*/ 176070 w 1418883"/>
              <a:gd name="connsiteY108" fmla="*/ 1663540 h 6858000"/>
              <a:gd name="connsiteX109" fmla="*/ 175196 w 1418883"/>
              <a:gd name="connsiteY109" fmla="*/ 1615777 h 6858000"/>
              <a:gd name="connsiteX110" fmla="*/ 155991 w 1418883"/>
              <a:gd name="connsiteY110" fmla="*/ 1563678 h 6858000"/>
              <a:gd name="connsiteX111" fmla="*/ 169071 w 1418883"/>
              <a:gd name="connsiteY111" fmla="*/ 1519474 h 6858000"/>
              <a:gd name="connsiteX112" fmla="*/ 161813 w 1418883"/>
              <a:gd name="connsiteY112" fmla="*/ 1477995 h 6858000"/>
              <a:gd name="connsiteX113" fmla="*/ 147898 w 1418883"/>
              <a:gd name="connsiteY113" fmla="*/ 1373769 h 6858000"/>
              <a:gd name="connsiteX114" fmla="*/ 156205 w 1418883"/>
              <a:gd name="connsiteY114" fmla="*/ 1307086 h 6858000"/>
              <a:gd name="connsiteX115" fmla="*/ 157393 w 1418883"/>
              <a:gd name="connsiteY115" fmla="*/ 1189033 h 6858000"/>
              <a:gd name="connsiteX116" fmla="*/ 162078 w 1418883"/>
              <a:gd name="connsiteY116" fmla="*/ 1168288 h 6858000"/>
              <a:gd name="connsiteX117" fmla="*/ 154360 w 1418883"/>
              <a:gd name="connsiteY117" fmla="*/ 1142577 h 6858000"/>
              <a:gd name="connsiteX118" fmla="*/ 143666 w 1418883"/>
              <a:gd name="connsiteY118" fmla="*/ 1088484 h 6858000"/>
              <a:gd name="connsiteX119" fmla="*/ 132402 w 1418883"/>
              <a:gd name="connsiteY119" fmla="*/ 1016103 h 6858000"/>
              <a:gd name="connsiteX120" fmla="*/ 133858 w 1418883"/>
              <a:gd name="connsiteY120" fmla="*/ 932283 h 6858000"/>
              <a:gd name="connsiteX121" fmla="*/ 136094 w 1418883"/>
              <a:gd name="connsiteY121" fmla="*/ 915925 h 6858000"/>
              <a:gd name="connsiteX122" fmla="*/ 128723 w 1418883"/>
              <a:gd name="connsiteY122" fmla="*/ 896999 h 6858000"/>
              <a:gd name="connsiteX123" fmla="*/ 98131 w 1418883"/>
              <a:gd name="connsiteY123" fmla="*/ 821517 h 6858000"/>
              <a:gd name="connsiteX124" fmla="*/ 77081 w 1418883"/>
              <a:gd name="connsiteY124" fmla="*/ 751353 h 6858000"/>
              <a:gd name="connsiteX125" fmla="*/ 76639 w 1418883"/>
              <a:gd name="connsiteY125" fmla="*/ 721230 h 6858000"/>
              <a:gd name="connsiteX126" fmla="*/ 62310 w 1418883"/>
              <a:gd name="connsiteY126" fmla="*/ 681659 h 6858000"/>
              <a:gd name="connsiteX127" fmla="*/ 47729 w 1418883"/>
              <a:gd name="connsiteY127" fmla="*/ 635218 h 6858000"/>
              <a:gd name="connsiteX128" fmla="*/ 52740 w 1418883"/>
              <a:gd name="connsiteY128" fmla="*/ 613763 h 6858000"/>
              <a:gd name="connsiteX129" fmla="*/ 38682 w 1418883"/>
              <a:gd name="connsiteY129" fmla="*/ 598582 h 6858000"/>
              <a:gd name="connsiteX130" fmla="*/ 38363 w 1418883"/>
              <a:gd name="connsiteY130" fmla="*/ 576846 h 6858000"/>
              <a:gd name="connsiteX131" fmla="*/ 17989 w 1418883"/>
              <a:gd name="connsiteY131" fmla="*/ 530055 h 6858000"/>
              <a:gd name="connsiteX132" fmla="*/ 17237 w 1418883"/>
              <a:gd name="connsiteY132" fmla="*/ 465389 h 6858000"/>
              <a:gd name="connsiteX133" fmla="*/ 160 w 1418883"/>
              <a:gd name="connsiteY133" fmla="*/ 424699 h 6858000"/>
              <a:gd name="connsiteX134" fmla="*/ 535 w 1418883"/>
              <a:gd name="connsiteY134" fmla="*/ 404917 h 6858000"/>
              <a:gd name="connsiteX135" fmla="*/ 111526 w 1418883"/>
              <a:gd name="connsiteY135" fmla="*/ 275771 h 6858000"/>
              <a:gd name="connsiteX136" fmla="*/ 128553 w 1418883"/>
              <a:gd name="connsiteY136" fmla="*/ 212860 h 6858000"/>
              <a:gd name="connsiteX137" fmla="*/ 120263 w 1418883"/>
              <a:gd name="connsiteY137" fmla="*/ 144983 h 6858000"/>
              <a:gd name="connsiteX138" fmla="*/ 132547 w 1418883"/>
              <a:gd name="connsiteY138" fmla="*/ 55288 h 6858000"/>
              <a:gd name="connsiteX139" fmla="*/ 92101 w 1418883"/>
              <a:gd name="connsiteY139" fmla="*/ 0 h 6858000"/>
              <a:gd name="connsiteX0" fmla="*/ 91951 w 1418733"/>
              <a:gd name="connsiteY0" fmla="*/ 0 h 6858000"/>
              <a:gd name="connsiteX1" fmla="*/ 1418733 w 1418733"/>
              <a:gd name="connsiteY1" fmla="*/ 0 h 6858000"/>
              <a:gd name="connsiteX2" fmla="*/ 1418733 w 1418733"/>
              <a:gd name="connsiteY2" fmla="*/ 6858000 h 6858000"/>
              <a:gd name="connsiteX3" fmla="*/ 155427 w 1418733"/>
              <a:gd name="connsiteY3" fmla="*/ 6857735 h 6858000"/>
              <a:gd name="connsiteX4" fmla="*/ 192020 w 1418733"/>
              <a:gd name="connsiteY4" fmla="*/ 6776847 h 6858000"/>
              <a:gd name="connsiteX5" fmla="*/ 203520 w 1418733"/>
              <a:gd name="connsiteY5" fmla="*/ 6737706 h 6858000"/>
              <a:gd name="connsiteX6" fmla="*/ 228259 w 1418733"/>
              <a:gd name="connsiteY6" fmla="*/ 6691589 h 6858000"/>
              <a:gd name="connsiteX7" fmla="*/ 205816 w 1418733"/>
              <a:gd name="connsiteY7" fmla="*/ 6659970 h 6858000"/>
              <a:gd name="connsiteX8" fmla="*/ 220907 w 1418733"/>
              <a:gd name="connsiteY8" fmla="*/ 6636211 h 6858000"/>
              <a:gd name="connsiteX9" fmla="*/ 238351 w 1418733"/>
              <a:gd name="connsiteY9" fmla="*/ 6594177 h 6858000"/>
              <a:gd name="connsiteX10" fmla="*/ 252391 w 1418733"/>
              <a:gd name="connsiteY10" fmla="*/ 6557575 h 6858000"/>
              <a:gd name="connsiteX11" fmla="*/ 305348 w 1418733"/>
              <a:gd name="connsiteY11" fmla="*/ 6492130 h 6858000"/>
              <a:gd name="connsiteX12" fmla="*/ 321035 w 1418733"/>
              <a:gd name="connsiteY12" fmla="*/ 6431610 h 6858000"/>
              <a:gd name="connsiteX13" fmla="*/ 364740 w 1418733"/>
              <a:gd name="connsiteY13" fmla="*/ 6379786 h 6858000"/>
              <a:gd name="connsiteX14" fmla="*/ 347963 w 1418733"/>
              <a:gd name="connsiteY14" fmla="*/ 6334727 h 6858000"/>
              <a:gd name="connsiteX15" fmla="*/ 325378 w 1418733"/>
              <a:gd name="connsiteY15" fmla="*/ 6313295 h 6858000"/>
              <a:gd name="connsiteX16" fmla="*/ 332542 w 1418733"/>
              <a:gd name="connsiteY16" fmla="*/ 6280046 h 6858000"/>
              <a:gd name="connsiteX17" fmla="*/ 315287 w 1418733"/>
              <a:gd name="connsiteY17" fmla="*/ 6270265 h 6858000"/>
              <a:gd name="connsiteX18" fmla="*/ 342315 w 1418733"/>
              <a:gd name="connsiteY18" fmla="*/ 6252834 h 6858000"/>
              <a:gd name="connsiteX19" fmla="*/ 320307 w 1418733"/>
              <a:gd name="connsiteY19" fmla="*/ 6202459 h 6858000"/>
              <a:gd name="connsiteX20" fmla="*/ 319105 w 1418733"/>
              <a:gd name="connsiteY20" fmla="*/ 6153037 h 6858000"/>
              <a:gd name="connsiteX21" fmla="*/ 334520 w 1418733"/>
              <a:gd name="connsiteY21" fmla="*/ 6078132 h 6858000"/>
              <a:gd name="connsiteX22" fmla="*/ 321907 w 1418733"/>
              <a:gd name="connsiteY22" fmla="*/ 6028119 h 6858000"/>
              <a:gd name="connsiteX23" fmla="*/ 307136 w 1418733"/>
              <a:gd name="connsiteY23" fmla="*/ 5926735 h 6858000"/>
              <a:gd name="connsiteX24" fmla="*/ 356648 w 1418733"/>
              <a:gd name="connsiteY24" fmla="*/ 5712857 h 6858000"/>
              <a:gd name="connsiteX25" fmla="*/ 335723 w 1418733"/>
              <a:gd name="connsiteY25" fmla="*/ 5676393 h 6858000"/>
              <a:gd name="connsiteX26" fmla="*/ 375315 w 1418733"/>
              <a:gd name="connsiteY26" fmla="*/ 5563435 h 6858000"/>
              <a:gd name="connsiteX27" fmla="*/ 422445 w 1418733"/>
              <a:gd name="connsiteY27" fmla="*/ 5437125 h 6858000"/>
              <a:gd name="connsiteX28" fmla="*/ 436013 w 1418733"/>
              <a:gd name="connsiteY28" fmla="*/ 5396260 h 6858000"/>
              <a:gd name="connsiteX29" fmla="*/ 451994 w 1418733"/>
              <a:gd name="connsiteY29" fmla="*/ 5330009 h 6858000"/>
              <a:gd name="connsiteX30" fmla="*/ 485487 w 1418733"/>
              <a:gd name="connsiteY30" fmla="*/ 5273739 h 6858000"/>
              <a:gd name="connsiteX31" fmla="*/ 495086 w 1418733"/>
              <a:gd name="connsiteY31" fmla="*/ 5241779 h 6858000"/>
              <a:gd name="connsiteX32" fmla="*/ 506312 w 1418733"/>
              <a:gd name="connsiteY32" fmla="*/ 5225268 h 6858000"/>
              <a:gd name="connsiteX33" fmla="*/ 507332 w 1418733"/>
              <a:gd name="connsiteY33" fmla="*/ 5217684 h 6858000"/>
              <a:gd name="connsiteX34" fmla="*/ 514673 w 1418733"/>
              <a:gd name="connsiteY34" fmla="*/ 5193377 h 6858000"/>
              <a:gd name="connsiteX35" fmla="*/ 517976 w 1418733"/>
              <a:gd name="connsiteY35" fmla="*/ 5179288 h 6858000"/>
              <a:gd name="connsiteX36" fmla="*/ 518960 w 1418733"/>
              <a:gd name="connsiteY36" fmla="*/ 5173621 h 6858000"/>
              <a:gd name="connsiteX37" fmla="*/ 514594 w 1418733"/>
              <a:gd name="connsiteY37" fmla="*/ 5159961 h 6858000"/>
              <a:gd name="connsiteX38" fmla="*/ 521271 w 1418733"/>
              <a:gd name="connsiteY38" fmla="*/ 5144295 h 6858000"/>
              <a:gd name="connsiteX39" fmla="*/ 518204 w 1418733"/>
              <a:gd name="connsiteY39" fmla="*/ 5125185 h 6858000"/>
              <a:gd name="connsiteX40" fmla="*/ 525034 w 1418733"/>
              <a:gd name="connsiteY40" fmla="*/ 5121884 h 6858000"/>
              <a:gd name="connsiteX41" fmla="*/ 532070 w 1418733"/>
              <a:gd name="connsiteY41" fmla="*/ 5067850 h 6858000"/>
              <a:gd name="connsiteX42" fmla="*/ 534801 w 1418733"/>
              <a:gd name="connsiteY42" fmla="*/ 5060861 h 6858000"/>
              <a:gd name="connsiteX43" fmla="*/ 531505 w 1418733"/>
              <a:gd name="connsiteY43" fmla="*/ 5034192 h 6858000"/>
              <a:gd name="connsiteX44" fmla="*/ 533059 w 1418733"/>
              <a:gd name="connsiteY44" fmla="*/ 4993030 h 6858000"/>
              <a:gd name="connsiteX45" fmla="*/ 539968 w 1418733"/>
              <a:gd name="connsiteY45" fmla="*/ 4946844 h 6858000"/>
              <a:gd name="connsiteX46" fmla="*/ 535824 w 1418733"/>
              <a:gd name="connsiteY46" fmla="*/ 4932692 h 6858000"/>
              <a:gd name="connsiteX47" fmla="*/ 551227 w 1418733"/>
              <a:gd name="connsiteY47" fmla="*/ 4858827 h 6858000"/>
              <a:gd name="connsiteX48" fmla="*/ 557130 w 1418733"/>
              <a:gd name="connsiteY48" fmla="*/ 4821170 h 6858000"/>
              <a:gd name="connsiteX49" fmla="*/ 561863 w 1418733"/>
              <a:gd name="connsiteY49" fmla="*/ 4780965 h 6858000"/>
              <a:gd name="connsiteX50" fmla="*/ 563156 w 1418733"/>
              <a:gd name="connsiteY50" fmla="*/ 4750867 h 6858000"/>
              <a:gd name="connsiteX51" fmla="*/ 560963 w 1418733"/>
              <a:gd name="connsiteY51" fmla="*/ 4690749 h 6858000"/>
              <a:gd name="connsiteX52" fmla="*/ 556443 w 1418733"/>
              <a:gd name="connsiteY52" fmla="*/ 4584173 h 6858000"/>
              <a:gd name="connsiteX53" fmla="*/ 551526 w 1418733"/>
              <a:gd name="connsiteY53" fmla="*/ 4444346 h 6858000"/>
              <a:gd name="connsiteX54" fmla="*/ 548091 w 1418733"/>
              <a:gd name="connsiteY54" fmla="*/ 4375228 h 6858000"/>
              <a:gd name="connsiteX55" fmla="*/ 528744 w 1418733"/>
              <a:gd name="connsiteY55" fmla="*/ 4214165 h 6858000"/>
              <a:gd name="connsiteX56" fmla="*/ 532817 w 1418733"/>
              <a:gd name="connsiteY56" fmla="*/ 4090296 h 6858000"/>
              <a:gd name="connsiteX57" fmla="*/ 518073 w 1418733"/>
              <a:gd name="connsiteY57" fmla="*/ 4033999 h 6858000"/>
              <a:gd name="connsiteX58" fmla="*/ 519222 w 1418733"/>
              <a:gd name="connsiteY58" fmla="*/ 4031933 h 6858000"/>
              <a:gd name="connsiteX59" fmla="*/ 517798 w 1418733"/>
              <a:gd name="connsiteY59" fmla="*/ 4013953 h 6858000"/>
              <a:gd name="connsiteX60" fmla="*/ 504093 w 1418733"/>
              <a:gd name="connsiteY60" fmla="*/ 3974753 h 6858000"/>
              <a:gd name="connsiteX61" fmla="*/ 505691 w 1418733"/>
              <a:gd name="connsiteY61" fmla="*/ 3969950 h 6858000"/>
              <a:gd name="connsiteX62" fmla="*/ 499113 w 1418733"/>
              <a:gd name="connsiteY62" fmla="*/ 3933779 h 6858000"/>
              <a:gd name="connsiteX63" fmla="*/ 500444 w 1418733"/>
              <a:gd name="connsiteY63" fmla="*/ 3933093 h 6858000"/>
              <a:gd name="connsiteX64" fmla="*/ 504798 w 1418733"/>
              <a:gd name="connsiteY64" fmla="*/ 3922082 h 6858000"/>
              <a:gd name="connsiteX65" fmla="*/ 509876 w 1418733"/>
              <a:gd name="connsiteY65" fmla="*/ 3901461 h 6858000"/>
              <a:gd name="connsiteX66" fmla="*/ 532470 w 1418733"/>
              <a:gd name="connsiteY66" fmla="*/ 3813873 h 6858000"/>
              <a:gd name="connsiteX67" fmla="*/ 531895 w 1418733"/>
              <a:gd name="connsiteY67" fmla="*/ 3806161 h 6858000"/>
              <a:gd name="connsiteX68" fmla="*/ 532202 w 1418733"/>
              <a:gd name="connsiteY68" fmla="*/ 3805957 h 6858000"/>
              <a:gd name="connsiteX69" fmla="*/ 532229 w 1418733"/>
              <a:gd name="connsiteY69" fmla="*/ 3797724 h 6858000"/>
              <a:gd name="connsiteX70" fmla="*/ 530844 w 1418733"/>
              <a:gd name="connsiteY70" fmla="*/ 3792098 h 6858000"/>
              <a:gd name="connsiteX71" fmla="*/ 529728 w 1418733"/>
              <a:gd name="connsiteY71" fmla="*/ 3777135 h 6858000"/>
              <a:gd name="connsiteX72" fmla="*/ 531461 w 1418733"/>
              <a:gd name="connsiteY72" fmla="*/ 3771656 h 6858000"/>
              <a:gd name="connsiteX73" fmla="*/ 535204 w 1418733"/>
              <a:gd name="connsiteY73" fmla="*/ 3769007 h 6858000"/>
              <a:gd name="connsiteX74" fmla="*/ 534670 w 1418733"/>
              <a:gd name="connsiteY74" fmla="*/ 3767709 h 6858000"/>
              <a:gd name="connsiteX75" fmla="*/ 543366 w 1418733"/>
              <a:gd name="connsiteY75" fmla="*/ 3738082 h 6858000"/>
              <a:gd name="connsiteX76" fmla="*/ 550712 w 1418733"/>
              <a:gd name="connsiteY76" fmla="*/ 3673397 h 6858000"/>
              <a:gd name="connsiteX77" fmla="*/ 550008 w 1418733"/>
              <a:gd name="connsiteY77" fmla="*/ 3637109 h 6858000"/>
              <a:gd name="connsiteX78" fmla="*/ 553451 w 1418733"/>
              <a:gd name="connsiteY78" fmla="*/ 3536883 h 6858000"/>
              <a:gd name="connsiteX79" fmla="*/ 560989 w 1418733"/>
              <a:gd name="connsiteY79" fmla="*/ 3435652 h 6858000"/>
              <a:gd name="connsiteX80" fmla="*/ 562660 w 1418733"/>
              <a:gd name="connsiteY80" fmla="*/ 3307769 h 6858000"/>
              <a:gd name="connsiteX81" fmla="*/ 580223 w 1418733"/>
              <a:gd name="connsiteY81" fmla="*/ 3250522 h 6858000"/>
              <a:gd name="connsiteX82" fmla="*/ 580648 w 1418733"/>
              <a:gd name="connsiteY82" fmla="*/ 3229163 h 6858000"/>
              <a:gd name="connsiteX83" fmla="*/ 582471 w 1418733"/>
              <a:gd name="connsiteY83" fmla="*/ 3217217 h 6858000"/>
              <a:gd name="connsiteX84" fmla="*/ 569306 w 1418733"/>
              <a:gd name="connsiteY84" fmla="*/ 3183755 h 6858000"/>
              <a:gd name="connsiteX85" fmla="*/ 569807 w 1418733"/>
              <a:gd name="connsiteY85" fmla="*/ 3178642 h 6858000"/>
              <a:gd name="connsiteX86" fmla="*/ 557407 w 1418733"/>
              <a:gd name="connsiteY86" fmla="*/ 3158586 h 6858000"/>
              <a:gd name="connsiteX87" fmla="*/ 542592 w 1418733"/>
              <a:gd name="connsiteY87" fmla="*/ 3129034 h 6858000"/>
              <a:gd name="connsiteX88" fmla="*/ 543257 w 1418733"/>
              <a:gd name="connsiteY88" fmla="*/ 3126682 h 6858000"/>
              <a:gd name="connsiteX89" fmla="*/ 534125 w 1418733"/>
              <a:gd name="connsiteY89" fmla="*/ 3114519 h 6858000"/>
              <a:gd name="connsiteX90" fmla="*/ 520734 w 1418733"/>
              <a:gd name="connsiteY90" fmla="*/ 3106272 h 6858000"/>
              <a:gd name="connsiteX91" fmla="*/ 493464 w 1418733"/>
              <a:gd name="connsiteY91" fmla="*/ 2958185 h 6858000"/>
              <a:gd name="connsiteX92" fmla="*/ 436078 w 1418733"/>
              <a:gd name="connsiteY92" fmla="*/ 2762989 h 6858000"/>
              <a:gd name="connsiteX93" fmla="*/ 384996 w 1418733"/>
              <a:gd name="connsiteY93" fmla="*/ 2554718 h 6858000"/>
              <a:gd name="connsiteX94" fmla="*/ 365090 w 1418733"/>
              <a:gd name="connsiteY94" fmla="*/ 2485734 h 6858000"/>
              <a:gd name="connsiteX95" fmla="*/ 355813 w 1418733"/>
              <a:gd name="connsiteY95" fmla="*/ 2447068 h 6858000"/>
              <a:gd name="connsiteX96" fmla="*/ 342774 w 1418733"/>
              <a:gd name="connsiteY96" fmla="*/ 2425819 h 6858000"/>
              <a:gd name="connsiteX97" fmla="*/ 348773 w 1418733"/>
              <a:gd name="connsiteY97" fmla="*/ 2402874 h 6858000"/>
              <a:gd name="connsiteX98" fmla="*/ 351385 w 1418733"/>
              <a:gd name="connsiteY98" fmla="*/ 2381443 h 6858000"/>
              <a:gd name="connsiteX99" fmla="*/ 327714 w 1418733"/>
              <a:gd name="connsiteY99" fmla="*/ 2261920 h 6858000"/>
              <a:gd name="connsiteX100" fmla="*/ 317601 w 1418733"/>
              <a:gd name="connsiteY100" fmla="*/ 2195378 h 6858000"/>
              <a:gd name="connsiteX101" fmla="*/ 301818 w 1418733"/>
              <a:gd name="connsiteY101" fmla="*/ 2155135 h 6858000"/>
              <a:gd name="connsiteX102" fmla="*/ 299276 w 1418733"/>
              <a:gd name="connsiteY102" fmla="*/ 2118008 h 6858000"/>
              <a:gd name="connsiteX103" fmla="*/ 300269 w 1418733"/>
              <a:gd name="connsiteY103" fmla="*/ 2050531 h 6858000"/>
              <a:gd name="connsiteX104" fmla="*/ 292075 w 1418733"/>
              <a:gd name="connsiteY104" fmla="*/ 1963269 h 6858000"/>
              <a:gd name="connsiteX105" fmla="*/ 273253 w 1418733"/>
              <a:gd name="connsiteY105" fmla="*/ 1906352 h 6858000"/>
              <a:gd name="connsiteX106" fmla="*/ 249810 w 1418733"/>
              <a:gd name="connsiteY106" fmla="*/ 1861531 h 6858000"/>
              <a:gd name="connsiteX107" fmla="*/ 203609 w 1418733"/>
              <a:gd name="connsiteY107" fmla="*/ 1732919 h 6858000"/>
              <a:gd name="connsiteX108" fmla="*/ 175920 w 1418733"/>
              <a:gd name="connsiteY108" fmla="*/ 1663540 h 6858000"/>
              <a:gd name="connsiteX109" fmla="*/ 175046 w 1418733"/>
              <a:gd name="connsiteY109" fmla="*/ 1615777 h 6858000"/>
              <a:gd name="connsiteX110" fmla="*/ 155841 w 1418733"/>
              <a:gd name="connsiteY110" fmla="*/ 1563678 h 6858000"/>
              <a:gd name="connsiteX111" fmla="*/ 168921 w 1418733"/>
              <a:gd name="connsiteY111" fmla="*/ 1519474 h 6858000"/>
              <a:gd name="connsiteX112" fmla="*/ 161663 w 1418733"/>
              <a:gd name="connsiteY112" fmla="*/ 1477995 h 6858000"/>
              <a:gd name="connsiteX113" fmla="*/ 147748 w 1418733"/>
              <a:gd name="connsiteY113" fmla="*/ 1373769 h 6858000"/>
              <a:gd name="connsiteX114" fmla="*/ 156055 w 1418733"/>
              <a:gd name="connsiteY114" fmla="*/ 1307086 h 6858000"/>
              <a:gd name="connsiteX115" fmla="*/ 157243 w 1418733"/>
              <a:gd name="connsiteY115" fmla="*/ 1189033 h 6858000"/>
              <a:gd name="connsiteX116" fmla="*/ 161928 w 1418733"/>
              <a:gd name="connsiteY116" fmla="*/ 1168288 h 6858000"/>
              <a:gd name="connsiteX117" fmla="*/ 154210 w 1418733"/>
              <a:gd name="connsiteY117" fmla="*/ 1142577 h 6858000"/>
              <a:gd name="connsiteX118" fmla="*/ 143516 w 1418733"/>
              <a:gd name="connsiteY118" fmla="*/ 1088484 h 6858000"/>
              <a:gd name="connsiteX119" fmla="*/ 132252 w 1418733"/>
              <a:gd name="connsiteY119" fmla="*/ 1016103 h 6858000"/>
              <a:gd name="connsiteX120" fmla="*/ 133708 w 1418733"/>
              <a:gd name="connsiteY120" fmla="*/ 932283 h 6858000"/>
              <a:gd name="connsiteX121" fmla="*/ 135944 w 1418733"/>
              <a:gd name="connsiteY121" fmla="*/ 915925 h 6858000"/>
              <a:gd name="connsiteX122" fmla="*/ 128573 w 1418733"/>
              <a:gd name="connsiteY122" fmla="*/ 896999 h 6858000"/>
              <a:gd name="connsiteX123" fmla="*/ 97981 w 1418733"/>
              <a:gd name="connsiteY123" fmla="*/ 821517 h 6858000"/>
              <a:gd name="connsiteX124" fmla="*/ 76931 w 1418733"/>
              <a:gd name="connsiteY124" fmla="*/ 751353 h 6858000"/>
              <a:gd name="connsiteX125" fmla="*/ 76489 w 1418733"/>
              <a:gd name="connsiteY125" fmla="*/ 721230 h 6858000"/>
              <a:gd name="connsiteX126" fmla="*/ 62160 w 1418733"/>
              <a:gd name="connsiteY126" fmla="*/ 681659 h 6858000"/>
              <a:gd name="connsiteX127" fmla="*/ 47579 w 1418733"/>
              <a:gd name="connsiteY127" fmla="*/ 635218 h 6858000"/>
              <a:gd name="connsiteX128" fmla="*/ 52590 w 1418733"/>
              <a:gd name="connsiteY128" fmla="*/ 613763 h 6858000"/>
              <a:gd name="connsiteX129" fmla="*/ 38532 w 1418733"/>
              <a:gd name="connsiteY129" fmla="*/ 598582 h 6858000"/>
              <a:gd name="connsiteX130" fmla="*/ 38213 w 1418733"/>
              <a:gd name="connsiteY130" fmla="*/ 576846 h 6858000"/>
              <a:gd name="connsiteX131" fmla="*/ 17839 w 1418733"/>
              <a:gd name="connsiteY131" fmla="*/ 530055 h 6858000"/>
              <a:gd name="connsiteX132" fmla="*/ 17087 w 1418733"/>
              <a:gd name="connsiteY132" fmla="*/ 465389 h 6858000"/>
              <a:gd name="connsiteX133" fmla="*/ 10 w 1418733"/>
              <a:gd name="connsiteY133" fmla="*/ 424699 h 6858000"/>
              <a:gd name="connsiteX134" fmla="*/ 127193 w 1418733"/>
              <a:gd name="connsiteY134" fmla="*/ 309501 h 6858000"/>
              <a:gd name="connsiteX135" fmla="*/ 111376 w 1418733"/>
              <a:gd name="connsiteY135" fmla="*/ 275771 h 6858000"/>
              <a:gd name="connsiteX136" fmla="*/ 128403 w 1418733"/>
              <a:gd name="connsiteY136" fmla="*/ 212860 h 6858000"/>
              <a:gd name="connsiteX137" fmla="*/ 120113 w 1418733"/>
              <a:gd name="connsiteY137" fmla="*/ 144983 h 6858000"/>
              <a:gd name="connsiteX138" fmla="*/ 132397 w 1418733"/>
              <a:gd name="connsiteY138" fmla="*/ 55288 h 6858000"/>
              <a:gd name="connsiteX139" fmla="*/ 91951 w 1418733"/>
              <a:gd name="connsiteY139" fmla="*/ 0 h 6858000"/>
              <a:gd name="connsiteX0" fmla="*/ 76413 w 1403195"/>
              <a:gd name="connsiteY0" fmla="*/ 0 h 6858000"/>
              <a:gd name="connsiteX1" fmla="*/ 1403195 w 1403195"/>
              <a:gd name="connsiteY1" fmla="*/ 0 h 6858000"/>
              <a:gd name="connsiteX2" fmla="*/ 1403195 w 1403195"/>
              <a:gd name="connsiteY2" fmla="*/ 6858000 h 6858000"/>
              <a:gd name="connsiteX3" fmla="*/ 139889 w 1403195"/>
              <a:gd name="connsiteY3" fmla="*/ 6857735 h 6858000"/>
              <a:gd name="connsiteX4" fmla="*/ 176482 w 1403195"/>
              <a:gd name="connsiteY4" fmla="*/ 6776847 h 6858000"/>
              <a:gd name="connsiteX5" fmla="*/ 187982 w 1403195"/>
              <a:gd name="connsiteY5" fmla="*/ 6737706 h 6858000"/>
              <a:gd name="connsiteX6" fmla="*/ 212721 w 1403195"/>
              <a:gd name="connsiteY6" fmla="*/ 6691589 h 6858000"/>
              <a:gd name="connsiteX7" fmla="*/ 190278 w 1403195"/>
              <a:gd name="connsiteY7" fmla="*/ 6659970 h 6858000"/>
              <a:gd name="connsiteX8" fmla="*/ 205369 w 1403195"/>
              <a:gd name="connsiteY8" fmla="*/ 6636211 h 6858000"/>
              <a:gd name="connsiteX9" fmla="*/ 222813 w 1403195"/>
              <a:gd name="connsiteY9" fmla="*/ 6594177 h 6858000"/>
              <a:gd name="connsiteX10" fmla="*/ 236853 w 1403195"/>
              <a:gd name="connsiteY10" fmla="*/ 6557575 h 6858000"/>
              <a:gd name="connsiteX11" fmla="*/ 289810 w 1403195"/>
              <a:gd name="connsiteY11" fmla="*/ 6492130 h 6858000"/>
              <a:gd name="connsiteX12" fmla="*/ 305497 w 1403195"/>
              <a:gd name="connsiteY12" fmla="*/ 6431610 h 6858000"/>
              <a:gd name="connsiteX13" fmla="*/ 349202 w 1403195"/>
              <a:gd name="connsiteY13" fmla="*/ 6379786 h 6858000"/>
              <a:gd name="connsiteX14" fmla="*/ 332425 w 1403195"/>
              <a:gd name="connsiteY14" fmla="*/ 6334727 h 6858000"/>
              <a:gd name="connsiteX15" fmla="*/ 309840 w 1403195"/>
              <a:gd name="connsiteY15" fmla="*/ 6313295 h 6858000"/>
              <a:gd name="connsiteX16" fmla="*/ 317004 w 1403195"/>
              <a:gd name="connsiteY16" fmla="*/ 6280046 h 6858000"/>
              <a:gd name="connsiteX17" fmla="*/ 299749 w 1403195"/>
              <a:gd name="connsiteY17" fmla="*/ 6270265 h 6858000"/>
              <a:gd name="connsiteX18" fmla="*/ 326777 w 1403195"/>
              <a:gd name="connsiteY18" fmla="*/ 6252834 h 6858000"/>
              <a:gd name="connsiteX19" fmla="*/ 304769 w 1403195"/>
              <a:gd name="connsiteY19" fmla="*/ 6202459 h 6858000"/>
              <a:gd name="connsiteX20" fmla="*/ 303567 w 1403195"/>
              <a:gd name="connsiteY20" fmla="*/ 6153037 h 6858000"/>
              <a:gd name="connsiteX21" fmla="*/ 318982 w 1403195"/>
              <a:gd name="connsiteY21" fmla="*/ 6078132 h 6858000"/>
              <a:gd name="connsiteX22" fmla="*/ 306369 w 1403195"/>
              <a:gd name="connsiteY22" fmla="*/ 6028119 h 6858000"/>
              <a:gd name="connsiteX23" fmla="*/ 291598 w 1403195"/>
              <a:gd name="connsiteY23" fmla="*/ 5926735 h 6858000"/>
              <a:gd name="connsiteX24" fmla="*/ 341110 w 1403195"/>
              <a:gd name="connsiteY24" fmla="*/ 5712857 h 6858000"/>
              <a:gd name="connsiteX25" fmla="*/ 320185 w 1403195"/>
              <a:gd name="connsiteY25" fmla="*/ 5676393 h 6858000"/>
              <a:gd name="connsiteX26" fmla="*/ 359777 w 1403195"/>
              <a:gd name="connsiteY26" fmla="*/ 5563435 h 6858000"/>
              <a:gd name="connsiteX27" fmla="*/ 406907 w 1403195"/>
              <a:gd name="connsiteY27" fmla="*/ 5437125 h 6858000"/>
              <a:gd name="connsiteX28" fmla="*/ 420475 w 1403195"/>
              <a:gd name="connsiteY28" fmla="*/ 5396260 h 6858000"/>
              <a:gd name="connsiteX29" fmla="*/ 436456 w 1403195"/>
              <a:gd name="connsiteY29" fmla="*/ 5330009 h 6858000"/>
              <a:gd name="connsiteX30" fmla="*/ 469949 w 1403195"/>
              <a:gd name="connsiteY30" fmla="*/ 5273739 h 6858000"/>
              <a:gd name="connsiteX31" fmla="*/ 479548 w 1403195"/>
              <a:gd name="connsiteY31" fmla="*/ 5241779 h 6858000"/>
              <a:gd name="connsiteX32" fmla="*/ 490774 w 1403195"/>
              <a:gd name="connsiteY32" fmla="*/ 5225268 h 6858000"/>
              <a:gd name="connsiteX33" fmla="*/ 491794 w 1403195"/>
              <a:gd name="connsiteY33" fmla="*/ 5217684 h 6858000"/>
              <a:gd name="connsiteX34" fmla="*/ 499135 w 1403195"/>
              <a:gd name="connsiteY34" fmla="*/ 5193377 h 6858000"/>
              <a:gd name="connsiteX35" fmla="*/ 502438 w 1403195"/>
              <a:gd name="connsiteY35" fmla="*/ 5179288 h 6858000"/>
              <a:gd name="connsiteX36" fmla="*/ 503422 w 1403195"/>
              <a:gd name="connsiteY36" fmla="*/ 5173621 h 6858000"/>
              <a:gd name="connsiteX37" fmla="*/ 499056 w 1403195"/>
              <a:gd name="connsiteY37" fmla="*/ 5159961 h 6858000"/>
              <a:gd name="connsiteX38" fmla="*/ 505733 w 1403195"/>
              <a:gd name="connsiteY38" fmla="*/ 5144295 h 6858000"/>
              <a:gd name="connsiteX39" fmla="*/ 502666 w 1403195"/>
              <a:gd name="connsiteY39" fmla="*/ 5125185 h 6858000"/>
              <a:gd name="connsiteX40" fmla="*/ 509496 w 1403195"/>
              <a:gd name="connsiteY40" fmla="*/ 5121884 h 6858000"/>
              <a:gd name="connsiteX41" fmla="*/ 516532 w 1403195"/>
              <a:gd name="connsiteY41" fmla="*/ 5067850 h 6858000"/>
              <a:gd name="connsiteX42" fmla="*/ 519263 w 1403195"/>
              <a:gd name="connsiteY42" fmla="*/ 5060861 h 6858000"/>
              <a:gd name="connsiteX43" fmla="*/ 515967 w 1403195"/>
              <a:gd name="connsiteY43" fmla="*/ 5034192 h 6858000"/>
              <a:gd name="connsiteX44" fmla="*/ 517521 w 1403195"/>
              <a:gd name="connsiteY44" fmla="*/ 4993030 h 6858000"/>
              <a:gd name="connsiteX45" fmla="*/ 524430 w 1403195"/>
              <a:gd name="connsiteY45" fmla="*/ 4946844 h 6858000"/>
              <a:gd name="connsiteX46" fmla="*/ 520286 w 1403195"/>
              <a:gd name="connsiteY46" fmla="*/ 4932692 h 6858000"/>
              <a:gd name="connsiteX47" fmla="*/ 535689 w 1403195"/>
              <a:gd name="connsiteY47" fmla="*/ 4858827 h 6858000"/>
              <a:gd name="connsiteX48" fmla="*/ 541592 w 1403195"/>
              <a:gd name="connsiteY48" fmla="*/ 4821170 h 6858000"/>
              <a:gd name="connsiteX49" fmla="*/ 546325 w 1403195"/>
              <a:gd name="connsiteY49" fmla="*/ 4780965 h 6858000"/>
              <a:gd name="connsiteX50" fmla="*/ 547618 w 1403195"/>
              <a:gd name="connsiteY50" fmla="*/ 4750867 h 6858000"/>
              <a:gd name="connsiteX51" fmla="*/ 545425 w 1403195"/>
              <a:gd name="connsiteY51" fmla="*/ 4690749 h 6858000"/>
              <a:gd name="connsiteX52" fmla="*/ 540905 w 1403195"/>
              <a:gd name="connsiteY52" fmla="*/ 4584173 h 6858000"/>
              <a:gd name="connsiteX53" fmla="*/ 535988 w 1403195"/>
              <a:gd name="connsiteY53" fmla="*/ 4444346 h 6858000"/>
              <a:gd name="connsiteX54" fmla="*/ 532553 w 1403195"/>
              <a:gd name="connsiteY54" fmla="*/ 4375228 h 6858000"/>
              <a:gd name="connsiteX55" fmla="*/ 513206 w 1403195"/>
              <a:gd name="connsiteY55" fmla="*/ 4214165 h 6858000"/>
              <a:gd name="connsiteX56" fmla="*/ 517279 w 1403195"/>
              <a:gd name="connsiteY56" fmla="*/ 4090296 h 6858000"/>
              <a:gd name="connsiteX57" fmla="*/ 502535 w 1403195"/>
              <a:gd name="connsiteY57" fmla="*/ 4033999 h 6858000"/>
              <a:gd name="connsiteX58" fmla="*/ 503684 w 1403195"/>
              <a:gd name="connsiteY58" fmla="*/ 4031933 h 6858000"/>
              <a:gd name="connsiteX59" fmla="*/ 502260 w 1403195"/>
              <a:gd name="connsiteY59" fmla="*/ 4013953 h 6858000"/>
              <a:gd name="connsiteX60" fmla="*/ 488555 w 1403195"/>
              <a:gd name="connsiteY60" fmla="*/ 3974753 h 6858000"/>
              <a:gd name="connsiteX61" fmla="*/ 490153 w 1403195"/>
              <a:gd name="connsiteY61" fmla="*/ 3969950 h 6858000"/>
              <a:gd name="connsiteX62" fmla="*/ 483575 w 1403195"/>
              <a:gd name="connsiteY62" fmla="*/ 3933779 h 6858000"/>
              <a:gd name="connsiteX63" fmla="*/ 484906 w 1403195"/>
              <a:gd name="connsiteY63" fmla="*/ 3933093 h 6858000"/>
              <a:gd name="connsiteX64" fmla="*/ 489260 w 1403195"/>
              <a:gd name="connsiteY64" fmla="*/ 3922082 h 6858000"/>
              <a:gd name="connsiteX65" fmla="*/ 494338 w 1403195"/>
              <a:gd name="connsiteY65" fmla="*/ 3901461 h 6858000"/>
              <a:gd name="connsiteX66" fmla="*/ 516932 w 1403195"/>
              <a:gd name="connsiteY66" fmla="*/ 3813873 h 6858000"/>
              <a:gd name="connsiteX67" fmla="*/ 516357 w 1403195"/>
              <a:gd name="connsiteY67" fmla="*/ 3806161 h 6858000"/>
              <a:gd name="connsiteX68" fmla="*/ 516664 w 1403195"/>
              <a:gd name="connsiteY68" fmla="*/ 3805957 h 6858000"/>
              <a:gd name="connsiteX69" fmla="*/ 516691 w 1403195"/>
              <a:gd name="connsiteY69" fmla="*/ 3797724 h 6858000"/>
              <a:gd name="connsiteX70" fmla="*/ 515306 w 1403195"/>
              <a:gd name="connsiteY70" fmla="*/ 3792098 h 6858000"/>
              <a:gd name="connsiteX71" fmla="*/ 514190 w 1403195"/>
              <a:gd name="connsiteY71" fmla="*/ 3777135 h 6858000"/>
              <a:gd name="connsiteX72" fmla="*/ 515923 w 1403195"/>
              <a:gd name="connsiteY72" fmla="*/ 3771656 h 6858000"/>
              <a:gd name="connsiteX73" fmla="*/ 519666 w 1403195"/>
              <a:gd name="connsiteY73" fmla="*/ 3769007 h 6858000"/>
              <a:gd name="connsiteX74" fmla="*/ 519132 w 1403195"/>
              <a:gd name="connsiteY74" fmla="*/ 3767709 h 6858000"/>
              <a:gd name="connsiteX75" fmla="*/ 527828 w 1403195"/>
              <a:gd name="connsiteY75" fmla="*/ 3738082 h 6858000"/>
              <a:gd name="connsiteX76" fmla="*/ 535174 w 1403195"/>
              <a:gd name="connsiteY76" fmla="*/ 3673397 h 6858000"/>
              <a:gd name="connsiteX77" fmla="*/ 534470 w 1403195"/>
              <a:gd name="connsiteY77" fmla="*/ 3637109 h 6858000"/>
              <a:gd name="connsiteX78" fmla="*/ 537913 w 1403195"/>
              <a:gd name="connsiteY78" fmla="*/ 3536883 h 6858000"/>
              <a:gd name="connsiteX79" fmla="*/ 545451 w 1403195"/>
              <a:gd name="connsiteY79" fmla="*/ 3435652 h 6858000"/>
              <a:gd name="connsiteX80" fmla="*/ 547122 w 1403195"/>
              <a:gd name="connsiteY80" fmla="*/ 3307769 h 6858000"/>
              <a:gd name="connsiteX81" fmla="*/ 564685 w 1403195"/>
              <a:gd name="connsiteY81" fmla="*/ 3250522 h 6858000"/>
              <a:gd name="connsiteX82" fmla="*/ 565110 w 1403195"/>
              <a:gd name="connsiteY82" fmla="*/ 3229163 h 6858000"/>
              <a:gd name="connsiteX83" fmla="*/ 566933 w 1403195"/>
              <a:gd name="connsiteY83" fmla="*/ 3217217 h 6858000"/>
              <a:gd name="connsiteX84" fmla="*/ 553768 w 1403195"/>
              <a:gd name="connsiteY84" fmla="*/ 3183755 h 6858000"/>
              <a:gd name="connsiteX85" fmla="*/ 554269 w 1403195"/>
              <a:gd name="connsiteY85" fmla="*/ 3178642 h 6858000"/>
              <a:gd name="connsiteX86" fmla="*/ 541869 w 1403195"/>
              <a:gd name="connsiteY86" fmla="*/ 3158586 h 6858000"/>
              <a:gd name="connsiteX87" fmla="*/ 527054 w 1403195"/>
              <a:gd name="connsiteY87" fmla="*/ 3129034 h 6858000"/>
              <a:gd name="connsiteX88" fmla="*/ 527719 w 1403195"/>
              <a:gd name="connsiteY88" fmla="*/ 3126682 h 6858000"/>
              <a:gd name="connsiteX89" fmla="*/ 518587 w 1403195"/>
              <a:gd name="connsiteY89" fmla="*/ 3114519 h 6858000"/>
              <a:gd name="connsiteX90" fmla="*/ 505196 w 1403195"/>
              <a:gd name="connsiteY90" fmla="*/ 3106272 h 6858000"/>
              <a:gd name="connsiteX91" fmla="*/ 477926 w 1403195"/>
              <a:gd name="connsiteY91" fmla="*/ 2958185 h 6858000"/>
              <a:gd name="connsiteX92" fmla="*/ 420540 w 1403195"/>
              <a:gd name="connsiteY92" fmla="*/ 2762989 h 6858000"/>
              <a:gd name="connsiteX93" fmla="*/ 369458 w 1403195"/>
              <a:gd name="connsiteY93" fmla="*/ 2554718 h 6858000"/>
              <a:gd name="connsiteX94" fmla="*/ 349552 w 1403195"/>
              <a:gd name="connsiteY94" fmla="*/ 2485734 h 6858000"/>
              <a:gd name="connsiteX95" fmla="*/ 340275 w 1403195"/>
              <a:gd name="connsiteY95" fmla="*/ 2447068 h 6858000"/>
              <a:gd name="connsiteX96" fmla="*/ 327236 w 1403195"/>
              <a:gd name="connsiteY96" fmla="*/ 2425819 h 6858000"/>
              <a:gd name="connsiteX97" fmla="*/ 333235 w 1403195"/>
              <a:gd name="connsiteY97" fmla="*/ 2402874 h 6858000"/>
              <a:gd name="connsiteX98" fmla="*/ 335847 w 1403195"/>
              <a:gd name="connsiteY98" fmla="*/ 2381443 h 6858000"/>
              <a:gd name="connsiteX99" fmla="*/ 312176 w 1403195"/>
              <a:gd name="connsiteY99" fmla="*/ 2261920 h 6858000"/>
              <a:gd name="connsiteX100" fmla="*/ 302063 w 1403195"/>
              <a:gd name="connsiteY100" fmla="*/ 2195378 h 6858000"/>
              <a:gd name="connsiteX101" fmla="*/ 286280 w 1403195"/>
              <a:gd name="connsiteY101" fmla="*/ 2155135 h 6858000"/>
              <a:gd name="connsiteX102" fmla="*/ 283738 w 1403195"/>
              <a:gd name="connsiteY102" fmla="*/ 2118008 h 6858000"/>
              <a:gd name="connsiteX103" fmla="*/ 284731 w 1403195"/>
              <a:gd name="connsiteY103" fmla="*/ 2050531 h 6858000"/>
              <a:gd name="connsiteX104" fmla="*/ 276537 w 1403195"/>
              <a:gd name="connsiteY104" fmla="*/ 1963269 h 6858000"/>
              <a:gd name="connsiteX105" fmla="*/ 257715 w 1403195"/>
              <a:gd name="connsiteY105" fmla="*/ 1906352 h 6858000"/>
              <a:gd name="connsiteX106" fmla="*/ 234272 w 1403195"/>
              <a:gd name="connsiteY106" fmla="*/ 1861531 h 6858000"/>
              <a:gd name="connsiteX107" fmla="*/ 188071 w 1403195"/>
              <a:gd name="connsiteY107" fmla="*/ 1732919 h 6858000"/>
              <a:gd name="connsiteX108" fmla="*/ 160382 w 1403195"/>
              <a:gd name="connsiteY108" fmla="*/ 1663540 h 6858000"/>
              <a:gd name="connsiteX109" fmla="*/ 159508 w 1403195"/>
              <a:gd name="connsiteY109" fmla="*/ 1615777 h 6858000"/>
              <a:gd name="connsiteX110" fmla="*/ 140303 w 1403195"/>
              <a:gd name="connsiteY110" fmla="*/ 1563678 h 6858000"/>
              <a:gd name="connsiteX111" fmla="*/ 153383 w 1403195"/>
              <a:gd name="connsiteY111" fmla="*/ 1519474 h 6858000"/>
              <a:gd name="connsiteX112" fmla="*/ 146125 w 1403195"/>
              <a:gd name="connsiteY112" fmla="*/ 1477995 h 6858000"/>
              <a:gd name="connsiteX113" fmla="*/ 132210 w 1403195"/>
              <a:gd name="connsiteY113" fmla="*/ 1373769 h 6858000"/>
              <a:gd name="connsiteX114" fmla="*/ 140517 w 1403195"/>
              <a:gd name="connsiteY114" fmla="*/ 1307086 h 6858000"/>
              <a:gd name="connsiteX115" fmla="*/ 141705 w 1403195"/>
              <a:gd name="connsiteY115" fmla="*/ 1189033 h 6858000"/>
              <a:gd name="connsiteX116" fmla="*/ 146390 w 1403195"/>
              <a:gd name="connsiteY116" fmla="*/ 1168288 h 6858000"/>
              <a:gd name="connsiteX117" fmla="*/ 138672 w 1403195"/>
              <a:gd name="connsiteY117" fmla="*/ 1142577 h 6858000"/>
              <a:gd name="connsiteX118" fmla="*/ 127978 w 1403195"/>
              <a:gd name="connsiteY118" fmla="*/ 1088484 h 6858000"/>
              <a:gd name="connsiteX119" fmla="*/ 116714 w 1403195"/>
              <a:gd name="connsiteY119" fmla="*/ 1016103 h 6858000"/>
              <a:gd name="connsiteX120" fmla="*/ 118170 w 1403195"/>
              <a:gd name="connsiteY120" fmla="*/ 932283 h 6858000"/>
              <a:gd name="connsiteX121" fmla="*/ 120406 w 1403195"/>
              <a:gd name="connsiteY121" fmla="*/ 915925 h 6858000"/>
              <a:gd name="connsiteX122" fmla="*/ 113035 w 1403195"/>
              <a:gd name="connsiteY122" fmla="*/ 896999 h 6858000"/>
              <a:gd name="connsiteX123" fmla="*/ 82443 w 1403195"/>
              <a:gd name="connsiteY123" fmla="*/ 821517 h 6858000"/>
              <a:gd name="connsiteX124" fmla="*/ 61393 w 1403195"/>
              <a:gd name="connsiteY124" fmla="*/ 751353 h 6858000"/>
              <a:gd name="connsiteX125" fmla="*/ 60951 w 1403195"/>
              <a:gd name="connsiteY125" fmla="*/ 721230 h 6858000"/>
              <a:gd name="connsiteX126" fmla="*/ 46622 w 1403195"/>
              <a:gd name="connsiteY126" fmla="*/ 681659 h 6858000"/>
              <a:gd name="connsiteX127" fmla="*/ 32041 w 1403195"/>
              <a:gd name="connsiteY127" fmla="*/ 635218 h 6858000"/>
              <a:gd name="connsiteX128" fmla="*/ 37052 w 1403195"/>
              <a:gd name="connsiteY128" fmla="*/ 613763 h 6858000"/>
              <a:gd name="connsiteX129" fmla="*/ 22994 w 1403195"/>
              <a:gd name="connsiteY129" fmla="*/ 598582 h 6858000"/>
              <a:gd name="connsiteX130" fmla="*/ 22675 w 1403195"/>
              <a:gd name="connsiteY130" fmla="*/ 576846 h 6858000"/>
              <a:gd name="connsiteX131" fmla="*/ 2301 w 1403195"/>
              <a:gd name="connsiteY131" fmla="*/ 530055 h 6858000"/>
              <a:gd name="connsiteX132" fmla="*/ 1549 w 1403195"/>
              <a:gd name="connsiteY132" fmla="*/ 465389 h 6858000"/>
              <a:gd name="connsiteX133" fmla="*/ 90145 w 1403195"/>
              <a:gd name="connsiteY133" fmla="*/ 353137 h 6858000"/>
              <a:gd name="connsiteX134" fmla="*/ 111655 w 1403195"/>
              <a:gd name="connsiteY134" fmla="*/ 309501 h 6858000"/>
              <a:gd name="connsiteX135" fmla="*/ 95838 w 1403195"/>
              <a:gd name="connsiteY135" fmla="*/ 275771 h 6858000"/>
              <a:gd name="connsiteX136" fmla="*/ 112865 w 1403195"/>
              <a:gd name="connsiteY136" fmla="*/ 212860 h 6858000"/>
              <a:gd name="connsiteX137" fmla="*/ 104575 w 1403195"/>
              <a:gd name="connsiteY137" fmla="*/ 144983 h 6858000"/>
              <a:gd name="connsiteX138" fmla="*/ 116859 w 1403195"/>
              <a:gd name="connsiteY138" fmla="*/ 55288 h 6858000"/>
              <a:gd name="connsiteX139" fmla="*/ 76413 w 1403195"/>
              <a:gd name="connsiteY139" fmla="*/ 0 h 6858000"/>
              <a:gd name="connsiteX0" fmla="*/ 74305 w 1401087"/>
              <a:gd name="connsiteY0" fmla="*/ 0 h 6858000"/>
              <a:gd name="connsiteX1" fmla="*/ 1401087 w 1401087"/>
              <a:gd name="connsiteY1" fmla="*/ 0 h 6858000"/>
              <a:gd name="connsiteX2" fmla="*/ 1401087 w 1401087"/>
              <a:gd name="connsiteY2" fmla="*/ 6858000 h 6858000"/>
              <a:gd name="connsiteX3" fmla="*/ 137781 w 1401087"/>
              <a:gd name="connsiteY3" fmla="*/ 6857735 h 6858000"/>
              <a:gd name="connsiteX4" fmla="*/ 174374 w 1401087"/>
              <a:gd name="connsiteY4" fmla="*/ 6776847 h 6858000"/>
              <a:gd name="connsiteX5" fmla="*/ 185874 w 1401087"/>
              <a:gd name="connsiteY5" fmla="*/ 6737706 h 6858000"/>
              <a:gd name="connsiteX6" fmla="*/ 210613 w 1401087"/>
              <a:gd name="connsiteY6" fmla="*/ 6691589 h 6858000"/>
              <a:gd name="connsiteX7" fmla="*/ 188170 w 1401087"/>
              <a:gd name="connsiteY7" fmla="*/ 6659970 h 6858000"/>
              <a:gd name="connsiteX8" fmla="*/ 203261 w 1401087"/>
              <a:gd name="connsiteY8" fmla="*/ 6636211 h 6858000"/>
              <a:gd name="connsiteX9" fmla="*/ 220705 w 1401087"/>
              <a:gd name="connsiteY9" fmla="*/ 6594177 h 6858000"/>
              <a:gd name="connsiteX10" fmla="*/ 234745 w 1401087"/>
              <a:gd name="connsiteY10" fmla="*/ 6557575 h 6858000"/>
              <a:gd name="connsiteX11" fmla="*/ 287702 w 1401087"/>
              <a:gd name="connsiteY11" fmla="*/ 6492130 h 6858000"/>
              <a:gd name="connsiteX12" fmla="*/ 303389 w 1401087"/>
              <a:gd name="connsiteY12" fmla="*/ 6431610 h 6858000"/>
              <a:gd name="connsiteX13" fmla="*/ 347094 w 1401087"/>
              <a:gd name="connsiteY13" fmla="*/ 6379786 h 6858000"/>
              <a:gd name="connsiteX14" fmla="*/ 330317 w 1401087"/>
              <a:gd name="connsiteY14" fmla="*/ 6334727 h 6858000"/>
              <a:gd name="connsiteX15" fmla="*/ 307732 w 1401087"/>
              <a:gd name="connsiteY15" fmla="*/ 6313295 h 6858000"/>
              <a:gd name="connsiteX16" fmla="*/ 314896 w 1401087"/>
              <a:gd name="connsiteY16" fmla="*/ 6280046 h 6858000"/>
              <a:gd name="connsiteX17" fmla="*/ 297641 w 1401087"/>
              <a:gd name="connsiteY17" fmla="*/ 6270265 h 6858000"/>
              <a:gd name="connsiteX18" fmla="*/ 324669 w 1401087"/>
              <a:gd name="connsiteY18" fmla="*/ 6252834 h 6858000"/>
              <a:gd name="connsiteX19" fmla="*/ 302661 w 1401087"/>
              <a:gd name="connsiteY19" fmla="*/ 6202459 h 6858000"/>
              <a:gd name="connsiteX20" fmla="*/ 301459 w 1401087"/>
              <a:gd name="connsiteY20" fmla="*/ 6153037 h 6858000"/>
              <a:gd name="connsiteX21" fmla="*/ 316874 w 1401087"/>
              <a:gd name="connsiteY21" fmla="*/ 6078132 h 6858000"/>
              <a:gd name="connsiteX22" fmla="*/ 304261 w 1401087"/>
              <a:gd name="connsiteY22" fmla="*/ 6028119 h 6858000"/>
              <a:gd name="connsiteX23" fmla="*/ 289490 w 1401087"/>
              <a:gd name="connsiteY23" fmla="*/ 5926735 h 6858000"/>
              <a:gd name="connsiteX24" fmla="*/ 339002 w 1401087"/>
              <a:gd name="connsiteY24" fmla="*/ 5712857 h 6858000"/>
              <a:gd name="connsiteX25" fmla="*/ 318077 w 1401087"/>
              <a:gd name="connsiteY25" fmla="*/ 5676393 h 6858000"/>
              <a:gd name="connsiteX26" fmla="*/ 357669 w 1401087"/>
              <a:gd name="connsiteY26" fmla="*/ 5563435 h 6858000"/>
              <a:gd name="connsiteX27" fmla="*/ 404799 w 1401087"/>
              <a:gd name="connsiteY27" fmla="*/ 5437125 h 6858000"/>
              <a:gd name="connsiteX28" fmla="*/ 418367 w 1401087"/>
              <a:gd name="connsiteY28" fmla="*/ 5396260 h 6858000"/>
              <a:gd name="connsiteX29" fmla="*/ 434348 w 1401087"/>
              <a:gd name="connsiteY29" fmla="*/ 5330009 h 6858000"/>
              <a:gd name="connsiteX30" fmla="*/ 467841 w 1401087"/>
              <a:gd name="connsiteY30" fmla="*/ 5273739 h 6858000"/>
              <a:gd name="connsiteX31" fmla="*/ 477440 w 1401087"/>
              <a:gd name="connsiteY31" fmla="*/ 5241779 h 6858000"/>
              <a:gd name="connsiteX32" fmla="*/ 488666 w 1401087"/>
              <a:gd name="connsiteY32" fmla="*/ 5225268 h 6858000"/>
              <a:gd name="connsiteX33" fmla="*/ 489686 w 1401087"/>
              <a:gd name="connsiteY33" fmla="*/ 5217684 h 6858000"/>
              <a:gd name="connsiteX34" fmla="*/ 497027 w 1401087"/>
              <a:gd name="connsiteY34" fmla="*/ 5193377 h 6858000"/>
              <a:gd name="connsiteX35" fmla="*/ 500330 w 1401087"/>
              <a:gd name="connsiteY35" fmla="*/ 5179288 h 6858000"/>
              <a:gd name="connsiteX36" fmla="*/ 501314 w 1401087"/>
              <a:gd name="connsiteY36" fmla="*/ 5173621 h 6858000"/>
              <a:gd name="connsiteX37" fmla="*/ 496948 w 1401087"/>
              <a:gd name="connsiteY37" fmla="*/ 5159961 h 6858000"/>
              <a:gd name="connsiteX38" fmla="*/ 503625 w 1401087"/>
              <a:gd name="connsiteY38" fmla="*/ 5144295 h 6858000"/>
              <a:gd name="connsiteX39" fmla="*/ 500558 w 1401087"/>
              <a:gd name="connsiteY39" fmla="*/ 5125185 h 6858000"/>
              <a:gd name="connsiteX40" fmla="*/ 507388 w 1401087"/>
              <a:gd name="connsiteY40" fmla="*/ 5121884 h 6858000"/>
              <a:gd name="connsiteX41" fmla="*/ 514424 w 1401087"/>
              <a:gd name="connsiteY41" fmla="*/ 5067850 h 6858000"/>
              <a:gd name="connsiteX42" fmla="*/ 517155 w 1401087"/>
              <a:gd name="connsiteY42" fmla="*/ 5060861 h 6858000"/>
              <a:gd name="connsiteX43" fmla="*/ 513859 w 1401087"/>
              <a:gd name="connsiteY43" fmla="*/ 5034192 h 6858000"/>
              <a:gd name="connsiteX44" fmla="*/ 515413 w 1401087"/>
              <a:gd name="connsiteY44" fmla="*/ 4993030 h 6858000"/>
              <a:gd name="connsiteX45" fmla="*/ 522322 w 1401087"/>
              <a:gd name="connsiteY45" fmla="*/ 4946844 h 6858000"/>
              <a:gd name="connsiteX46" fmla="*/ 518178 w 1401087"/>
              <a:gd name="connsiteY46" fmla="*/ 4932692 h 6858000"/>
              <a:gd name="connsiteX47" fmla="*/ 533581 w 1401087"/>
              <a:gd name="connsiteY47" fmla="*/ 4858827 h 6858000"/>
              <a:gd name="connsiteX48" fmla="*/ 539484 w 1401087"/>
              <a:gd name="connsiteY48" fmla="*/ 4821170 h 6858000"/>
              <a:gd name="connsiteX49" fmla="*/ 544217 w 1401087"/>
              <a:gd name="connsiteY49" fmla="*/ 4780965 h 6858000"/>
              <a:gd name="connsiteX50" fmla="*/ 545510 w 1401087"/>
              <a:gd name="connsiteY50" fmla="*/ 4750867 h 6858000"/>
              <a:gd name="connsiteX51" fmla="*/ 543317 w 1401087"/>
              <a:gd name="connsiteY51" fmla="*/ 4690749 h 6858000"/>
              <a:gd name="connsiteX52" fmla="*/ 538797 w 1401087"/>
              <a:gd name="connsiteY52" fmla="*/ 4584173 h 6858000"/>
              <a:gd name="connsiteX53" fmla="*/ 533880 w 1401087"/>
              <a:gd name="connsiteY53" fmla="*/ 4444346 h 6858000"/>
              <a:gd name="connsiteX54" fmla="*/ 530445 w 1401087"/>
              <a:gd name="connsiteY54" fmla="*/ 4375228 h 6858000"/>
              <a:gd name="connsiteX55" fmla="*/ 511098 w 1401087"/>
              <a:gd name="connsiteY55" fmla="*/ 4214165 h 6858000"/>
              <a:gd name="connsiteX56" fmla="*/ 515171 w 1401087"/>
              <a:gd name="connsiteY56" fmla="*/ 4090296 h 6858000"/>
              <a:gd name="connsiteX57" fmla="*/ 500427 w 1401087"/>
              <a:gd name="connsiteY57" fmla="*/ 4033999 h 6858000"/>
              <a:gd name="connsiteX58" fmla="*/ 501576 w 1401087"/>
              <a:gd name="connsiteY58" fmla="*/ 4031933 h 6858000"/>
              <a:gd name="connsiteX59" fmla="*/ 500152 w 1401087"/>
              <a:gd name="connsiteY59" fmla="*/ 4013953 h 6858000"/>
              <a:gd name="connsiteX60" fmla="*/ 486447 w 1401087"/>
              <a:gd name="connsiteY60" fmla="*/ 3974753 h 6858000"/>
              <a:gd name="connsiteX61" fmla="*/ 488045 w 1401087"/>
              <a:gd name="connsiteY61" fmla="*/ 3969950 h 6858000"/>
              <a:gd name="connsiteX62" fmla="*/ 481467 w 1401087"/>
              <a:gd name="connsiteY62" fmla="*/ 3933779 h 6858000"/>
              <a:gd name="connsiteX63" fmla="*/ 482798 w 1401087"/>
              <a:gd name="connsiteY63" fmla="*/ 3933093 h 6858000"/>
              <a:gd name="connsiteX64" fmla="*/ 487152 w 1401087"/>
              <a:gd name="connsiteY64" fmla="*/ 3922082 h 6858000"/>
              <a:gd name="connsiteX65" fmla="*/ 492230 w 1401087"/>
              <a:gd name="connsiteY65" fmla="*/ 3901461 h 6858000"/>
              <a:gd name="connsiteX66" fmla="*/ 514824 w 1401087"/>
              <a:gd name="connsiteY66" fmla="*/ 3813873 h 6858000"/>
              <a:gd name="connsiteX67" fmla="*/ 514249 w 1401087"/>
              <a:gd name="connsiteY67" fmla="*/ 3806161 h 6858000"/>
              <a:gd name="connsiteX68" fmla="*/ 514556 w 1401087"/>
              <a:gd name="connsiteY68" fmla="*/ 3805957 h 6858000"/>
              <a:gd name="connsiteX69" fmla="*/ 514583 w 1401087"/>
              <a:gd name="connsiteY69" fmla="*/ 3797724 h 6858000"/>
              <a:gd name="connsiteX70" fmla="*/ 513198 w 1401087"/>
              <a:gd name="connsiteY70" fmla="*/ 3792098 h 6858000"/>
              <a:gd name="connsiteX71" fmla="*/ 512082 w 1401087"/>
              <a:gd name="connsiteY71" fmla="*/ 3777135 h 6858000"/>
              <a:gd name="connsiteX72" fmla="*/ 513815 w 1401087"/>
              <a:gd name="connsiteY72" fmla="*/ 3771656 h 6858000"/>
              <a:gd name="connsiteX73" fmla="*/ 517558 w 1401087"/>
              <a:gd name="connsiteY73" fmla="*/ 3769007 h 6858000"/>
              <a:gd name="connsiteX74" fmla="*/ 517024 w 1401087"/>
              <a:gd name="connsiteY74" fmla="*/ 3767709 h 6858000"/>
              <a:gd name="connsiteX75" fmla="*/ 525720 w 1401087"/>
              <a:gd name="connsiteY75" fmla="*/ 3738082 h 6858000"/>
              <a:gd name="connsiteX76" fmla="*/ 533066 w 1401087"/>
              <a:gd name="connsiteY76" fmla="*/ 3673397 h 6858000"/>
              <a:gd name="connsiteX77" fmla="*/ 532362 w 1401087"/>
              <a:gd name="connsiteY77" fmla="*/ 3637109 h 6858000"/>
              <a:gd name="connsiteX78" fmla="*/ 535805 w 1401087"/>
              <a:gd name="connsiteY78" fmla="*/ 3536883 h 6858000"/>
              <a:gd name="connsiteX79" fmla="*/ 543343 w 1401087"/>
              <a:gd name="connsiteY79" fmla="*/ 3435652 h 6858000"/>
              <a:gd name="connsiteX80" fmla="*/ 545014 w 1401087"/>
              <a:gd name="connsiteY80" fmla="*/ 3307769 h 6858000"/>
              <a:gd name="connsiteX81" fmla="*/ 562577 w 1401087"/>
              <a:gd name="connsiteY81" fmla="*/ 3250522 h 6858000"/>
              <a:gd name="connsiteX82" fmla="*/ 563002 w 1401087"/>
              <a:gd name="connsiteY82" fmla="*/ 3229163 h 6858000"/>
              <a:gd name="connsiteX83" fmla="*/ 564825 w 1401087"/>
              <a:gd name="connsiteY83" fmla="*/ 3217217 h 6858000"/>
              <a:gd name="connsiteX84" fmla="*/ 551660 w 1401087"/>
              <a:gd name="connsiteY84" fmla="*/ 3183755 h 6858000"/>
              <a:gd name="connsiteX85" fmla="*/ 552161 w 1401087"/>
              <a:gd name="connsiteY85" fmla="*/ 3178642 h 6858000"/>
              <a:gd name="connsiteX86" fmla="*/ 539761 w 1401087"/>
              <a:gd name="connsiteY86" fmla="*/ 3158586 h 6858000"/>
              <a:gd name="connsiteX87" fmla="*/ 524946 w 1401087"/>
              <a:gd name="connsiteY87" fmla="*/ 3129034 h 6858000"/>
              <a:gd name="connsiteX88" fmla="*/ 525611 w 1401087"/>
              <a:gd name="connsiteY88" fmla="*/ 3126682 h 6858000"/>
              <a:gd name="connsiteX89" fmla="*/ 516479 w 1401087"/>
              <a:gd name="connsiteY89" fmla="*/ 3114519 h 6858000"/>
              <a:gd name="connsiteX90" fmla="*/ 503088 w 1401087"/>
              <a:gd name="connsiteY90" fmla="*/ 3106272 h 6858000"/>
              <a:gd name="connsiteX91" fmla="*/ 475818 w 1401087"/>
              <a:gd name="connsiteY91" fmla="*/ 2958185 h 6858000"/>
              <a:gd name="connsiteX92" fmla="*/ 418432 w 1401087"/>
              <a:gd name="connsiteY92" fmla="*/ 2762989 h 6858000"/>
              <a:gd name="connsiteX93" fmla="*/ 367350 w 1401087"/>
              <a:gd name="connsiteY93" fmla="*/ 2554718 h 6858000"/>
              <a:gd name="connsiteX94" fmla="*/ 347444 w 1401087"/>
              <a:gd name="connsiteY94" fmla="*/ 2485734 h 6858000"/>
              <a:gd name="connsiteX95" fmla="*/ 338167 w 1401087"/>
              <a:gd name="connsiteY95" fmla="*/ 2447068 h 6858000"/>
              <a:gd name="connsiteX96" fmla="*/ 325128 w 1401087"/>
              <a:gd name="connsiteY96" fmla="*/ 2425819 h 6858000"/>
              <a:gd name="connsiteX97" fmla="*/ 331127 w 1401087"/>
              <a:gd name="connsiteY97" fmla="*/ 2402874 h 6858000"/>
              <a:gd name="connsiteX98" fmla="*/ 333739 w 1401087"/>
              <a:gd name="connsiteY98" fmla="*/ 2381443 h 6858000"/>
              <a:gd name="connsiteX99" fmla="*/ 310068 w 1401087"/>
              <a:gd name="connsiteY99" fmla="*/ 2261920 h 6858000"/>
              <a:gd name="connsiteX100" fmla="*/ 299955 w 1401087"/>
              <a:gd name="connsiteY100" fmla="*/ 2195378 h 6858000"/>
              <a:gd name="connsiteX101" fmla="*/ 284172 w 1401087"/>
              <a:gd name="connsiteY101" fmla="*/ 2155135 h 6858000"/>
              <a:gd name="connsiteX102" fmla="*/ 281630 w 1401087"/>
              <a:gd name="connsiteY102" fmla="*/ 2118008 h 6858000"/>
              <a:gd name="connsiteX103" fmla="*/ 282623 w 1401087"/>
              <a:gd name="connsiteY103" fmla="*/ 2050531 h 6858000"/>
              <a:gd name="connsiteX104" fmla="*/ 274429 w 1401087"/>
              <a:gd name="connsiteY104" fmla="*/ 1963269 h 6858000"/>
              <a:gd name="connsiteX105" fmla="*/ 255607 w 1401087"/>
              <a:gd name="connsiteY105" fmla="*/ 1906352 h 6858000"/>
              <a:gd name="connsiteX106" fmla="*/ 232164 w 1401087"/>
              <a:gd name="connsiteY106" fmla="*/ 1861531 h 6858000"/>
              <a:gd name="connsiteX107" fmla="*/ 185963 w 1401087"/>
              <a:gd name="connsiteY107" fmla="*/ 1732919 h 6858000"/>
              <a:gd name="connsiteX108" fmla="*/ 158274 w 1401087"/>
              <a:gd name="connsiteY108" fmla="*/ 1663540 h 6858000"/>
              <a:gd name="connsiteX109" fmla="*/ 157400 w 1401087"/>
              <a:gd name="connsiteY109" fmla="*/ 1615777 h 6858000"/>
              <a:gd name="connsiteX110" fmla="*/ 138195 w 1401087"/>
              <a:gd name="connsiteY110" fmla="*/ 1563678 h 6858000"/>
              <a:gd name="connsiteX111" fmla="*/ 151275 w 1401087"/>
              <a:gd name="connsiteY111" fmla="*/ 1519474 h 6858000"/>
              <a:gd name="connsiteX112" fmla="*/ 144017 w 1401087"/>
              <a:gd name="connsiteY112" fmla="*/ 1477995 h 6858000"/>
              <a:gd name="connsiteX113" fmla="*/ 130102 w 1401087"/>
              <a:gd name="connsiteY113" fmla="*/ 1373769 h 6858000"/>
              <a:gd name="connsiteX114" fmla="*/ 138409 w 1401087"/>
              <a:gd name="connsiteY114" fmla="*/ 1307086 h 6858000"/>
              <a:gd name="connsiteX115" fmla="*/ 139597 w 1401087"/>
              <a:gd name="connsiteY115" fmla="*/ 1189033 h 6858000"/>
              <a:gd name="connsiteX116" fmla="*/ 144282 w 1401087"/>
              <a:gd name="connsiteY116" fmla="*/ 1168288 h 6858000"/>
              <a:gd name="connsiteX117" fmla="*/ 136564 w 1401087"/>
              <a:gd name="connsiteY117" fmla="*/ 1142577 h 6858000"/>
              <a:gd name="connsiteX118" fmla="*/ 125870 w 1401087"/>
              <a:gd name="connsiteY118" fmla="*/ 1088484 h 6858000"/>
              <a:gd name="connsiteX119" fmla="*/ 114606 w 1401087"/>
              <a:gd name="connsiteY119" fmla="*/ 1016103 h 6858000"/>
              <a:gd name="connsiteX120" fmla="*/ 116062 w 1401087"/>
              <a:gd name="connsiteY120" fmla="*/ 932283 h 6858000"/>
              <a:gd name="connsiteX121" fmla="*/ 118298 w 1401087"/>
              <a:gd name="connsiteY121" fmla="*/ 915925 h 6858000"/>
              <a:gd name="connsiteX122" fmla="*/ 110927 w 1401087"/>
              <a:gd name="connsiteY122" fmla="*/ 896999 h 6858000"/>
              <a:gd name="connsiteX123" fmla="*/ 80335 w 1401087"/>
              <a:gd name="connsiteY123" fmla="*/ 821517 h 6858000"/>
              <a:gd name="connsiteX124" fmla="*/ 59285 w 1401087"/>
              <a:gd name="connsiteY124" fmla="*/ 751353 h 6858000"/>
              <a:gd name="connsiteX125" fmla="*/ 58843 w 1401087"/>
              <a:gd name="connsiteY125" fmla="*/ 721230 h 6858000"/>
              <a:gd name="connsiteX126" fmla="*/ 44514 w 1401087"/>
              <a:gd name="connsiteY126" fmla="*/ 681659 h 6858000"/>
              <a:gd name="connsiteX127" fmla="*/ 29933 w 1401087"/>
              <a:gd name="connsiteY127" fmla="*/ 635218 h 6858000"/>
              <a:gd name="connsiteX128" fmla="*/ 34944 w 1401087"/>
              <a:gd name="connsiteY128" fmla="*/ 613763 h 6858000"/>
              <a:gd name="connsiteX129" fmla="*/ 20886 w 1401087"/>
              <a:gd name="connsiteY129" fmla="*/ 598582 h 6858000"/>
              <a:gd name="connsiteX130" fmla="*/ 20567 w 1401087"/>
              <a:gd name="connsiteY130" fmla="*/ 576846 h 6858000"/>
              <a:gd name="connsiteX131" fmla="*/ 193 w 1401087"/>
              <a:gd name="connsiteY131" fmla="*/ 530055 h 6858000"/>
              <a:gd name="connsiteX132" fmla="*/ 88207 w 1401087"/>
              <a:gd name="connsiteY132" fmla="*/ 393828 h 6858000"/>
              <a:gd name="connsiteX133" fmla="*/ 88037 w 1401087"/>
              <a:gd name="connsiteY133" fmla="*/ 353137 h 6858000"/>
              <a:gd name="connsiteX134" fmla="*/ 109547 w 1401087"/>
              <a:gd name="connsiteY134" fmla="*/ 309501 h 6858000"/>
              <a:gd name="connsiteX135" fmla="*/ 93730 w 1401087"/>
              <a:gd name="connsiteY135" fmla="*/ 275771 h 6858000"/>
              <a:gd name="connsiteX136" fmla="*/ 110757 w 1401087"/>
              <a:gd name="connsiteY136" fmla="*/ 212860 h 6858000"/>
              <a:gd name="connsiteX137" fmla="*/ 102467 w 1401087"/>
              <a:gd name="connsiteY137" fmla="*/ 144983 h 6858000"/>
              <a:gd name="connsiteX138" fmla="*/ 114751 w 1401087"/>
              <a:gd name="connsiteY138" fmla="*/ 55288 h 6858000"/>
              <a:gd name="connsiteX139" fmla="*/ 74305 w 1401087"/>
              <a:gd name="connsiteY139" fmla="*/ 0 h 6858000"/>
              <a:gd name="connsiteX0" fmla="*/ 53738 w 1380520"/>
              <a:gd name="connsiteY0" fmla="*/ 0 h 6858000"/>
              <a:gd name="connsiteX1" fmla="*/ 1380520 w 1380520"/>
              <a:gd name="connsiteY1" fmla="*/ 0 h 6858000"/>
              <a:gd name="connsiteX2" fmla="*/ 1380520 w 1380520"/>
              <a:gd name="connsiteY2" fmla="*/ 6858000 h 6858000"/>
              <a:gd name="connsiteX3" fmla="*/ 117214 w 1380520"/>
              <a:gd name="connsiteY3" fmla="*/ 6857735 h 6858000"/>
              <a:gd name="connsiteX4" fmla="*/ 153807 w 1380520"/>
              <a:gd name="connsiteY4" fmla="*/ 6776847 h 6858000"/>
              <a:gd name="connsiteX5" fmla="*/ 165307 w 1380520"/>
              <a:gd name="connsiteY5" fmla="*/ 6737706 h 6858000"/>
              <a:gd name="connsiteX6" fmla="*/ 190046 w 1380520"/>
              <a:gd name="connsiteY6" fmla="*/ 6691589 h 6858000"/>
              <a:gd name="connsiteX7" fmla="*/ 167603 w 1380520"/>
              <a:gd name="connsiteY7" fmla="*/ 6659970 h 6858000"/>
              <a:gd name="connsiteX8" fmla="*/ 182694 w 1380520"/>
              <a:gd name="connsiteY8" fmla="*/ 6636211 h 6858000"/>
              <a:gd name="connsiteX9" fmla="*/ 200138 w 1380520"/>
              <a:gd name="connsiteY9" fmla="*/ 6594177 h 6858000"/>
              <a:gd name="connsiteX10" fmla="*/ 214178 w 1380520"/>
              <a:gd name="connsiteY10" fmla="*/ 6557575 h 6858000"/>
              <a:gd name="connsiteX11" fmla="*/ 267135 w 1380520"/>
              <a:gd name="connsiteY11" fmla="*/ 6492130 h 6858000"/>
              <a:gd name="connsiteX12" fmla="*/ 282822 w 1380520"/>
              <a:gd name="connsiteY12" fmla="*/ 6431610 h 6858000"/>
              <a:gd name="connsiteX13" fmla="*/ 326527 w 1380520"/>
              <a:gd name="connsiteY13" fmla="*/ 6379786 h 6858000"/>
              <a:gd name="connsiteX14" fmla="*/ 309750 w 1380520"/>
              <a:gd name="connsiteY14" fmla="*/ 6334727 h 6858000"/>
              <a:gd name="connsiteX15" fmla="*/ 287165 w 1380520"/>
              <a:gd name="connsiteY15" fmla="*/ 6313295 h 6858000"/>
              <a:gd name="connsiteX16" fmla="*/ 294329 w 1380520"/>
              <a:gd name="connsiteY16" fmla="*/ 6280046 h 6858000"/>
              <a:gd name="connsiteX17" fmla="*/ 277074 w 1380520"/>
              <a:gd name="connsiteY17" fmla="*/ 6270265 h 6858000"/>
              <a:gd name="connsiteX18" fmla="*/ 304102 w 1380520"/>
              <a:gd name="connsiteY18" fmla="*/ 6252834 h 6858000"/>
              <a:gd name="connsiteX19" fmla="*/ 282094 w 1380520"/>
              <a:gd name="connsiteY19" fmla="*/ 6202459 h 6858000"/>
              <a:gd name="connsiteX20" fmla="*/ 280892 w 1380520"/>
              <a:gd name="connsiteY20" fmla="*/ 6153037 h 6858000"/>
              <a:gd name="connsiteX21" fmla="*/ 296307 w 1380520"/>
              <a:gd name="connsiteY21" fmla="*/ 6078132 h 6858000"/>
              <a:gd name="connsiteX22" fmla="*/ 283694 w 1380520"/>
              <a:gd name="connsiteY22" fmla="*/ 6028119 h 6858000"/>
              <a:gd name="connsiteX23" fmla="*/ 268923 w 1380520"/>
              <a:gd name="connsiteY23" fmla="*/ 5926735 h 6858000"/>
              <a:gd name="connsiteX24" fmla="*/ 318435 w 1380520"/>
              <a:gd name="connsiteY24" fmla="*/ 5712857 h 6858000"/>
              <a:gd name="connsiteX25" fmla="*/ 297510 w 1380520"/>
              <a:gd name="connsiteY25" fmla="*/ 5676393 h 6858000"/>
              <a:gd name="connsiteX26" fmla="*/ 337102 w 1380520"/>
              <a:gd name="connsiteY26" fmla="*/ 5563435 h 6858000"/>
              <a:gd name="connsiteX27" fmla="*/ 384232 w 1380520"/>
              <a:gd name="connsiteY27" fmla="*/ 5437125 h 6858000"/>
              <a:gd name="connsiteX28" fmla="*/ 397800 w 1380520"/>
              <a:gd name="connsiteY28" fmla="*/ 5396260 h 6858000"/>
              <a:gd name="connsiteX29" fmla="*/ 413781 w 1380520"/>
              <a:gd name="connsiteY29" fmla="*/ 5330009 h 6858000"/>
              <a:gd name="connsiteX30" fmla="*/ 447274 w 1380520"/>
              <a:gd name="connsiteY30" fmla="*/ 5273739 h 6858000"/>
              <a:gd name="connsiteX31" fmla="*/ 456873 w 1380520"/>
              <a:gd name="connsiteY31" fmla="*/ 5241779 h 6858000"/>
              <a:gd name="connsiteX32" fmla="*/ 468099 w 1380520"/>
              <a:gd name="connsiteY32" fmla="*/ 5225268 h 6858000"/>
              <a:gd name="connsiteX33" fmla="*/ 469119 w 1380520"/>
              <a:gd name="connsiteY33" fmla="*/ 5217684 h 6858000"/>
              <a:gd name="connsiteX34" fmla="*/ 476460 w 1380520"/>
              <a:gd name="connsiteY34" fmla="*/ 5193377 h 6858000"/>
              <a:gd name="connsiteX35" fmla="*/ 479763 w 1380520"/>
              <a:gd name="connsiteY35" fmla="*/ 5179288 h 6858000"/>
              <a:gd name="connsiteX36" fmla="*/ 480747 w 1380520"/>
              <a:gd name="connsiteY36" fmla="*/ 5173621 h 6858000"/>
              <a:gd name="connsiteX37" fmla="*/ 476381 w 1380520"/>
              <a:gd name="connsiteY37" fmla="*/ 5159961 h 6858000"/>
              <a:gd name="connsiteX38" fmla="*/ 483058 w 1380520"/>
              <a:gd name="connsiteY38" fmla="*/ 5144295 h 6858000"/>
              <a:gd name="connsiteX39" fmla="*/ 479991 w 1380520"/>
              <a:gd name="connsiteY39" fmla="*/ 5125185 h 6858000"/>
              <a:gd name="connsiteX40" fmla="*/ 486821 w 1380520"/>
              <a:gd name="connsiteY40" fmla="*/ 5121884 h 6858000"/>
              <a:gd name="connsiteX41" fmla="*/ 493857 w 1380520"/>
              <a:gd name="connsiteY41" fmla="*/ 5067850 h 6858000"/>
              <a:gd name="connsiteX42" fmla="*/ 496588 w 1380520"/>
              <a:gd name="connsiteY42" fmla="*/ 5060861 h 6858000"/>
              <a:gd name="connsiteX43" fmla="*/ 493292 w 1380520"/>
              <a:gd name="connsiteY43" fmla="*/ 5034192 h 6858000"/>
              <a:gd name="connsiteX44" fmla="*/ 494846 w 1380520"/>
              <a:gd name="connsiteY44" fmla="*/ 4993030 h 6858000"/>
              <a:gd name="connsiteX45" fmla="*/ 501755 w 1380520"/>
              <a:gd name="connsiteY45" fmla="*/ 4946844 h 6858000"/>
              <a:gd name="connsiteX46" fmla="*/ 497611 w 1380520"/>
              <a:gd name="connsiteY46" fmla="*/ 4932692 h 6858000"/>
              <a:gd name="connsiteX47" fmla="*/ 513014 w 1380520"/>
              <a:gd name="connsiteY47" fmla="*/ 4858827 h 6858000"/>
              <a:gd name="connsiteX48" fmla="*/ 518917 w 1380520"/>
              <a:gd name="connsiteY48" fmla="*/ 4821170 h 6858000"/>
              <a:gd name="connsiteX49" fmla="*/ 523650 w 1380520"/>
              <a:gd name="connsiteY49" fmla="*/ 4780965 h 6858000"/>
              <a:gd name="connsiteX50" fmla="*/ 524943 w 1380520"/>
              <a:gd name="connsiteY50" fmla="*/ 4750867 h 6858000"/>
              <a:gd name="connsiteX51" fmla="*/ 522750 w 1380520"/>
              <a:gd name="connsiteY51" fmla="*/ 4690749 h 6858000"/>
              <a:gd name="connsiteX52" fmla="*/ 518230 w 1380520"/>
              <a:gd name="connsiteY52" fmla="*/ 4584173 h 6858000"/>
              <a:gd name="connsiteX53" fmla="*/ 513313 w 1380520"/>
              <a:gd name="connsiteY53" fmla="*/ 4444346 h 6858000"/>
              <a:gd name="connsiteX54" fmla="*/ 509878 w 1380520"/>
              <a:gd name="connsiteY54" fmla="*/ 4375228 h 6858000"/>
              <a:gd name="connsiteX55" fmla="*/ 490531 w 1380520"/>
              <a:gd name="connsiteY55" fmla="*/ 4214165 h 6858000"/>
              <a:gd name="connsiteX56" fmla="*/ 494604 w 1380520"/>
              <a:gd name="connsiteY56" fmla="*/ 4090296 h 6858000"/>
              <a:gd name="connsiteX57" fmla="*/ 479860 w 1380520"/>
              <a:gd name="connsiteY57" fmla="*/ 4033999 h 6858000"/>
              <a:gd name="connsiteX58" fmla="*/ 481009 w 1380520"/>
              <a:gd name="connsiteY58" fmla="*/ 4031933 h 6858000"/>
              <a:gd name="connsiteX59" fmla="*/ 479585 w 1380520"/>
              <a:gd name="connsiteY59" fmla="*/ 4013953 h 6858000"/>
              <a:gd name="connsiteX60" fmla="*/ 465880 w 1380520"/>
              <a:gd name="connsiteY60" fmla="*/ 3974753 h 6858000"/>
              <a:gd name="connsiteX61" fmla="*/ 467478 w 1380520"/>
              <a:gd name="connsiteY61" fmla="*/ 3969950 h 6858000"/>
              <a:gd name="connsiteX62" fmla="*/ 460900 w 1380520"/>
              <a:gd name="connsiteY62" fmla="*/ 3933779 h 6858000"/>
              <a:gd name="connsiteX63" fmla="*/ 462231 w 1380520"/>
              <a:gd name="connsiteY63" fmla="*/ 3933093 h 6858000"/>
              <a:gd name="connsiteX64" fmla="*/ 466585 w 1380520"/>
              <a:gd name="connsiteY64" fmla="*/ 3922082 h 6858000"/>
              <a:gd name="connsiteX65" fmla="*/ 471663 w 1380520"/>
              <a:gd name="connsiteY65" fmla="*/ 3901461 h 6858000"/>
              <a:gd name="connsiteX66" fmla="*/ 494257 w 1380520"/>
              <a:gd name="connsiteY66" fmla="*/ 3813873 h 6858000"/>
              <a:gd name="connsiteX67" fmla="*/ 493682 w 1380520"/>
              <a:gd name="connsiteY67" fmla="*/ 3806161 h 6858000"/>
              <a:gd name="connsiteX68" fmla="*/ 493989 w 1380520"/>
              <a:gd name="connsiteY68" fmla="*/ 3805957 h 6858000"/>
              <a:gd name="connsiteX69" fmla="*/ 494016 w 1380520"/>
              <a:gd name="connsiteY69" fmla="*/ 3797724 h 6858000"/>
              <a:gd name="connsiteX70" fmla="*/ 492631 w 1380520"/>
              <a:gd name="connsiteY70" fmla="*/ 3792098 h 6858000"/>
              <a:gd name="connsiteX71" fmla="*/ 491515 w 1380520"/>
              <a:gd name="connsiteY71" fmla="*/ 3777135 h 6858000"/>
              <a:gd name="connsiteX72" fmla="*/ 493248 w 1380520"/>
              <a:gd name="connsiteY72" fmla="*/ 3771656 h 6858000"/>
              <a:gd name="connsiteX73" fmla="*/ 496991 w 1380520"/>
              <a:gd name="connsiteY73" fmla="*/ 3769007 h 6858000"/>
              <a:gd name="connsiteX74" fmla="*/ 496457 w 1380520"/>
              <a:gd name="connsiteY74" fmla="*/ 3767709 h 6858000"/>
              <a:gd name="connsiteX75" fmla="*/ 505153 w 1380520"/>
              <a:gd name="connsiteY75" fmla="*/ 3738082 h 6858000"/>
              <a:gd name="connsiteX76" fmla="*/ 512499 w 1380520"/>
              <a:gd name="connsiteY76" fmla="*/ 3673397 h 6858000"/>
              <a:gd name="connsiteX77" fmla="*/ 511795 w 1380520"/>
              <a:gd name="connsiteY77" fmla="*/ 3637109 h 6858000"/>
              <a:gd name="connsiteX78" fmla="*/ 515238 w 1380520"/>
              <a:gd name="connsiteY78" fmla="*/ 3536883 h 6858000"/>
              <a:gd name="connsiteX79" fmla="*/ 522776 w 1380520"/>
              <a:gd name="connsiteY79" fmla="*/ 3435652 h 6858000"/>
              <a:gd name="connsiteX80" fmla="*/ 524447 w 1380520"/>
              <a:gd name="connsiteY80" fmla="*/ 3307769 h 6858000"/>
              <a:gd name="connsiteX81" fmla="*/ 542010 w 1380520"/>
              <a:gd name="connsiteY81" fmla="*/ 3250522 h 6858000"/>
              <a:gd name="connsiteX82" fmla="*/ 542435 w 1380520"/>
              <a:gd name="connsiteY82" fmla="*/ 3229163 h 6858000"/>
              <a:gd name="connsiteX83" fmla="*/ 544258 w 1380520"/>
              <a:gd name="connsiteY83" fmla="*/ 3217217 h 6858000"/>
              <a:gd name="connsiteX84" fmla="*/ 531093 w 1380520"/>
              <a:gd name="connsiteY84" fmla="*/ 3183755 h 6858000"/>
              <a:gd name="connsiteX85" fmla="*/ 531594 w 1380520"/>
              <a:gd name="connsiteY85" fmla="*/ 3178642 h 6858000"/>
              <a:gd name="connsiteX86" fmla="*/ 519194 w 1380520"/>
              <a:gd name="connsiteY86" fmla="*/ 3158586 h 6858000"/>
              <a:gd name="connsiteX87" fmla="*/ 504379 w 1380520"/>
              <a:gd name="connsiteY87" fmla="*/ 3129034 h 6858000"/>
              <a:gd name="connsiteX88" fmla="*/ 505044 w 1380520"/>
              <a:gd name="connsiteY88" fmla="*/ 3126682 h 6858000"/>
              <a:gd name="connsiteX89" fmla="*/ 495912 w 1380520"/>
              <a:gd name="connsiteY89" fmla="*/ 3114519 h 6858000"/>
              <a:gd name="connsiteX90" fmla="*/ 482521 w 1380520"/>
              <a:gd name="connsiteY90" fmla="*/ 3106272 h 6858000"/>
              <a:gd name="connsiteX91" fmla="*/ 455251 w 1380520"/>
              <a:gd name="connsiteY91" fmla="*/ 2958185 h 6858000"/>
              <a:gd name="connsiteX92" fmla="*/ 397865 w 1380520"/>
              <a:gd name="connsiteY92" fmla="*/ 2762989 h 6858000"/>
              <a:gd name="connsiteX93" fmla="*/ 346783 w 1380520"/>
              <a:gd name="connsiteY93" fmla="*/ 2554718 h 6858000"/>
              <a:gd name="connsiteX94" fmla="*/ 326877 w 1380520"/>
              <a:gd name="connsiteY94" fmla="*/ 2485734 h 6858000"/>
              <a:gd name="connsiteX95" fmla="*/ 317600 w 1380520"/>
              <a:gd name="connsiteY95" fmla="*/ 2447068 h 6858000"/>
              <a:gd name="connsiteX96" fmla="*/ 304561 w 1380520"/>
              <a:gd name="connsiteY96" fmla="*/ 2425819 h 6858000"/>
              <a:gd name="connsiteX97" fmla="*/ 310560 w 1380520"/>
              <a:gd name="connsiteY97" fmla="*/ 2402874 h 6858000"/>
              <a:gd name="connsiteX98" fmla="*/ 313172 w 1380520"/>
              <a:gd name="connsiteY98" fmla="*/ 2381443 h 6858000"/>
              <a:gd name="connsiteX99" fmla="*/ 289501 w 1380520"/>
              <a:gd name="connsiteY99" fmla="*/ 2261920 h 6858000"/>
              <a:gd name="connsiteX100" fmla="*/ 279388 w 1380520"/>
              <a:gd name="connsiteY100" fmla="*/ 2195378 h 6858000"/>
              <a:gd name="connsiteX101" fmla="*/ 263605 w 1380520"/>
              <a:gd name="connsiteY101" fmla="*/ 2155135 h 6858000"/>
              <a:gd name="connsiteX102" fmla="*/ 261063 w 1380520"/>
              <a:gd name="connsiteY102" fmla="*/ 2118008 h 6858000"/>
              <a:gd name="connsiteX103" fmla="*/ 262056 w 1380520"/>
              <a:gd name="connsiteY103" fmla="*/ 2050531 h 6858000"/>
              <a:gd name="connsiteX104" fmla="*/ 253862 w 1380520"/>
              <a:gd name="connsiteY104" fmla="*/ 1963269 h 6858000"/>
              <a:gd name="connsiteX105" fmla="*/ 235040 w 1380520"/>
              <a:gd name="connsiteY105" fmla="*/ 1906352 h 6858000"/>
              <a:gd name="connsiteX106" fmla="*/ 211597 w 1380520"/>
              <a:gd name="connsiteY106" fmla="*/ 1861531 h 6858000"/>
              <a:gd name="connsiteX107" fmla="*/ 165396 w 1380520"/>
              <a:gd name="connsiteY107" fmla="*/ 1732919 h 6858000"/>
              <a:gd name="connsiteX108" fmla="*/ 137707 w 1380520"/>
              <a:gd name="connsiteY108" fmla="*/ 1663540 h 6858000"/>
              <a:gd name="connsiteX109" fmla="*/ 136833 w 1380520"/>
              <a:gd name="connsiteY109" fmla="*/ 1615777 h 6858000"/>
              <a:gd name="connsiteX110" fmla="*/ 117628 w 1380520"/>
              <a:gd name="connsiteY110" fmla="*/ 1563678 h 6858000"/>
              <a:gd name="connsiteX111" fmla="*/ 130708 w 1380520"/>
              <a:gd name="connsiteY111" fmla="*/ 1519474 h 6858000"/>
              <a:gd name="connsiteX112" fmla="*/ 123450 w 1380520"/>
              <a:gd name="connsiteY112" fmla="*/ 1477995 h 6858000"/>
              <a:gd name="connsiteX113" fmla="*/ 109535 w 1380520"/>
              <a:gd name="connsiteY113" fmla="*/ 1373769 h 6858000"/>
              <a:gd name="connsiteX114" fmla="*/ 117842 w 1380520"/>
              <a:gd name="connsiteY114" fmla="*/ 1307086 h 6858000"/>
              <a:gd name="connsiteX115" fmla="*/ 119030 w 1380520"/>
              <a:gd name="connsiteY115" fmla="*/ 1189033 h 6858000"/>
              <a:gd name="connsiteX116" fmla="*/ 123715 w 1380520"/>
              <a:gd name="connsiteY116" fmla="*/ 1168288 h 6858000"/>
              <a:gd name="connsiteX117" fmla="*/ 115997 w 1380520"/>
              <a:gd name="connsiteY117" fmla="*/ 1142577 h 6858000"/>
              <a:gd name="connsiteX118" fmla="*/ 105303 w 1380520"/>
              <a:gd name="connsiteY118" fmla="*/ 1088484 h 6858000"/>
              <a:gd name="connsiteX119" fmla="*/ 94039 w 1380520"/>
              <a:gd name="connsiteY119" fmla="*/ 1016103 h 6858000"/>
              <a:gd name="connsiteX120" fmla="*/ 95495 w 1380520"/>
              <a:gd name="connsiteY120" fmla="*/ 932283 h 6858000"/>
              <a:gd name="connsiteX121" fmla="*/ 97731 w 1380520"/>
              <a:gd name="connsiteY121" fmla="*/ 915925 h 6858000"/>
              <a:gd name="connsiteX122" fmla="*/ 90360 w 1380520"/>
              <a:gd name="connsiteY122" fmla="*/ 896999 h 6858000"/>
              <a:gd name="connsiteX123" fmla="*/ 59768 w 1380520"/>
              <a:gd name="connsiteY123" fmla="*/ 821517 h 6858000"/>
              <a:gd name="connsiteX124" fmla="*/ 38718 w 1380520"/>
              <a:gd name="connsiteY124" fmla="*/ 751353 h 6858000"/>
              <a:gd name="connsiteX125" fmla="*/ 38276 w 1380520"/>
              <a:gd name="connsiteY125" fmla="*/ 721230 h 6858000"/>
              <a:gd name="connsiteX126" fmla="*/ 23947 w 1380520"/>
              <a:gd name="connsiteY126" fmla="*/ 681659 h 6858000"/>
              <a:gd name="connsiteX127" fmla="*/ 9366 w 1380520"/>
              <a:gd name="connsiteY127" fmla="*/ 635218 h 6858000"/>
              <a:gd name="connsiteX128" fmla="*/ 14377 w 1380520"/>
              <a:gd name="connsiteY128" fmla="*/ 613763 h 6858000"/>
              <a:gd name="connsiteX129" fmla="*/ 319 w 1380520"/>
              <a:gd name="connsiteY129" fmla="*/ 598582 h 6858000"/>
              <a:gd name="connsiteX130" fmla="*/ 0 w 1380520"/>
              <a:gd name="connsiteY130" fmla="*/ 576846 h 6858000"/>
              <a:gd name="connsiteX131" fmla="*/ 68392 w 1380520"/>
              <a:gd name="connsiteY131" fmla="*/ 446567 h 6858000"/>
              <a:gd name="connsiteX132" fmla="*/ 67640 w 1380520"/>
              <a:gd name="connsiteY132" fmla="*/ 393828 h 6858000"/>
              <a:gd name="connsiteX133" fmla="*/ 67470 w 1380520"/>
              <a:gd name="connsiteY133" fmla="*/ 353137 h 6858000"/>
              <a:gd name="connsiteX134" fmla="*/ 88980 w 1380520"/>
              <a:gd name="connsiteY134" fmla="*/ 309501 h 6858000"/>
              <a:gd name="connsiteX135" fmla="*/ 73163 w 1380520"/>
              <a:gd name="connsiteY135" fmla="*/ 275771 h 6858000"/>
              <a:gd name="connsiteX136" fmla="*/ 90190 w 1380520"/>
              <a:gd name="connsiteY136" fmla="*/ 212860 h 6858000"/>
              <a:gd name="connsiteX137" fmla="*/ 81900 w 1380520"/>
              <a:gd name="connsiteY137" fmla="*/ 144983 h 6858000"/>
              <a:gd name="connsiteX138" fmla="*/ 94184 w 1380520"/>
              <a:gd name="connsiteY138" fmla="*/ 55288 h 6858000"/>
              <a:gd name="connsiteX139" fmla="*/ 53738 w 1380520"/>
              <a:gd name="connsiteY139" fmla="*/ 0 h 6858000"/>
              <a:gd name="connsiteX0" fmla="*/ 53420 w 1380202"/>
              <a:gd name="connsiteY0" fmla="*/ 0 h 6858000"/>
              <a:gd name="connsiteX1" fmla="*/ 1380202 w 1380202"/>
              <a:gd name="connsiteY1" fmla="*/ 0 h 6858000"/>
              <a:gd name="connsiteX2" fmla="*/ 1380202 w 1380202"/>
              <a:gd name="connsiteY2" fmla="*/ 6858000 h 6858000"/>
              <a:gd name="connsiteX3" fmla="*/ 116896 w 1380202"/>
              <a:gd name="connsiteY3" fmla="*/ 6857735 h 6858000"/>
              <a:gd name="connsiteX4" fmla="*/ 153489 w 1380202"/>
              <a:gd name="connsiteY4" fmla="*/ 6776847 h 6858000"/>
              <a:gd name="connsiteX5" fmla="*/ 164989 w 1380202"/>
              <a:gd name="connsiteY5" fmla="*/ 6737706 h 6858000"/>
              <a:gd name="connsiteX6" fmla="*/ 189728 w 1380202"/>
              <a:gd name="connsiteY6" fmla="*/ 6691589 h 6858000"/>
              <a:gd name="connsiteX7" fmla="*/ 167285 w 1380202"/>
              <a:gd name="connsiteY7" fmla="*/ 6659970 h 6858000"/>
              <a:gd name="connsiteX8" fmla="*/ 182376 w 1380202"/>
              <a:gd name="connsiteY8" fmla="*/ 6636211 h 6858000"/>
              <a:gd name="connsiteX9" fmla="*/ 199820 w 1380202"/>
              <a:gd name="connsiteY9" fmla="*/ 6594177 h 6858000"/>
              <a:gd name="connsiteX10" fmla="*/ 213860 w 1380202"/>
              <a:gd name="connsiteY10" fmla="*/ 6557575 h 6858000"/>
              <a:gd name="connsiteX11" fmla="*/ 266817 w 1380202"/>
              <a:gd name="connsiteY11" fmla="*/ 6492130 h 6858000"/>
              <a:gd name="connsiteX12" fmla="*/ 282504 w 1380202"/>
              <a:gd name="connsiteY12" fmla="*/ 6431610 h 6858000"/>
              <a:gd name="connsiteX13" fmla="*/ 326209 w 1380202"/>
              <a:gd name="connsiteY13" fmla="*/ 6379786 h 6858000"/>
              <a:gd name="connsiteX14" fmla="*/ 309432 w 1380202"/>
              <a:gd name="connsiteY14" fmla="*/ 6334727 h 6858000"/>
              <a:gd name="connsiteX15" fmla="*/ 286847 w 1380202"/>
              <a:gd name="connsiteY15" fmla="*/ 6313295 h 6858000"/>
              <a:gd name="connsiteX16" fmla="*/ 294011 w 1380202"/>
              <a:gd name="connsiteY16" fmla="*/ 6280046 h 6858000"/>
              <a:gd name="connsiteX17" fmla="*/ 276756 w 1380202"/>
              <a:gd name="connsiteY17" fmla="*/ 6270265 h 6858000"/>
              <a:gd name="connsiteX18" fmla="*/ 303784 w 1380202"/>
              <a:gd name="connsiteY18" fmla="*/ 6252834 h 6858000"/>
              <a:gd name="connsiteX19" fmla="*/ 281776 w 1380202"/>
              <a:gd name="connsiteY19" fmla="*/ 6202459 h 6858000"/>
              <a:gd name="connsiteX20" fmla="*/ 280574 w 1380202"/>
              <a:gd name="connsiteY20" fmla="*/ 6153037 h 6858000"/>
              <a:gd name="connsiteX21" fmla="*/ 295989 w 1380202"/>
              <a:gd name="connsiteY21" fmla="*/ 6078132 h 6858000"/>
              <a:gd name="connsiteX22" fmla="*/ 283376 w 1380202"/>
              <a:gd name="connsiteY22" fmla="*/ 6028119 h 6858000"/>
              <a:gd name="connsiteX23" fmla="*/ 268605 w 1380202"/>
              <a:gd name="connsiteY23" fmla="*/ 5926735 h 6858000"/>
              <a:gd name="connsiteX24" fmla="*/ 318117 w 1380202"/>
              <a:gd name="connsiteY24" fmla="*/ 5712857 h 6858000"/>
              <a:gd name="connsiteX25" fmla="*/ 297192 w 1380202"/>
              <a:gd name="connsiteY25" fmla="*/ 5676393 h 6858000"/>
              <a:gd name="connsiteX26" fmla="*/ 336784 w 1380202"/>
              <a:gd name="connsiteY26" fmla="*/ 5563435 h 6858000"/>
              <a:gd name="connsiteX27" fmla="*/ 383914 w 1380202"/>
              <a:gd name="connsiteY27" fmla="*/ 5437125 h 6858000"/>
              <a:gd name="connsiteX28" fmla="*/ 397482 w 1380202"/>
              <a:gd name="connsiteY28" fmla="*/ 5396260 h 6858000"/>
              <a:gd name="connsiteX29" fmla="*/ 413463 w 1380202"/>
              <a:gd name="connsiteY29" fmla="*/ 5330009 h 6858000"/>
              <a:gd name="connsiteX30" fmla="*/ 446956 w 1380202"/>
              <a:gd name="connsiteY30" fmla="*/ 5273739 h 6858000"/>
              <a:gd name="connsiteX31" fmla="*/ 456555 w 1380202"/>
              <a:gd name="connsiteY31" fmla="*/ 5241779 h 6858000"/>
              <a:gd name="connsiteX32" fmla="*/ 467781 w 1380202"/>
              <a:gd name="connsiteY32" fmla="*/ 5225268 h 6858000"/>
              <a:gd name="connsiteX33" fmla="*/ 468801 w 1380202"/>
              <a:gd name="connsiteY33" fmla="*/ 5217684 h 6858000"/>
              <a:gd name="connsiteX34" fmla="*/ 476142 w 1380202"/>
              <a:gd name="connsiteY34" fmla="*/ 5193377 h 6858000"/>
              <a:gd name="connsiteX35" fmla="*/ 479445 w 1380202"/>
              <a:gd name="connsiteY35" fmla="*/ 5179288 h 6858000"/>
              <a:gd name="connsiteX36" fmla="*/ 480429 w 1380202"/>
              <a:gd name="connsiteY36" fmla="*/ 5173621 h 6858000"/>
              <a:gd name="connsiteX37" fmla="*/ 476063 w 1380202"/>
              <a:gd name="connsiteY37" fmla="*/ 5159961 h 6858000"/>
              <a:gd name="connsiteX38" fmla="*/ 482740 w 1380202"/>
              <a:gd name="connsiteY38" fmla="*/ 5144295 h 6858000"/>
              <a:gd name="connsiteX39" fmla="*/ 479673 w 1380202"/>
              <a:gd name="connsiteY39" fmla="*/ 5125185 h 6858000"/>
              <a:gd name="connsiteX40" fmla="*/ 486503 w 1380202"/>
              <a:gd name="connsiteY40" fmla="*/ 5121884 h 6858000"/>
              <a:gd name="connsiteX41" fmla="*/ 493539 w 1380202"/>
              <a:gd name="connsiteY41" fmla="*/ 5067850 h 6858000"/>
              <a:gd name="connsiteX42" fmla="*/ 496270 w 1380202"/>
              <a:gd name="connsiteY42" fmla="*/ 5060861 h 6858000"/>
              <a:gd name="connsiteX43" fmla="*/ 492974 w 1380202"/>
              <a:gd name="connsiteY43" fmla="*/ 5034192 h 6858000"/>
              <a:gd name="connsiteX44" fmla="*/ 494528 w 1380202"/>
              <a:gd name="connsiteY44" fmla="*/ 4993030 h 6858000"/>
              <a:gd name="connsiteX45" fmla="*/ 501437 w 1380202"/>
              <a:gd name="connsiteY45" fmla="*/ 4946844 h 6858000"/>
              <a:gd name="connsiteX46" fmla="*/ 497293 w 1380202"/>
              <a:gd name="connsiteY46" fmla="*/ 4932692 h 6858000"/>
              <a:gd name="connsiteX47" fmla="*/ 512696 w 1380202"/>
              <a:gd name="connsiteY47" fmla="*/ 4858827 h 6858000"/>
              <a:gd name="connsiteX48" fmla="*/ 518599 w 1380202"/>
              <a:gd name="connsiteY48" fmla="*/ 4821170 h 6858000"/>
              <a:gd name="connsiteX49" fmla="*/ 523332 w 1380202"/>
              <a:gd name="connsiteY49" fmla="*/ 4780965 h 6858000"/>
              <a:gd name="connsiteX50" fmla="*/ 524625 w 1380202"/>
              <a:gd name="connsiteY50" fmla="*/ 4750867 h 6858000"/>
              <a:gd name="connsiteX51" fmla="*/ 522432 w 1380202"/>
              <a:gd name="connsiteY51" fmla="*/ 4690749 h 6858000"/>
              <a:gd name="connsiteX52" fmla="*/ 517912 w 1380202"/>
              <a:gd name="connsiteY52" fmla="*/ 4584173 h 6858000"/>
              <a:gd name="connsiteX53" fmla="*/ 512995 w 1380202"/>
              <a:gd name="connsiteY53" fmla="*/ 4444346 h 6858000"/>
              <a:gd name="connsiteX54" fmla="*/ 509560 w 1380202"/>
              <a:gd name="connsiteY54" fmla="*/ 4375228 h 6858000"/>
              <a:gd name="connsiteX55" fmla="*/ 490213 w 1380202"/>
              <a:gd name="connsiteY55" fmla="*/ 4214165 h 6858000"/>
              <a:gd name="connsiteX56" fmla="*/ 494286 w 1380202"/>
              <a:gd name="connsiteY56" fmla="*/ 4090296 h 6858000"/>
              <a:gd name="connsiteX57" fmla="*/ 479542 w 1380202"/>
              <a:gd name="connsiteY57" fmla="*/ 4033999 h 6858000"/>
              <a:gd name="connsiteX58" fmla="*/ 480691 w 1380202"/>
              <a:gd name="connsiteY58" fmla="*/ 4031933 h 6858000"/>
              <a:gd name="connsiteX59" fmla="*/ 479267 w 1380202"/>
              <a:gd name="connsiteY59" fmla="*/ 4013953 h 6858000"/>
              <a:gd name="connsiteX60" fmla="*/ 465562 w 1380202"/>
              <a:gd name="connsiteY60" fmla="*/ 3974753 h 6858000"/>
              <a:gd name="connsiteX61" fmla="*/ 467160 w 1380202"/>
              <a:gd name="connsiteY61" fmla="*/ 3969950 h 6858000"/>
              <a:gd name="connsiteX62" fmla="*/ 460582 w 1380202"/>
              <a:gd name="connsiteY62" fmla="*/ 3933779 h 6858000"/>
              <a:gd name="connsiteX63" fmla="*/ 461913 w 1380202"/>
              <a:gd name="connsiteY63" fmla="*/ 3933093 h 6858000"/>
              <a:gd name="connsiteX64" fmla="*/ 466267 w 1380202"/>
              <a:gd name="connsiteY64" fmla="*/ 3922082 h 6858000"/>
              <a:gd name="connsiteX65" fmla="*/ 471345 w 1380202"/>
              <a:gd name="connsiteY65" fmla="*/ 3901461 h 6858000"/>
              <a:gd name="connsiteX66" fmla="*/ 493939 w 1380202"/>
              <a:gd name="connsiteY66" fmla="*/ 3813873 h 6858000"/>
              <a:gd name="connsiteX67" fmla="*/ 493364 w 1380202"/>
              <a:gd name="connsiteY67" fmla="*/ 3806161 h 6858000"/>
              <a:gd name="connsiteX68" fmla="*/ 493671 w 1380202"/>
              <a:gd name="connsiteY68" fmla="*/ 3805957 h 6858000"/>
              <a:gd name="connsiteX69" fmla="*/ 493698 w 1380202"/>
              <a:gd name="connsiteY69" fmla="*/ 3797724 h 6858000"/>
              <a:gd name="connsiteX70" fmla="*/ 492313 w 1380202"/>
              <a:gd name="connsiteY70" fmla="*/ 3792098 h 6858000"/>
              <a:gd name="connsiteX71" fmla="*/ 491197 w 1380202"/>
              <a:gd name="connsiteY71" fmla="*/ 3777135 h 6858000"/>
              <a:gd name="connsiteX72" fmla="*/ 492930 w 1380202"/>
              <a:gd name="connsiteY72" fmla="*/ 3771656 h 6858000"/>
              <a:gd name="connsiteX73" fmla="*/ 496673 w 1380202"/>
              <a:gd name="connsiteY73" fmla="*/ 3769007 h 6858000"/>
              <a:gd name="connsiteX74" fmla="*/ 496139 w 1380202"/>
              <a:gd name="connsiteY74" fmla="*/ 3767709 h 6858000"/>
              <a:gd name="connsiteX75" fmla="*/ 504835 w 1380202"/>
              <a:gd name="connsiteY75" fmla="*/ 3738082 h 6858000"/>
              <a:gd name="connsiteX76" fmla="*/ 512181 w 1380202"/>
              <a:gd name="connsiteY76" fmla="*/ 3673397 h 6858000"/>
              <a:gd name="connsiteX77" fmla="*/ 511477 w 1380202"/>
              <a:gd name="connsiteY77" fmla="*/ 3637109 h 6858000"/>
              <a:gd name="connsiteX78" fmla="*/ 514920 w 1380202"/>
              <a:gd name="connsiteY78" fmla="*/ 3536883 h 6858000"/>
              <a:gd name="connsiteX79" fmla="*/ 522458 w 1380202"/>
              <a:gd name="connsiteY79" fmla="*/ 3435652 h 6858000"/>
              <a:gd name="connsiteX80" fmla="*/ 524129 w 1380202"/>
              <a:gd name="connsiteY80" fmla="*/ 3307769 h 6858000"/>
              <a:gd name="connsiteX81" fmla="*/ 541692 w 1380202"/>
              <a:gd name="connsiteY81" fmla="*/ 3250522 h 6858000"/>
              <a:gd name="connsiteX82" fmla="*/ 542117 w 1380202"/>
              <a:gd name="connsiteY82" fmla="*/ 3229163 h 6858000"/>
              <a:gd name="connsiteX83" fmla="*/ 543940 w 1380202"/>
              <a:gd name="connsiteY83" fmla="*/ 3217217 h 6858000"/>
              <a:gd name="connsiteX84" fmla="*/ 530775 w 1380202"/>
              <a:gd name="connsiteY84" fmla="*/ 3183755 h 6858000"/>
              <a:gd name="connsiteX85" fmla="*/ 531276 w 1380202"/>
              <a:gd name="connsiteY85" fmla="*/ 3178642 h 6858000"/>
              <a:gd name="connsiteX86" fmla="*/ 518876 w 1380202"/>
              <a:gd name="connsiteY86" fmla="*/ 3158586 h 6858000"/>
              <a:gd name="connsiteX87" fmla="*/ 504061 w 1380202"/>
              <a:gd name="connsiteY87" fmla="*/ 3129034 h 6858000"/>
              <a:gd name="connsiteX88" fmla="*/ 504726 w 1380202"/>
              <a:gd name="connsiteY88" fmla="*/ 3126682 h 6858000"/>
              <a:gd name="connsiteX89" fmla="*/ 495594 w 1380202"/>
              <a:gd name="connsiteY89" fmla="*/ 3114519 h 6858000"/>
              <a:gd name="connsiteX90" fmla="*/ 482203 w 1380202"/>
              <a:gd name="connsiteY90" fmla="*/ 3106272 h 6858000"/>
              <a:gd name="connsiteX91" fmla="*/ 454933 w 1380202"/>
              <a:gd name="connsiteY91" fmla="*/ 2958185 h 6858000"/>
              <a:gd name="connsiteX92" fmla="*/ 397547 w 1380202"/>
              <a:gd name="connsiteY92" fmla="*/ 2762989 h 6858000"/>
              <a:gd name="connsiteX93" fmla="*/ 346465 w 1380202"/>
              <a:gd name="connsiteY93" fmla="*/ 2554718 h 6858000"/>
              <a:gd name="connsiteX94" fmla="*/ 326559 w 1380202"/>
              <a:gd name="connsiteY94" fmla="*/ 2485734 h 6858000"/>
              <a:gd name="connsiteX95" fmla="*/ 317282 w 1380202"/>
              <a:gd name="connsiteY95" fmla="*/ 2447068 h 6858000"/>
              <a:gd name="connsiteX96" fmla="*/ 304243 w 1380202"/>
              <a:gd name="connsiteY96" fmla="*/ 2425819 h 6858000"/>
              <a:gd name="connsiteX97" fmla="*/ 310242 w 1380202"/>
              <a:gd name="connsiteY97" fmla="*/ 2402874 h 6858000"/>
              <a:gd name="connsiteX98" fmla="*/ 312854 w 1380202"/>
              <a:gd name="connsiteY98" fmla="*/ 2381443 h 6858000"/>
              <a:gd name="connsiteX99" fmla="*/ 289183 w 1380202"/>
              <a:gd name="connsiteY99" fmla="*/ 2261920 h 6858000"/>
              <a:gd name="connsiteX100" fmla="*/ 279070 w 1380202"/>
              <a:gd name="connsiteY100" fmla="*/ 2195378 h 6858000"/>
              <a:gd name="connsiteX101" fmla="*/ 263287 w 1380202"/>
              <a:gd name="connsiteY101" fmla="*/ 2155135 h 6858000"/>
              <a:gd name="connsiteX102" fmla="*/ 260745 w 1380202"/>
              <a:gd name="connsiteY102" fmla="*/ 2118008 h 6858000"/>
              <a:gd name="connsiteX103" fmla="*/ 261738 w 1380202"/>
              <a:gd name="connsiteY103" fmla="*/ 2050531 h 6858000"/>
              <a:gd name="connsiteX104" fmla="*/ 253544 w 1380202"/>
              <a:gd name="connsiteY104" fmla="*/ 1963269 h 6858000"/>
              <a:gd name="connsiteX105" fmla="*/ 234722 w 1380202"/>
              <a:gd name="connsiteY105" fmla="*/ 1906352 h 6858000"/>
              <a:gd name="connsiteX106" fmla="*/ 211279 w 1380202"/>
              <a:gd name="connsiteY106" fmla="*/ 1861531 h 6858000"/>
              <a:gd name="connsiteX107" fmla="*/ 165078 w 1380202"/>
              <a:gd name="connsiteY107" fmla="*/ 1732919 h 6858000"/>
              <a:gd name="connsiteX108" fmla="*/ 137389 w 1380202"/>
              <a:gd name="connsiteY108" fmla="*/ 1663540 h 6858000"/>
              <a:gd name="connsiteX109" fmla="*/ 136515 w 1380202"/>
              <a:gd name="connsiteY109" fmla="*/ 1615777 h 6858000"/>
              <a:gd name="connsiteX110" fmla="*/ 117310 w 1380202"/>
              <a:gd name="connsiteY110" fmla="*/ 1563678 h 6858000"/>
              <a:gd name="connsiteX111" fmla="*/ 130390 w 1380202"/>
              <a:gd name="connsiteY111" fmla="*/ 1519474 h 6858000"/>
              <a:gd name="connsiteX112" fmla="*/ 123132 w 1380202"/>
              <a:gd name="connsiteY112" fmla="*/ 1477995 h 6858000"/>
              <a:gd name="connsiteX113" fmla="*/ 109217 w 1380202"/>
              <a:gd name="connsiteY113" fmla="*/ 1373769 h 6858000"/>
              <a:gd name="connsiteX114" fmla="*/ 117524 w 1380202"/>
              <a:gd name="connsiteY114" fmla="*/ 1307086 h 6858000"/>
              <a:gd name="connsiteX115" fmla="*/ 118712 w 1380202"/>
              <a:gd name="connsiteY115" fmla="*/ 1189033 h 6858000"/>
              <a:gd name="connsiteX116" fmla="*/ 123397 w 1380202"/>
              <a:gd name="connsiteY116" fmla="*/ 1168288 h 6858000"/>
              <a:gd name="connsiteX117" fmla="*/ 115679 w 1380202"/>
              <a:gd name="connsiteY117" fmla="*/ 1142577 h 6858000"/>
              <a:gd name="connsiteX118" fmla="*/ 104985 w 1380202"/>
              <a:gd name="connsiteY118" fmla="*/ 1088484 h 6858000"/>
              <a:gd name="connsiteX119" fmla="*/ 93721 w 1380202"/>
              <a:gd name="connsiteY119" fmla="*/ 1016103 h 6858000"/>
              <a:gd name="connsiteX120" fmla="*/ 95177 w 1380202"/>
              <a:gd name="connsiteY120" fmla="*/ 932283 h 6858000"/>
              <a:gd name="connsiteX121" fmla="*/ 97413 w 1380202"/>
              <a:gd name="connsiteY121" fmla="*/ 915925 h 6858000"/>
              <a:gd name="connsiteX122" fmla="*/ 90042 w 1380202"/>
              <a:gd name="connsiteY122" fmla="*/ 896999 h 6858000"/>
              <a:gd name="connsiteX123" fmla="*/ 59450 w 1380202"/>
              <a:gd name="connsiteY123" fmla="*/ 821517 h 6858000"/>
              <a:gd name="connsiteX124" fmla="*/ 38400 w 1380202"/>
              <a:gd name="connsiteY124" fmla="*/ 751353 h 6858000"/>
              <a:gd name="connsiteX125" fmla="*/ 37958 w 1380202"/>
              <a:gd name="connsiteY125" fmla="*/ 721230 h 6858000"/>
              <a:gd name="connsiteX126" fmla="*/ 23629 w 1380202"/>
              <a:gd name="connsiteY126" fmla="*/ 681659 h 6858000"/>
              <a:gd name="connsiteX127" fmla="*/ 9048 w 1380202"/>
              <a:gd name="connsiteY127" fmla="*/ 635218 h 6858000"/>
              <a:gd name="connsiteX128" fmla="*/ 14059 w 1380202"/>
              <a:gd name="connsiteY128" fmla="*/ 613763 h 6858000"/>
              <a:gd name="connsiteX129" fmla="*/ 1 w 1380202"/>
              <a:gd name="connsiteY129" fmla="*/ 598582 h 6858000"/>
              <a:gd name="connsiteX130" fmla="*/ 79993 w 1380202"/>
              <a:gd name="connsiteY130" fmla="*/ 473479 h 6858000"/>
              <a:gd name="connsiteX131" fmla="*/ 68074 w 1380202"/>
              <a:gd name="connsiteY131" fmla="*/ 446567 h 6858000"/>
              <a:gd name="connsiteX132" fmla="*/ 67322 w 1380202"/>
              <a:gd name="connsiteY132" fmla="*/ 393828 h 6858000"/>
              <a:gd name="connsiteX133" fmla="*/ 67152 w 1380202"/>
              <a:gd name="connsiteY133" fmla="*/ 353137 h 6858000"/>
              <a:gd name="connsiteX134" fmla="*/ 88662 w 1380202"/>
              <a:gd name="connsiteY134" fmla="*/ 309501 h 6858000"/>
              <a:gd name="connsiteX135" fmla="*/ 72845 w 1380202"/>
              <a:gd name="connsiteY135" fmla="*/ 275771 h 6858000"/>
              <a:gd name="connsiteX136" fmla="*/ 89872 w 1380202"/>
              <a:gd name="connsiteY136" fmla="*/ 212860 h 6858000"/>
              <a:gd name="connsiteX137" fmla="*/ 81582 w 1380202"/>
              <a:gd name="connsiteY137" fmla="*/ 144983 h 6858000"/>
              <a:gd name="connsiteX138" fmla="*/ 93866 w 1380202"/>
              <a:gd name="connsiteY138" fmla="*/ 55288 h 6858000"/>
              <a:gd name="connsiteX139" fmla="*/ 53420 w 138020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5239 w 1371382"/>
              <a:gd name="connsiteY128" fmla="*/ 613763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44600 w 1371382"/>
              <a:gd name="connsiteY0" fmla="*/ 0 h 6858000"/>
              <a:gd name="connsiteX1" fmla="*/ 1371382 w 1371382"/>
              <a:gd name="connsiteY1" fmla="*/ 0 h 6858000"/>
              <a:gd name="connsiteX2" fmla="*/ 1371382 w 1371382"/>
              <a:gd name="connsiteY2" fmla="*/ 6858000 h 6858000"/>
              <a:gd name="connsiteX3" fmla="*/ 108076 w 1371382"/>
              <a:gd name="connsiteY3" fmla="*/ 6857735 h 6858000"/>
              <a:gd name="connsiteX4" fmla="*/ 144669 w 1371382"/>
              <a:gd name="connsiteY4" fmla="*/ 6776847 h 6858000"/>
              <a:gd name="connsiteX5" fmla="*/ 156169 w 1371382"/>
              <a:gd name="connsiteY5" fmla="*/ 6737706 h 6858000"/>
              <a:gd name="connsiteX6" fmla="*/ 180908 w 1371382"/>
              <a:gd name="connsiteY6" fmla="*/ 6691589 h 6858000"/>
              <a:gd name="connsiteX7" fmla="*/ 158465 w 1371382"/>
              <a:gd name="connsiteY7" fmla="*/ 6659970 h 6858000"/>
              <a:gd name="connsiteX8" fmla="*/ 173556 w 1371382"/>
              <a:gd name="connsiteY8" fmla="*/ 6636211 h 6858000"/>
              <a:gd name="connsiteX9" fmla="*/ 191000 w 1371382"/>
              <a:gd name="connsiteY9" fmla="*/ 6594177 h 6858000"/>
              <a:gd name="connsiteX10" fmla="*/ 205040 w 1371382"/>
              <a:gd name="connsiteY10" fmla="*/ 6557575 h 6858000"/>
              <a:gd name="connsiteX11" fmla="*/ 257997 w 1371382"/>
              <a:gd name="connsiteY11" fmla="*/ 6492130 h 6858000"/>
              <a:gd name="connsiteX12" fmla="*/ 273684 w 1371382"/>
              <a:gd name="connsiteY12" fmla="*/ 6431610 h 6858000"/>
              <a:gd name="connsiteX13" fmla="*/ 317389 w 1371382"/>
              <a:gd name="connsiteY13" fmla="*/ 6379786 h 6858000"/>
              <a:gd name="connsiteX14" fmla="*/ 300612 w 1371382"/>
              <a:gd name="connsiteY14" fmla="*/ 6334727 h 6858000"/>
              <a:gd name="connsiteX15" fmla="*/ 278027 w 1371382"/>
              <a:gd name="connsiteY15" fmla="*/ 6313295 h 6858000"/>
              <a:gd name="connsiteX16" fmla="*/ 285191 w 1371382"/>
              <a:gd name="connsiteY16" fmla="*/ 6280046 h 6858000"/>
              <a:gd name="connsiteX17" fmla="*/ 267936 w 1371382"/>
              <a:gd name="connsiteY17" fmla="*/ 6270265 h 6858000"/>
              <a:gd name="connsiteX18" fmla="*/ 294964 w 1371382"/>
              <a:gd name="connsiteY18" fmla="*/ 6252834 h 6858000"/>
              <a:gd name="connsiteX19" fmla="*/ 272956 w 1371382"/>
              <a:gd name="connsiteY19" fmla="*/ 6202459 h 6858000"/>
              <a:gd name="connsiteX20" fmla="*/ 271754 w 1371382"/>
              <a:gd name="connsiteY20" fmla="*/ 6153037 h 6858000"/>
              <a:gd name="connsiteX21" fmla="*/ 287169 w 1371382"/>
              <a:gd name="connsiteY21" fmla="*/ 6078132 h 6858000"/>
              <a:gd name="connsiteX22" fmla="*/ 274556 w 1371382"/>
              <a:gd name="connsiteY22" fmla="*/ 6028119 h 6858000"/>
              <a:gd name="connsiteX23" fmla="*/ 259785 w 1371382"/>
              <a:gd name="connsiteY23" fmla="*/ 5926735 h 6858000"/>
              <a:gd name="connsiteX24" fmla="*/ 309297 w 1371382"/>
              <a:gd name="connsiteY24" fmla="*/ 5712857 h 6858000"/>
              <a:gd name="connsiteX25" fmla="*/ 288372 w 1371382"/>
              <a:gd name="connsiteY25" fmla="*/ 5676393 h 6858000"/>
              <a:gd name="connsiteX26" fmla="*/ 327964 w 1371382"/>
              <a:gd name="connsiteY26" fmla="*/ 5563435 h 6858000"/>
              <a:gd name="connsiteX27" fmla="*/ 375094 w 1371382"/>
              <a:gd name="connsiteY27" fmla="*/ 5437125 h 6858000"/>
              <a:gd name="connsiteX28" fmla="*/ 388662 w 1371382"/>
              <a:gd name="connsiteY28" fmla="*/ 5396260 h 6858000"/>
              <a:gd name="connsiteX29" fmla="*/ 404643 w 1371382"/>
              <a:gd name="connsiteY29" fmla="*/ 5330009 h 6858000"/>
              <a:gd name="connsiteX30" fmla="*/ 438136 w 1371382"/>
              <a:gd name="connsiteY30" fmla="*/ 5273739 h 6858000"/>
              <a:gd name="connsiteX31" fmla="*/ 447735 w 1371382"/>
              <a:gd name="connsiteY31" fmla="*/ 5241779 h 6858000"/>
              <a:gd name="connsiteX32" fmla="*/ 458961 w 1371382"/>
              <a:gd name="connsiteY32" fmla="*/ 5225268 h 6858000"/>
              <a:gd name="connsiteX33" fmla="*/ 459981 w 1371382"/>
              <a:gd name="connsiteY33" fmla="*/ 5217684 h 6858000"/>
              <a:gd name="connsiteX34" fmla="*/ 467322 w 1371382"/>
              <a:gd name="connsiteY34" fmla="*/ 5193377 h 6858000"/>
              <a:gd name="connsiteX35" fmla="*/ 470625 w 1371382"/>
              <a:gd name="connsiteY35" fmla="*/ 5179288 h 6858000"/>
              <a:gd name="connsiteX36" fmla="*/ 471609 w 1371382"/>
              <a:gd name="connsiteY36" fmla="*/ 5173621 h 6858000"/>
              <a:gd name="connsiteX37" fmla="*/ 467243 w 1371382"/>
              <a:gd name="connsiteY37" fmla="*/ 5159961 h 6858000"/>
              <a:gd name="connsiteX38" fmla="*/ 473920 w 1371382"/>
              <a:gd name="connsiteY38" fmla="*/ 5144295 h 6858000"/>
              <a:gd name="connsiteX39" fmla="*/ 470853 w 1371382"/>
              <a:gd name="connsiteY39" fmla="*/ 5125185 h 6858000"/>
              <a:gd name="connsiteX40" fmla="*/ 477683 w 1371382"/>
              <a:gd name="connsiteY40" fmla="*/ 5121884 h 6858000"/>
              <a:gd name="connsiteX41" fmla="*/ 484719 w 1371382"/>
              <a:gd name="connsiteY41" fmla="*/ 5067850 h 6858000"/>
              <a:gd name="connsiteX42" fmla="*/ 487450 w 1371382"/>
              <a:gd name="connsiteY42" fmla="*/ 5060861 h 6858000"/>
              <a:gd name="connsiteX43" fmla="*/ 484154 w 1371382"/>
              <a:gd name="connsiteY43" fmla="*/ 5034192 h 6858000"/>
              <a:gd name="connsiteX44" fmla="*/ 485708 w 1371382"/>
              <a:gd name="connsiteY44" fmla="*/ 4993030 h 6858000"/>
              <a:gd name="connsiteX45" fmla="*/ 492617 w 1371382"/>
              <a:gd name="connsiteY45" fmla="*/ 4946844 h 6858000"/>
              <a:gd name="connsiteX46" fmla="*/ 488473 w 1371382"/>
              <a:gd name="connsiteY46" fmla="*/ 4932692 h 6858000"/>
              <a:gd name="connsiteX47" fmla="*/ 503876 w 1371382"/>
              <a:gd name="connsiteY47" fmla="*/ 4858827 h 6858000"/>
              <a:gd name="connsiteX48" fmla="*/ 509779 w 1371382"/>
              <a:gd name="connsiteY48" fmla="*/ 4821170 h 6858000"/>
              <a:gd name="connsiteX49" fmla="*/ 514512 w 1371382"/>
              <a:gd name="connsiteY49" fmla="*/ 4780965 h 6858000"/>
              <a:gd name="connsiteX50" fmla="*/ 515805 w 1371382"/>
              <a:gd name="connsiteY50" fmla="*/ 4750867 h 6858000"/>
              <a:gd name="connsiteX51" fmla="*/ 513612 w 1371382"/>
              <a:gd name="connsiteY51" fmla="*/ 4690749 h 6858000"/>
              <a:gd name="connsiteX52" fmla="*/ 509092 w 1371382"/>
              <a:gd name="connsiteY52" fmla="*/ 4584173 h 6858000"/>
              <a:gd name="connsiteX53" fmla="*/ 504175 w 1371382"/>
              <a:gd name="connsiteY53" fmla="*/ 4444346 h 6858000"/>
              <a:gd name="connsiteX54" fmla="*/ 500740 w 1371382"/>
              <a:gd name="connsiteY54" fmla="*/ 4375228 h 6858000"/>
              <a:gd name="connsiteX55" fmla="*/ 481393 w 1371382"/>
              <a:gd name="connsiteY55" fmla="*/ 4214165 h 6858000"/>
              <a:gd name="connsiteX56" fmla="*/ 485466 w 1371382"/>
              <a:gd name="connsiteY56" fmla="*/ 4090296 h 6858000"/>
              <a:gd name="connsiteX57" fmla="*/ 470722 w 1371382"/>
              <a:gd name="connsiteY57" fmla="*/ 4033999 h 6858000"/>
              <a:gd name="connsiteX58" fmla="*/ 471871 w 1371382"/>
              <a:gd name="connsiteY58" fmla="*/ 4031933 h 6858000"/>
              <a:gd name="connsiteX59" fmla="*/ 470447 w 1371382"/>
              <a:gd name="connsiteY59" fmla="*/ 4013953 h 6858000"/>
              <a:gd name="connsiteX60" fmla="*/ 456742 w 1371382"/>
              <a:gd name="connsiteY60" fmla="*/ 3974753 h 6858000"/>
              <a:gd name="connsiteX61" fmla="*/ 458340 w 1371382"/>
              <a:gd name="connsiteY61" fmla="*/ 3969950 h 6858000"/>
              <a:gd name="connsiteX62" fmla="*/ 451762 w 1371382"/>
              <a:gd name="connsiteY62" fmla="*/ 3933779 h 6858000"/>
              <a:gd name="connsiteX63" fmla="*/ 453093 w 1371382"/>
              <a:gd name="connsiteY63" fmla="*/ 3933093 h 6858000"/>
              <a:gd name="connsiteX64" fmla="*/ 457447 w 1371382"/>
              <a:gd name="connsiteY64" fmla="*/ 3922082 h 6858000"/>
              <a:gd name="connsiteX65" fmla="*/ 462525 w 1371382"/>
              <a:gd name="connsiteY65" fmla="*/ 3901461 h 6858000"/>
              <a:gd name="connsiteX66" fmla="*/ 485119 w 1371382"/>
              <a:gd name="connsiteY66" fmla="*/ 3813873 h 6858000"/>
              <a:gd name="connsiteX67" fmla="*/ 484544 w 1371382"/>
              <a:gd name="connsiteY67" fmla="*/ 3806161 h 6858000"/>
              <a:gd name="connsiteX68" fmla="*/ 484851 w 1371382"/>
              <a:gd name="connsiteY68" fmla="*/ 3805957 h 6858000"/>
              <a:gd name="connsiteX69" fmla="*/ 484878 w 1371382"/>
              <a:gd name="connsiteY69" fmla="*/ 3797724 h 6858000"/>
              <a:gd name="connsiteX70" fmla="*/ 483493 w 1371382"/>
              <a:gd name="connsiteY70" fmla="*/ 3792098 h 6858000"/>
              <a:gd name="connsiteX71" fmla="*/ 482377 w 1371382"/>
              <a:gd name="connsiteY71" fmla="*/ 3777135 h 6858000"/>
              <a:gd name="connsiteX72" fmla="*/ 484110 w 1371382"/>
              <a:gd name="connsiteY72" fmla="*/ 3771656 h 6858000"/>
              <a:gd name="connsiteX73" fmla="*/ 487853 w 1371382"/>
              <a:gd name="connsiteY73" fmla="*/ 3769007 h 6858000"/>
              <a:gd name="connsiteX74" fmla="*/ 487319 w 1371382"/>
              <a:gd name="connsiteY74" fmla="*/ 3767709 h 6858000"/>
              <a:gd name="connsiteX75" fmla="*/ 496015 w 1371382"/>
              <a:gd name="connsiteY75" fmla="*/ 3738082 h 6858000"/>
              <a:gd name="connsiteX76" fmla="*/ 503361 w 1371382"/>
              <a:gd name="connsiteY76" fmla="*/ 3673397 h 6858000"/>
              <a:gd name="connsiteX77" fmla="*/ 502657 w 1371382"/>
              <a:gd name="connsiteY77" fmla="*/ 3637109 h 6858000"/>
              <a:gd name="connsiteX78" fmla="*/ 506100 w 1371382"/>
              <a:gd name="connsiteY78" fmla="*/ 3536883 h 6858000"/>
              <a:gd name="connsiteX79" fmla="*/ 513638 w 1371382"/>
              <a:gd name="connsiteY79" fmla="*/ 3435652 h 6858000"/>
              <a:gd name="connsiteX80" fmla="*/ 515309 w 1371382"/>
              <a:gd name="connsiteY80" fmla="*/ 3307769 h 6858000"/>
              <a:gd name="connsiteX81" fmla="*/ 532872 w 1371382"/>
              <a:gd name="connsiteY81" fmla="*/ 3250522 h 6858000"/>
              <a:gd name="connsiteX82" fmla="*/ 533297 w 1371382"/>
              <a:gd name="connsiteY82" fmla="*/ 3229163 h 6858000"/>
              <a:gd name="connsiteX83" fmla="*/ 535120 w 1371382"/>
              <a:gd name="connsiteY83" fmla="*/ 3217217 h 6858000"/>
              <a:gd name="connsiteX84" fmla="*/ 521955 w 1371382"/>
              <a:gd name="connsiteY84" fmla="*/ 3183755 h 6858000"/>
              <a:gd name="connsiteX85" fmla="*/ 522456 w 1371382"/>
              <a:gd name="connsiteY85" fmla="*/ 3178642 h 6858000"/>
              <a:gd name="connsiteX86" fmla="*/ 510056 w 1371382"/>
              <a:gd name="connsiteY86" fmla="*/ 3158586 h 6858000"/>
              <a:gd name="connsiteX87" fmla="*/ 495241 w 1371382"/>
              <a:gd name="connsiteY87" fmla="*/ 3129034 h 6858000"/>
              <a:gd name="connsiteX88" fmla="*/ 495906 w 1371382"/>
              <a:gd name="connsiteY88" fmla="*/ 3126682 h 6858000"/>
              <a:gd name="connsiteX89" fmla="*/ 486774 w 1371382"/>
              <a:gd name="connsiteY89" fmla="*/ 3114519 h 6858000"/>
              <a:gd name="connsiteX90" fmla="*/ 473383 w 1371382"/>
              <a:gd name="connsiteY90" fmla="*/ 3106272 h 6858000"/>
              <a:gd name="connsiteX91" fmla="*/ 446113 w 1371382"/>
              <a:gd name="connsiteY91" fmla="*/ 2958185 h 6858000"/>
              <a:gd name="connsiteX92" fmla="*/ 388727 w 1371382"/>
              <a:gd name="connsiteY92" fmla="*/ 2762989 h 6858000"/>
              <a:gd name="connsiteX93" fmla="*/ 337645 w 1371382"/>
              <a:gd name="connsiteY93" fmla="*/ 2554718 h 6858000"/>
              <a:gd name="connsiteX94" fmla="*/ 317739 w 1371382"/>
              <a:gd name="connsiteY94" fmla="*/ 2485734 h 6858000"/>
              <a:gd name="connsiteX95" fmla="*/ 308462 w 1371382"/>
              <a:gd name="connsiteY95" fmla="*/ 2447068 h 6858000"/>
              <a:gd name="connsiteX96" fmla="*/ 295423 w 1371382"/>
              <a:gd name="connsiteY96" fmla="*/ 2425819 h 6858000"/>
              <a:gd name="connsiteX97" fmla="*/ 301422 w 1371382"/>
              <a:gd name="connsiteY97" fmla="*/ 2402874 h 6858000"/>
              <a:gd name="connsiteX98" fmla="*/ 304034 w 1371382"/>
              <a:gd name="connsiteY98" fmla="*/ 2381443 h 6858000"/>
              <a:gd name="connsiteX99" fmla="*/ 280363 w 1371382"/>
              <a:gd name="connsiteY99" fmla="*/ 2261920 h 6858000"/>
              <a:gd name="connsiteX100" fmla="*/ 270250 w 1371382"/>
              <a:gd name="connsiteY100" fmla="*/ 2195378 h 6858000"/>
              <a:gd name="connsiteX101" fmla="*/ 254467 w 1371382"/>
              <a:gd name="connsiteY101" fmla="*/ 2155135 h 6858000"/>
              <a:gd name="connsiteX102" fmla="*/ 251925 w 1371382"/>
              <a:gd name="connsiteY102" fmla="*/ 2118008 h 6858000"/>
              <a:gd name="connsiteX103" fmla="*/ 252918 w 1371382"/>
              <a:gd name="connsiteY103" fmla="*/ 2050531 h 6858000"/>
              <a:gd name="connsiteX104" fmla="*/ 244724 w 1371382"/>
              <a:gd name="connsiteY104" fmla="*/ 1963269 h 6858000"/>
              <a:gd name="connsiteX105" fmla="*/ 225902 w 1371382"/>
              <a:gd name="connsiteY105" fmla="*/ 1906352 h 6858000"/>
              <a:gd name="connsiteX106" fmla="*/ 202459 w 1371382"/>
              <a:gd name="connsiteY106" fmla="*/ 1861531 h 6858000"/>
              <a:gd name="connsiteX107" fmla="*/ 156258 w 1371382"/>
              <a:gd name="connsiteY107" fmla="*/ 1732919 h 6858000"/>
              <a:gd name="connsiteX108" fmla="*/ 128569 w 1371382"/>
              <a:gd name="connsiteY108" fmla="*/ 1663540 h 6858000"/>
              <a:gd name="connsiteX109" fmla="*/ 127695 w 1371382"/>
              <a:gd name="connsiteY109" fmla="*/ 1615777 h 6858000"/>
              <a:gd name="connsiteX110" fmla="*/ 108490 w 1371382"/>
              <a:gd name="connsiteY110" fmla="*/ 1563678 h 6858000"/>
              <a:gd name="connsiteX111" fmla="*/ 121570 w 1371382"/>
              <a:gd name="connsiteY111" fmla="*/ 1519474 h 6858000"/>
              <a:gd name="connsiteX112" fmla="*/ 114312 w 1371382"/>
              <a:gd name="connsiteY112" fmla="*/ 1477995 h 6858000"/>
              <a:gd name="connsiteX113" fmla="*/ 100397 w 1371382"/>
              <a:gd name="connsiteY113" fmla="*/ 1373769 h 6858000"/>
              <a:gd name="connsiteX114" fmla="*/ 108704 w 1371382"/>
              <a:gd name="connsiteY114" fmla="*/ 1307086 h 6858000"/>
              <a:gd name="connsiteX115" fmla="*/ 109892 w 1371382"/>
              <a:gd name="connsiteY115" fmla="*/ 1189033 h 6858000"/>
              <a:gd name="connsiteX116" fmla="*/ 114577 w 1371382"/>
              <a:gd name="connsiteY116" fmla="*/ 1168288 h 6858000"/>
              <a:gd name="connsiteX117" fmla="*/ 106859 w 1371382"/>
              <a:gd name="connsiteY117" fmla="*/ 1142577 h 6858000"/>
              <a:gd name="connsiteX118" fmla="*/ 96165 w 1371382"/>
              <a:gd name="connsiteY118" fmla="*/ 1088484 h 6858000"/>
              <a:gd name="connsiteX119" fmla="*/ 84901 w 1371382"/>
              <a:gd name="connsiteY119" fmla="*/ 1016103 h 6858000"/>
              <a:gd name="connsiteX120" fmla="*/ 86357 w 1371382"/>
              <a:gd name="connsiteY120" fmla="*/ 932283 h 6858000"/>
              <a:gd name="connsiteX121" fmla="*/ 88593 w 1371382"/>
              <a:gd name="connsiteY121" fmla="*/ 915925 h 6858000"/>
              <a:gd name="connsiteX122" fmla="*/ 81222 w 1371382"/>
              <a:gd name="connsiteY122" fmla="*/ 896999 h 6858000"/>
              <a:gd name="connsiteX123" fmla="*/ 50630 w 1371382"/>
              <a:gd name="connsiteY123" fmla="*/ 821517 h 6858000"/>
              <a:gd name="connsiteX124" fmla="*/ 29580 w 1371382"/>
              <a:gd name="connsiteY124" fmla="*/ 751353 h 6858000"/>
              <a:gd name="connsiteX125" fmla="*/ 29138 w 1371382"/>
              <a:gd name="connsiteY125" fmla="*/ 721230 h 6858000"/>
              <a:gd name="connsiteX126" fmla="*/ 14809 w 1371382"/>
              <a:gd name="connsiteY126" fmla="*/ 681659 h 6858000"/>
              <a:gd name="connsiteX127" fmla="*/ 228 w 1371382"/>
              <a:gd name="connsiteY127" fmla="*/ 635218 h 6858000"/>
              <a:gd name="connsiteX128" fmla="*/ 22148 w 1371382"/>
              <a:gd name="connsiteY128" fmla="*/ 585934 h 6858000"/>
              <a:gd name="connsiteX129" fmla="*/ 20769 w 1371382"/>
              <a:gd name="connsiteY129" fmla="*/ 542923 h 6858000"/>
              <a:gd name="connsiteX130" fmla="*/ 71173 w 1371382"/>
              <a:gd name="connsiteY130" fmla="*/ 473479 h 6858000"/>
              <a:gd name="connsiteX131" fmla="*/ 59254 w 1371382"/>
              <a:gd name="connsiteY131" fmla="*/ 446567 h 6858000"/>
              <a:gd name="connsiteX132" fmla="*/ 58502 w 1371382"/>
              <a:gd name="connsiteY132" fmla="*/ 393828 h 6858000"/>
              <a:gd name="connsiteX133" fmla="*/ 58332 w 1371382"/>
              <a:gd name="connsiteY133" fmla="*/ 353137 h 6858000"/>
              <a:gd name="connsiteX134" fmla="*/ 79842 w 1371382"/>
              <a:gd name="connsiteY134" fmla="*/ 309501 h 6858000"/>
              <a:gd name="connsiteX135" fmla="*/ 64025 w 1371382"/>
              <a:gd name="connsiteY135" fmla="*/ 275771 h 6858000"/>
              <a:gd name="connsiteX136" fmla="*/ 81052 w 1371382"/>
              <a:gd name="connsiteY136" fmla="*/ 212860 h 6858000"/>
              <a:gd name="connsiteX137" fmla="*/ 72762 w 1371382"/>
              <a:gd name="connsiteY137" fmla="*/ 144983 h 6858000"/>
              <a:gd name="connsiteX138" fmla="*/ 85046 w 1371382"/>
              <a:gd name="connsiteY138" fmla="*/ 55288 h 6858000"/>
              <a:gd name="connsiteX139" fmla="*/ 44600 w 1371382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13805 w 1364418"/>
              <a:gd name="connsiteY129" fmla="*/ 542923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64209 w 1364418"/>
              <a:gd name="connsiteY130" fmla="*/ 473479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72878 w 1364418"/>
              <a:gd name="connsiteY134" fmla="*/ 309501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281408 w 1364418"/>
              <a:gd name="connsiteY25" fmla="*/ 5676393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21000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51501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60972 w 1364418"/>
              <a:gd name="connsiteY17" fmla="*/ 6270265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32283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81629 w 1364418"/>
              <a:gd name="connsiteY121" fmla="*/ 915925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198076 w 1364418"/>
              <a:gd name="connsiteY10" fmla="*/ 6557575 h 6858000"/>
              <a:gd name="connsiteX11" fmla="*/ 251033 w 1364418"/>
              <a:gd name="connsiteY11" fmla="*/ 6492130 h 6858000"/>
              <a:gd name="connsiteX12" fmla="*/ 266720 w 1364418"/>
              <a:gd name="connsiteY12" fmla="*/ 6431610 h 6858000"/>
              <a:gd name="connsiteX13" fmla="*/ 310425 w 1364418"/>
              <a:gd name="connsiteY13" fmla="*/ 6379786 h 6858000"/>
              <a:gd name="connsiteX14" fmla="*/ 293648 w 1364418"/>
              <a:gd name="connsiteY14" fmla="*/ 6334727 h 6858000"/>
              <a:gd name="connsiteX15" fmla="*/ 271063 w 1364418"/>
              <a:gd name="connsiteY15" fmla="*/ 6313295 h 6858000"/>
              <a:gd name="connsiteX16" fmla="*/ 278227 w 1364418"/>
              <a:gd name="connsiteY16" fmla="*/ 6280046 h 6858000"/>
              <a:gd name="connsiteX17" fmla="*/ 281226 w 1364418"/>
              <a:gd name="connsiteY17" fmla="*/ 6272987 h 6858000"/>
              <a:gd name="connsiteX18" fmla="*/ 288000 w 1364418"/>
              <a:gd name="connsiteY18" fmla="*/ 6252834 h 6858000"/>
              <a:gd name="connsiteX19" fmla="*/ 265992 w 1364418"/>
              <a:gd name="connsiteY19" fmla="*/ 6202459 h 6858000"/>
              <a:gd name="connsiteX20" fmla="*/ 264790 w 1364418"/>
              <a:gd name="connsiteY20" fmla="*/ 6153037 h 6858000"/>
              <a:gd name="connsiteX21" fmla="*/ 280205 w 1364418"/>
              <a:gd name="connsiteY21" fmla="*/ 6078132 h 6858000"/>
              <a:gd name="connsiteX22" fmla="*/ 267592 w 1364418"/>
              <a:gd name="connsiteY22" fmla="*/ 6028119 h 6858000"/>
              <a:gd name="connsiteX23" fmla="*/ 252821 w 1364418"/>
              <a:gd name="connsiteY23" fmla="*/ 5926735 h 6858000"/>
              <a:gd name="connsiteX24" fmla="*/ 302333 w 1364418"/>
              <a:gd name="connsiteY24" fmla="*/ 5712857 h 6858000"/>
              <a:gd name="connsiteX25" fmla="*/ 332131 w 1364418"/>
              <a:gd name="connsiteY25" fmla="*/ 5660491 h 6858000"/>
              <a:gd name="connsiteX26" fmla="*/ 341254 w 1364418"/>
              <a:gd name="connsiteY26" fmla="*/ 5563435 h 6858000"/>
              <a:gd name="connsiteX27" fmla="*/ 368130 w 1364418"/>
              <a:gd name="connsiteY27" fmla="*/ 5437125 h 6858000"/>
              <a:gd name="connsiteX28" fmla="*/ 381698 w 1364418"/>
              <a:gd name="connsiteY28" fmla="*/ 5396260 h 6858000"/>
              <a:gd name="connsiteX29" fmla="*/ 397679 w 1364418"/>
              <a:gd name="connsiteY29" fmla="*/ 5330009 h 6858000"/>
              <a:gd name="connsiteX30" fmla="*/ 431172 w 1364418"/>
              <a:gd name="connsiteY30" fmla="*/ 5273739 h 6858000"/>
              <a:gd name="connsiteX31" fmla="*/ 440771 w 1364418"/>
              <a:gd name="connsiteY31" fmla="*/ 5241779 h 6858000"/>
              <a:gd name="connsiteX32" fmla="*/ 451997 w 1364418"/>
              <a:gd name="connsiteY32" fmla="*/ 5225268 h 6858000"/>
              <a:gd name="connsiteX33" fmla="*/ 453017 w 1364418"/>
              <a:gd name="connsiteY33" fmla="*/ 5217684 h 6858000"/>
              <a:gd name="connsiteX34" fmla="*/ 460358 w 1364418"/>
              <a:gd name="connsiteY34" fmla="*/ 5193377 h 6858000"/>
              <a:gd name="connsiteX35" fmla="*/ 463661 w 1364418"/>
              <a:gd name="connsiteY35" fmla="*/ 5179288 h 6858000"/>
              <a:gd name="connsiteX36" fmla="*/ 464645 w 1364418"/>
              <a:gd name="connsiteY36" fmla="*/ 5173621 h 6858000"/>
              <a:gd name="connsiteX37" fmla="*/ 460279 w 1364418"/>
              <a:gd name="connsiteY37" fmla="*/ 5159961 h 6858000"/>
              <a:gd name="connsiteX38" fmla="*/ 466956 w 1364418"/>
              <a:gd name="connsiteY38" fmla="*/ 5144295 h 6858000"/>
              <a:gd name="connsiteX39" fmla="*/ 463889 w 1364418"/>
              <a:gd name="connsiteY39" fmla="*/ 5125185 h 6858000"/>
              <a:gd name="connsiteX40" fmla="*/ 470719 w 1364418"/>
              <a:gd name="connsiteY40" fmla="*/ 5121884 h 6858000"/>
              <a:gd name="connsiteX41" fmla="*/ 477755 w 1364418"/>
              <a:gd name="connsiteY41" fmla="*/ 5067850 h 6858000"/>
              <a:gd name="connsiteX42" fmla="*/ 480486 w 1364418"/>
              <a:gd name="connsiteY42" fmla="*/ 5060861 h 6858000"/>
              <a:gd name="connsiteX43" fmla="*/ 477190 w 1364418"/>
              <a:gd name="connsiteY43" fmla="*/ 5034192 h 6858000"/>
              <a:gd name="connsiteX44" fmla="*/ 478744 w 1364418"/>
              <a:gd name="connsiteY44" fmla="*/ 4993030 h 6858000"/>
              <a:gd name="connsiteX45" fmla="*/ 485653 w 1364418"/>
              <a:gd name="connsiteY45" fmla="*/ 4946844 h 6858000"/>
              <a:gd name="connsiteX46" fmla="*/ 481509 w 1364418"/>
              <a:gd name="connsiteY46" fmla="*/ 4932692 h 6858000"/>
              <a:gd name="connsiteX47" fmla="*/ 496912 w 1364418"/>
              <a:gd name="connsiteY47" fmla="*/ 4858827 h 6858000"/>
              <a:gd name="connsiteX48" fmla="*/ 502815 w 1364418"/>
              <a:gd name="connsiteY48" fmla="*/ 4821170 h 6858000"/>
              <a:gd name="connsiteX49" fmla="*/ 507548 w 1364418"/>
              <a:gd name="connsiteY49" fmla="*/ 4780965 h 6858000"/>
              <a:gd name="connsiteX50" fmla="*/ 508841 w 1364418"/>
              <a:gd name="connsiteY50" fmla="*/ 4750867 h 6858000"/>
              <a:gd name="connsiteX51" fmla="*/ 506648 w 1364418"/>
              <a:gd name="connsiteY51" fmla="*/ 4690749 h 6858000"/>
              <a:gd name="connsiteX52" fmla="*/ 502128 w 1364418"/>
              <a:gd name="connsiteY52" fmla="*/ 4584173 h 6858000"/>
              <a:gd name="connsiteX53" fmla="*/ 497211 w 1364418"/>
              <a:gd name="connsiteY53" fmla="*/ 4444346 h 6858000"/>
              <a:gd name="connsiteX54" fmla="*/ 493776 w 1364418"/>
              <a:gd name="connsiteY54" fmla="*/ 4375228 h 6858000"/>
              <a:gd name="connsiteX55" fmla="*/ 474429 w 1364418"/>
              <a:gd name="connsiteY55" fmla="*/ 4214165 h 6858000"/>
              <a:gd name="connsiteX56" fmla="*/ 478502 w 1364418"/>
              <a:gd name="connsiteY56" fmla="*/ 4090296 h 6858000"/>
              <a:gd name="connsiteX57" fmla="*/ 463758 w 1364418"/>
              <a:gd name="connsiteY57" fmla="*/ 4033999 h 6858000"/>
              <a:gd name="connsiteX58" fmla="*/ 464907 w 1364418"/>
              <a:gd name="connsiteY58" fmla="*/ 4031933 h 6858000"/>
              <a:gd name="connsiteX59" fmla="*/ 463483 w 1364418"/>
              <a:gd name="connsiteY59" fmla="*/ 4013953 h 6858000"/>
              <a:gd name="connsiteX60" fmla="*/ 449778 w 1364418"/>
              <a:gd name="connsiteY60" fmla="*/ 3974753 h 6858000"/>
              <a:gd name="connsiteX61" fmla="*/ 451376 w 1364418"/>
              <a:gd name="connsiteY61" fmla="*/ 3969950 h 6858000"/>
              <a:gd name="connsiteX62" fmla="*/ 444798 w 1364418"/>
              <a:gd name="connsiteY62" fmla="*/ 3933779 h 6858000"/>
              <a:gd name="connsiteX63" fmla="*/ 446129 w 1364418"/>
              <a:gd name="connsiteY63" fmla="*/ 3933093 h 6858000"/>
              <a:gd name="connsiteX64" fmla="*/ 450483 w 1364418"/>
              <a:gd name="connsiteY64" fmla="*/ 3922082 h 6858000"/>
              <a:gd name="connsiteX65" fmla="*/ 455561 w 1364418"/>
              <a:gd name="connsiteY65" fmla="*/ 3901461 h 6858000"/>
              <a:gd name="connsiteX66" fmla="*/ 478155 w 1364418"/>
              <a:gd name="connsiteY66" fmla="*/ 3813873 h 6858000"/>
              <a:gd name="connsiteX67" fmla="*/ 477580 w 1364418"/>
              <a:gd name="connsiteY67" fmla="*/ 3806161 h 6858000"/>
              <a:gd name="connsiteX68" fmla="*/ 477887 w 1364418"/>
              <a:gd name="connsiteY68" fmla="*/ 3805957 h 6858000"/>
              <a:gd name="connsiteX69" fmla="*/ 477914 w 1364418"/>
              <a:gd name="connsiteY69" fmla="*/ 3797724 h 6858000"/>
              <a:gd name="connsiteX70" fmla="*/ 476529 w 1364418"/>
              <a:gd name="connsiteY70" fmla="*/ 3792098 h 6858000"/>
              <a:gd name="connsiteX71" fmla="*/ 475413 w 1364418"/>
              <a:gd name="connsiteY71" fmla="*/ 3777135 h 6858000"/>
              <a:gd name="connsiteX72" fmla="*/ 477146 w 1364418"/>
              <a:gd name="connsiteY72" fmla="*/ 3771656 h 6858000"/>
              <a:gd name="connsiteX73" fmla="*/ 480889 w 1364418"/>
              <a:gd name="connsiteY73" fmla="*/ 3769007 h 6858000"/>
              <a:gd name="connsiteX74" fmla="*/ 480355 w 1364418"/>
              <a:gd name="connsiteY74" fmla="*/ 3767709 h 6858000"/>
              <a:gd name="connsiteX75" fmla="*/ 489051 w 1364418"/>
              <a:gd name="connsiteY75" fmla="*/ 3738082 h 6858000"/>
              <a:gd name="connsiteX76" fmla="*/ 496397 w 1364418"/>
              <a:gd name="connsiteY76" fmla="*/ 3673397 h 6858000"/>
              <a:gd name="connsiteX77" fmla="*/ 495693 w 1364418"/>
              <a:gd name="connsiteY77" fmla="*/ 3637109 h 6858000"/>
              <a:gd name="connsiteX78" fmla="*/ 499136 w 1364418"/>
              <a:gd name="connsiteY78" fmla="*/ 3536883 h 6858000"/>
              <a:gd name="connsiteX79" fmla="*/ 506674 w 1364418"/>
              <a:gd name="connsiteY79" fmla="*/ 3435652 h 6858000"/>
              <a:gd name="connsiteX80" fmla="*/ 508345 w 1364418"/>
              <a:gd name="connsiteY80" fmla="*/ 3307769 h 6858000"/>
              <a:gd name="connsiteX81" fmla="*/ 525908 w 1364418"/>
              <a:gd name="connsiteY81" fmla="*/ 3250522 h 6858000"/>
              <a:gd name="connsiteX82" fmla="*/ 526333 w 1364418"/>
              <a:gd name="connsiteY82" fmla="*/ 3229163 h 6858000"/>
              <a:gd name="connsiteX83" fmla="*/ 528156 w 1364418"/>
              <a:gd name="connsiteY83" fmla="*/ 3217217 h 6858000"/>
              <a:gd name="connsiteX84" fmla="*/ 514991 w 1364418"/>
              <a:gd name="connsiteY84" fmla="*/ 3183755 h 6858000"/>
              <a:gd name="connsiteX85" fmla="*/ 515492 w 1364418"/>
              <a:gd name="connsiteY85" fmla="*/ 3178642 h 6858000"/>
              <a:gd name="connsiteX86" fmla="*/ 503092 w 1364418"/>
              <a:gd name="connsiteY86" fmla="*/ 3158586 h 6858000"/>
              <a:gd name="connsiteX87" fmla="*/ 488277 w 1364418"/>
              <a:gd name="connsiteY87" fmla="*/ 3129034 h 6858000"/>
              <a:gd name="connsiteX88" fmla="*/ 488942 w 1364418"/>
              <a:gd name="connsiteY88" fmla="*/ 3126682 h 6858000"/>
              <a:gd name="connsiteX89" fmla="*/ 479810 w 1364418"/>
              <a:gd name="connsiteY89" fmla="*/ 3114519 h 6858000"/>
              <a:gd name="connsiteX90" fmla="*/ 466419 w 1364418"/>
              <a:gd name="connsiteY90" fmla="*/ 3106272 h 6858000"/>
              <a:gd name="connsiteX91" fmla="*/ 439149 w 1364418"/>
              <a:gd name="connsiteY91" fmla="*/ 2958185 h 6858000"/>
              <a:gd name="connsiteX92" fmla="*/ 381763 w 1364418"/>
              <a:gd name="connsiteY92" fmla="*/ 2762989 h 6858000"/>
              <a:gd name="connsiteX93" fmla="*/ 330681 w 1364418"/>
              <a:gd name="connsiteY93" fmla="*/ 2554718 h 6858000"/>
              <a:gd name="connsiteX94" fmla="*/ 310775 w 1364418"/>
              <a:gd name="connsiteY94" fmla="*/ 2485734 h 6858000"/>
              <a:gd name="connsiteX95" fmla="*/ 301498 w 1364418"/>
              <a:gd name="connsiteY95" fmla="*/ 2447068 h 6858000"/>
              <a:gd name="connsiteX96" fmla="*/ 288459 w 1364418"/>
              <a:gd name="connsiteY96" fmla="*/ 2425819 h 6858000"/>
              <a:gd name="connsiteX97" fmla="*/ 294458 w 1364418"/>
              <a:gd name="connsiteY97" fmla="*/ 2402874 h 6858000"/>
              <a:gd name="connsiteX98" fmla="*/ 297070 w 1364418"/>
              <a:gd name="connsiteY98" fmla="*/ 2381443 h 6858000"/>
              <a:gd name="connsiteX99" fmla="*/ 273399 w 1364418"/>
              <a:gd name="connsiteY99" fmla="*/ 2261920 h 6858000"/>
              <a:gd name="connsiteX100" fmla="*/ 263286 w 1364418"/>
              <a:gd name="connsiteY100" fmla="*/ 2195378 h 6858000"/>
              <a:gd name="connsiteX101" fmla="*/ 247503 w 1364418"/>
              <a:gd name="connsiteY101" fmla="*/ 2155135 h 6858000"/>
              <a:gd name="connsiteX102" fmla="*/ 244961 w 1364418"/>
              <a:gd name="connsiteY102" fmla="*/ 2118008 h 6858000"/>
              <a:gd name="connsiteX103" fmla="*/ 245954 w 1364418"/>
              <a:gd name="connsiteY103" fmla="*/ 2050531 h 6858000"/>
              <a:gd name="connsiteX104" fmla="*/ 237760 w 1364418"/>
              <a:gd name="connsiteY104" fmla="*/ 1963269 h 6858000"/>
              <a:gd name="connsiteX105" fmla="*/ 218938 w 1364418"/>
              <a:gd name="connsiteY105" fmla="*/ 1906352 h 6858000"/>
              <a:gd name="connsiteX106" fmla="*/ 195495 w 1364418"/>
              <a:gd name="connsiteY106" fmla="*/ 1861531 h 6858000"/>
              <a:gd name="connsiteX107" fmla="*/ 149294 w 1364418"/>
              <a:gd name="connsiteY107" fmla="*/ 1732919 h 6858000"/>
              <a:gd name="connsiteX108" fmla="*/ 121605 w 1364418"/>
              <a:gd name="connsiteY108" fmla="*/ 1663540 h 6858000"/>
              <a:gd name="connsiteX109" fmla="*/ 120731 w 1364418"/>
              <a:gd name="connsiteY109" fmla="*/ 1615777 h 6858000"/>
              <a:gd name="connsiteX110" fmla="*/ 101526 w 1364418"/>
              <a:gd name="connsiteY110" fmla="*/ 1563678 h 6858000"/>
              <a:gd name="connsiteX111" fmla="*/ 114606 w 1364418"/>
              <a:gd name="connsiteY111" fmla="*/ 1519474 h 6858000"/>
              <a:gd name="connsiteX112" fmla="*/ 107348 w 1364418"/>
              <a:gd name="connsiteY112" fmla="*/ 1477995 h 6858000"/>
              <a:gd name="connsiteX113" fmla="*/ 93433 w 1364418"/>
              <a:gd name="connsiteY113" fmla="*/ 1373769 h 6858000"/>
              <a:gd name="connsiteX114" fmla="*/ 101740 w 1364418"/>
              <a:gd name="connsiteY114" fmla="*/ 1307086 h 6858000"/>
              <a:gd name="connsiteX115" fmla="*/ 102928 w 1364418"/>
              <a:gd name="connsiteY115" fmla="*/ 1189033 h 6858000"/>
              <a:gd name="connsiteX116" fmla="*/ 107613 w 1364418"/>
              <a:gd name="connsiteY116" fmla="*/ 1168288 h 6858000"/>
              <a:gd name="connsiteX117" fmla="*/ 99895 w 1364418"/>
              <a:gd name="connsiteY117" fmla="*/ 1142577 h 6858000"/>
              <a:gd name="connsiteX118" fmla="*/ 89201 w 1364418"/>
              <a:gd name="connsiteY118" fmla="*/ 1088484 h 6858000"/>
              <a:gd name="connsiteX119" fmla="*/ 77937 w 1364418"/>
              <a:gd name="connsiteY119" fmla="*/ 1016103 h 6858000"/>
              <a:gd name="connsiteX120" fmla="*/ 79393 w 1364418"/>
              <a:gd name="connsiteY120" fmla="*/ 954054 h 6858000"/>
              <a:gd name="connsiteX121" fmla="*/ 90309 w 1364418"/>
              <a:gd name="connsiteY121" fmla="*/ 921368 h 6858000"/>
              <a:gd name="connsiteX122" fmla="*/ 74258 w 1364418"/>
              <a:gd name="connsiteY122" fmla="*/ 896999 h 6858000"/>
              <a:gd name="connsiteX123" fmla="*/ 43666 w 1364418"/>
              <a:gd name="connsiteY123" fmla="*/ 821517 h 6858000"/>
              <a:gd name="connsiteX124" fmla="*/ 22616 w 1364418"/>
              <a:gd name="connsiteY124" fmla="*/ 751353 h 6858000"/>
              <a:gd name="connsiteX125" fmla="*/ 22174 w 1364418"/>
              <a:gd name="connsiteY125" fmla="*/ 721230 h 6858000"/>
              <a:gd name="connsiteX126" fmla="*/ 7845 w 1364418"/>
              <a:gd name="connsiteY126" fmla="*/ 681659 h 6858000"/>
              <a:gd name="connsiteX127" fmla="*/ 31306 w 1364418"/>
              <a:gd name="connsiteY127" fmla="*/ 619315 h 6858000"/>
              <a:gd name="connsiteX128" fmla="*/ 15184 w 1364418"/>
              <a:gd name="connsiteY128" fmla="*/ 585934 h 6858000"/>
              <a:gd name="connsiteX129" fmla="*/ 22258 w 1364418"/>
              <a:gd name="connsiteY129" fmla="*/ 538948 h 6858000"/>
              <a:gd name="connsiteX130" fmla="*/ 26166 w 1364418"/>
              <a:gd name="connsiteY130" fmla="*/ 525163 h 6858000"/>
              <a:gd name="connsiteX131" fmla="*/ 52290 w 1364418"/>
              <a:gd name="connsiteY131" fmla="*/ 446567 h 6858000"/>
              <a:gd name="connsiteX132" fmla="*/ 51538 w 1364418"/>
              <a:gd name="connsiteY132" fmla="*/ 393828 h 6858000"/>
              <a:gd name="connsiteX133" fmla="*/ 51368 w 1364418"/>
              <a:gd name="connsiteY133" fmla="*/ 353137 h 6858000"/>
              <a:gd name="connsiteX134" fmla="*/ 55970 w 1364418"/>
              <a:gd name="connsiteY134" fmla="*/ 321428 h 6858000"/>
              <a:gd name="connsiteX135" fmla="*/ 57061 w 1364418"/>
              <a:gd name="connsiteY135" fmla="*/ 275771 h 6858000"/>
              <a:gd name="connsiteX136" fmla="*/ 74088 w 1364418"/>
              <a:gd name="connsiteY136" fmla="*/ 212860 h 6858000"/>
              <a:gd name="connsiteX137" fmla="*/ 65798 w 1364418"/>
              <a:gd name="connsiteY137" fmla="*/ 144983 h 6858000"/>
              <a:gd name="connsiteX138" fmla="*/ 78082 w 1364418"/>
              <a:gd name="connsiteY138" fmla="*/ 55288 h 6858000"/>
              <a:gd name="connsiteX139" fmla="*/ 37636 w 1364418"/>
              <a:gd name="connsiteY139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184036 w 1364418"/>
              <a:gd name="connsiteY9" fmla="*/ 6594177 h 6858000"/>
              <a:gd name="connsiteX10" fmla="*/ 251033 w 1364418"/>
              <a:gd name="connsiteY10" fmla="*/ 6492130 h 6858000"/>
              <a:gd name="connsiteX11" fmla="*/ 266720 w 1364418"/>
              <a:gd name="connsiteY11" fmla="*/ 6431610 h 6858000"/>
              <a:gd name="connsiteX12" fmla="*/ 310425 w 1364418"/>
              <a:gd name="connsiteY12" fmla="*/ 6379786 h 6858000"/>
              <a:gd name="connsiteX13" fmla="*/ 293648 w 1364418"/>
              <a:gd name="connsiteY13" fmla="*/ 6334727 h 6858000"/>
              <a:gd name="connsiteX14" fmla="*/ 271063 w 1364418"/>
              <a:gd name="connsiteY14" fmla="*/ 6313295 h 6858000"/>
              <a:gd name="connsiteX15" fmla="*/ 278227 w 1364418"/>
              <a:gd name="connsiteY15" fmla="*/ 6280046 h 6858000"/>
              <a:gd name="connsiteX16" fmla="*/ 281226 w 1364418"/>
              <a:gd name="connsiteY16" fmla="*/ 6272987 h 6858000"/>
              <a:gd name="connsiteX17" fmla="*/ 288000 w 1364418"/>
              <a:gd name="connsiteY17" fmla="*/ 6252834 h 6858000"/>
              <a:gd name="connsiteX18" fmla="*/ 265992 w 1364418"/>
              <a:gd name="connsiteY18" fmla="*/ 6202459 h 6858000"/>
              <a:gd name="connsiteX19" fmla="*/ 264790 w 1364418"/>
              <a:gd name="connsiteY19" fmla="*/ 6153037 h 6858000"/>
              <a:gd name="connsiteX20" fmla="*/ 280205 w 1364418"/>
              <a:gd name="connsiteY20" fmla="*/ 6078132 h 6858000"/>
              <a:gd name="connsiteX21" fmla="*/ 267592 w 1364418"/>
              <a:gd name="connsiteY21" fmla="*/ 6028119 h 6858000"/>
              <a:gd name="connsiteX22" fmla="*/ 252821 w 1364418"/>
              <a:gd name="connsiteY22" fmla="*/ 5926735 h 6858000"/>
              <a:gd name="connsiteX23" fmla="*/ 302333 w 1364418"/>
              <a:gd name="connsiteY23" fmla="*/ 5712857 h 6858000"/>
              <a:gd name="connsiteX24" fmla="*/ 332131 w 1364418"/>
              <a:gd name="connsiteY24" fmla="*/ 5660491 h 6858000"/>
              <a:gd name="connsiteX25" fmla="*/ 341254 w 1364418"/>
              <a:gd name="connsiteY25" fmla="*/ 5563435 h 6858000"/>
              <a:gd name="connsiteX26" fmla="*/ 368130 w 1364418"/>
              <a:gd name="connsiteY26" fmla="*/ 5437125 h 6858000"/>
              <a:gd name="connsiteX27" fmla="*/ 381698 w 1364418"/>
              <a:gd name="connsiteY27" fmla="*/ 5396260 h 6858000"/>
              <a:gd name="connsiteX28" fmla="*/ 397679 w 1364418"/>
              <a:gd name="connsiteY28" fmla="*/ 5330009 h 6858000"/>
              <a:gd name="connsiteX29" fmla="*/ 431172 w 1364418"/>
              <a:gd name="connsiteY29" fmla="*/ 5273739 h 6858000"/>
              <a:gd name="connsiteX30" fmla="*/ 440771 w 1364418"/>
              <a:gd name="connsiteY30" fmla="*/ 5241779 h 6858000"/>
              <a:gd name="connsiteX31" fmla="*/ 451997 w 1364418"/>
              <a:gd name="connsiteY31" fmla="*/ 5225268 h 6858000"/>
              <a:gd name="connsiteX32" fmla="*/ 453017 w 1364418"/>
              <a:gd name="connsiteY32" fmla="*/ 5217684 h 6858000"/>
              <a:gd name="connsiteX33" fmla="*/ 460358 w 1364418"/>
              <a:gd name="connsiteY33" fmla="*/ 5193377 h 6858000"/>
              <a:gd name="connsiteX34" fmla="*/ 463661 w 1364418"/>
              <a:gd name="connsiteY34" fmla="*/ 5179288 h 6858000"/>
              <a:gd name="connsiteX35" fmla="*/ 464645 w 1364418"/>
              <a:gd name="connsiteY35" fmla="*/ 5173621 h 6858000"/>
              <a:gd name="connsiteX36" fmla="*/ 460279 w 1364418"/>
              <a:gd name="connsiteY36" fmla="*/ 5159961 h 6858000"/>
              <a:gd name="connsiteX37" fmla="*/ 466956 w 1364418"/>
              <a:gd name="connsiteY37" fmla="*/ 5144295 h 6858000"/>
              <a:gd name="connsiteX38" fmla="*/ 463889 w 1364418"/>
              <a:gd name="connsiteY38" fmla="*/ 5125185 h 6858000"/>
              <a:gd name="connsiteX39" fmla="*/ 470719 w 1364418"/>
              <a:gd name="connsiteY39" fmla="*/ 5121884 h 6858000"/>
              <a:gd name="connsiteX40" fmla="*/ 477755 w 1364418"/>
              <a:gd name="connsiteY40" fmla="*/ 5067850 h 6858000"/>
              <a:gd name="connsiteX41" fmla="*/ 480486 w 1364418"/>
              <a:gd name="connsiteY41" fmla="*/ 5060861 h 6858000"/>
              <a:gd name="connsiteX42" fmla="*/ 477190 w 1364418"/>
              <a:gd name="connsiteY42" fmla="*/ 5034192 h 6858000"/>
              <a:gd name="connsiteX43" fmla="*/ 478744 w 1364418"/>
              <a:gd name="connsiteY43" fmla="*/ 4993030 h 6858000"/>
              <a:gd name="connsiteX44" fmla="*/ 485653 w 1364418"/>
              <a:gd name="connsiteY44" fmla="*/ 4946844 h 6858000"/>
              <a:gd name="connsiteX45" fmla="*/ 481509 w 1364418"/>
              <a:gd name="connsiteY45" fmla="*/ 4932692 h 6858000"/>
              <a:gd name="connsiteX46" fmla="*/ 496912 w 1364418"/>
              <a:gd name="connsiteY46" fmla="*/ 4858827 h 6858000"/>
              <a:gd name="connsiteX47" fmla="*/ 502815 w 1364418"/>
              <a:gd name="connsiteY47" fmla="*/ 4821170 h 6858000"/>
              <a:gd name="connsiteX48" fmla="*/ 507548 w 1364418"/>
              <a:gd name="connsiteY48" fmla="*/ 4780965 h 6858000"/>
              <a:gd name="connsiteX49" fmla="*/ 508841 w 1364418"/>
              <a:gd name="connsiteY49" fmla="*/ 4750867 h 6858000"/>
              <a:gd name="connsiteX50" fmla="*/ 506648 w 1364418"/>
              <a:gd name="connsiteY50" fmla="*/ 4690749 h 6858000"/>
              <a:gd name="connsiteX51" fmla="*/ 502128 w 1364418"/>
              <a:gd name="connsiteY51" fmla="*/ 4584173 h 6858000"/>
              <a:gd name="connsiteX52" fmla="*/ 497211 w 1364418"/>
              <a:gd name="connsiteY52" fmla="*/ 4444346 h 6858000"/>
              <a:gd name="connsiteX53" fmla="*/ 493776 w 1364418"/>
              <a:gd name="connsiteY53" fmla="*/ 4375228 h 6858000"/>
              <a:gd name="connsiteX54" fmla="*/ 474429 w 1364418"/>
              <a:gd name="connsiteY54" fmla="*/ 4214165 h 6858000"/>
              <a:gd name="connsiteX55" fmla="*/ 478502 w 1364418"/>
              <a:gd name="connsiteY55" fmla="*/ 4090296 h 6858000"/>
              <a:gd name="connsiteX56" fmla="*/ 463758 w 1364418"/>
              <a:gd name="connsiteY56" fmla="*/ 4033999 h 6858000"/>
              <a:gd name="connsiteX57" fmla="*/ 464907 w 1364418"/>
              <a:gd name="connsiteY57" fmla="*/ 4031933 h 6858000"/>
              <a:gd name="connsiteX58" fmla="*/ 463483 w 1364418"/>
              <a:gd name="connsiteY58" fmla="*/ 4013953 h 6858000"/>
              <a:gd name="connsiteX59" fmla="*/ 449778 w 1364418"/>
              <a:gd name="connsiteY59" fmla="*/ 3974753 h 6858000"/>
              <a:gd name="connsiteX60" fmla="*/ 451376 w 1364418"/>
              <a:gd name="connsiteY60" fmla="*/ 3969950 h 6858000"/>
              <a:gd name="connsiteX61" fmla="*/ 444798 w 1364418"/>
              <a:gd name="connsiteY61" fmla="*/ 3933779 h 6858000"/>
              <a:gd name="connsiteX62" fmla="*/ 446129 w 1364418"/>
              <a:gd name="connsiteY62" fmla="*/ 3933093 h 6858000"/>
              <a:gd name="connsiteX63" fmla="*/ 450483 w 1364418"/>
              <a:gd name="connsiteY63" fmla="*/ 3922082 h 6858000"/>
              <a:gd name="connsiteX64" fmla="*/ 455561 w 1364418"/>
              <a:gd name="connsiteY64" fmla="*/ 3901461 h 6858000"/>
              <a:gd name="connsiteX65" fmla="*/ 478155 w 1364418"/>
              <a:gd name="connsiteY65" fmla="*/ 3813873 h 6858000"/>
              <a:gd name="connsiteX66" fmla="*/ 477580 w 1364418"/>
              <a:gd name="connsiteY66" fmla="*/ 3806161 h 6858000"/>
              <a:gd name="connsiteX67" fmla="*/ 477887 w 1364418"/>
              <a:gd name="connsiteY67" fmla="*/ 3805957 h 6858000"/>
              <a:gd name="connsiteX68" fmla="*/ 477914 w 1364418"/>
              <a:gd name="connsiteY68" fmla="*/ 3797724 h 6858000"/>
              <a:gd name="connsiteX69" fmla="*/ 476529 w 1364418"/>
              <a:gd name="connsiteY69" fmla="*/ 3792098 h 6858000"/>
              <a:gd name="connsiteX70" fmla="*/ 475413 w 1364418"/>
              <a:gd name="connsiteY70" fmla="*/ 3777135 h 6858000"/>
              <a:gd name="connsiteX71" fmla="*/ 477146 w 1364418"/>
              <a:gd name="connsiteY71" fmla="*/ 3771656 h 6858000"/>
              <a:gd name="connsiteX72" fmla="*/ 480889 w 1364418"/>
              <a:gd name="connsiteY72" fmla="*/ 3769007 h 6858000"/>
              <a:gd name="connsiteX73" fmla="*/ 480355 w 1364418"/>
              <a:gd name="connsiteY73" fmla="*/ 3767709 h 6858000"/>
              <a:gd name="connsiteX74" fmla="*/ 489051 w 1364418"/>
              <a:gd name="connsiteY74" fmla="*/ 3738082 h 6858000"/>
              <a:gd name="connsiteX75" fmla="*/ 496397 w 1364418"/>
              <a:gd name="connsiteY75" fmla="*/ 3673397 h 6858000"/>
              <a:gd name="connsiteX76" fmla="*/ 495693 w 1364418"/>
              <a:gd name="connsiteY76" fmla="*/ 3637109 h 6858000"/>
              <a:gd name="connsiteX77" fmla="*/ 499136 w 1364418"/>
              <a:gd name="connsiteY77" fmla="*/ 3536883 h 6858000"/>
              <a:gd name="connsiteX78" fmla="*/ 506674 w 1364418"/>
              <a:gd name="connsiteY78" fmla="*/ 3435652 h 6858000"/>
              <a:gd name="connsiteX79" fmla="*/ 508345 w 1364418"/>
              <a:gd name="connsiteY79" fmla="*/ 3307769 h 6858000"/>
              <a:gd name="connsiteX80" fmla="*/ 525908 w 1364418"/>
              <a:gd name="connsiteY80" fmla="*/ 3250522 h 6858000"/>
              <a:gd name="connsiteX81" fmla="*/ 526333 w 1364418"/>
              <a:gd name="connsiteY81" fmla="*/ 3229163 h 6858000"/>
              <a:gd name="connsiteX82" fmla="*/ 528156 w 1364418"/>
              <a:gd name="connsiteY82" fmla="*/ 3217217 h 6858000"/>
              <a:gd name="connsiteX83" fmla="*/ 514991 w 1364418"/>
              <a:gd name="connsiteY83" fmla="*/ 3183755 h 6858000"/>
              <a:gd name="connsiteX84" fmla="*/ 515492 w 1364418"/>
              <a:gd name="connsiteY84" fmla="*/ 3178642 h 6858000"/>
              <a:gd name="connsiteX85" fmla="*/ 503092 w 1364418"/>
              <a:gd name="connsiteY85" fmla="*/ 3158586 h 6858000"/>
              <a:gd name="connsiteX86" fmla="*/ 488277 w 1364418"/>
              <a:gd name="connsiteY86" fmla="*/ 3129034 h 6858000"/>
              <a:gd name="connsiteX87" fmla="*/ 488942 w 1364418"/>
              <a:gd name="connsiteY87" fmla="*/ 3126682 h 6858000"/>
              <a:gd name="connsiteX88" fmla="*/ 479810 w 1364418"/>
              <a:gd name="connsiteY88" fmla="*/ 3114519 h 6858000"/>
              <a:gd name="connsiteX89" fmla="*/ 466419 w 1364418"/>
              <a:gd name="connsiteY89" fmla="*/ 3106272 h 6858000"/>
              <a:gd name="connsiteX90" fmla="*/ 439149 w 1364418"/>
              <a:gd name="connsiteY90" fmla="*/ 2958185 h 6858000"/>
              <a:gd name="connsiteX91" fmla="*/ 381763 w 1364418"/>
              <a:gd name="connsiteY91" fmla="*/ 2762989 h 6858000"/>
              <a:gd name="connsiteX92" fmla="*/ 330681 w 1364418"/>
              <a:gd name="connsiteY92" fmla="*/ 2554718 h 6858000"/>
              <a:gd name="connsiteX93" fmla="*/ 310775 w 1364418"/>
              <a:gd name="connsiteY93" fmla="*/ 2485734 h 6858000"/>
              <a:gd name="connsiteX94" fmla="*/ 301498 w 1364418"/>
              <a:gd name="connsiteY94" fmla="*/ 2447068 h 6858000"/>
              <a:gd name="connsiteX95" fmla="*/ 288459 w 1364418"/>
              <a:gd name="connsiteY95" fmla="*/ 2425819 h 6858000"/>
              <a:gd name="connsiteX96" fmla="*/ 294458 w 1364418"/>
              <a:gd name="connsiteY96" fmla="*/ 2402874 h 6858000"/>
              <a:gd name="connsiteX97" fmla="*/ 297070 w 1364418"/>
              <a:gd name="connsiteY97" fmla="*/ 2381443 h 6858000"/>
              <a:gd name="connsiteX98" fmla="*/ 273399 w 1364418"/>
              <a:gd name="connsiteY98" fmla="*/ 2261920 h 6858000"/>
              <a:gd name="connsiteX99" fmla="*/ 263286 w 1364418"/>
              <a:gd name="connsiteY99" fmla="*/ 2195378 h 6858000"/>
              <a:gd name="connsiteX100" fmla="*/ 247503 w 1364418"/>
              <a:gd name="connsiteY100" fmla="*/ 2155135 h 6858000"/>
              <a:gd name="connsiteX101" fmla="*/ 244961 w 1364418"/>
              <a:gd name="connsiteY101" fmla="*/ 2118008 h 6858000"/>
              <a:gd name="connsiteX102" fmla="*/ 245954 w 1364418"/>
              <a:gd name="connsiteY102" fmla="*/ 2050531 h 6858000"/>
              <a:gd name="connsiteX103" fmla="*/ 237760 w 1364418"/>
              <a:gd name="connsiteY103" fmla="*/ 1963269 h 6858000"/>
              <a:gd name="connsiteX104" fmla="*/ 218938 w 1364418"/>
              <a:gd name="connsiteY104" fmla="*/ 1906352 h 6858000"/>
              <a:gd name="connsiteX105" fmla="*/ 195495 w 1364418"/>
              <a:gd name="connsiteY105" fmla="*/ 1861531 h 6858000"/>
              <a:gd name="connsiteX106" fmla="*/ 149294 w 1364418"/>
              <a:gd name="connsiteY106" fmla="*/ 1732919 h 6858000"/>
              <a:gd name="connsiteX107" fmla="*/ 121605 w 1364418"/>
              <a:gd name="connsiteY107" fmla="*/ 1663540 h 6858000"/>
              <a:gd name="connsiteX108" fmla="*/ 120731 w 1364418"/>
              <a:gd name="connsiteY108" fmla="*/ 1615777 h 6858000"/>
              <a:gd name="connsiteX109" fmla="*/ 101526 w 1364418"/>
              <a:gd name="connsiteY109" fmla="*/ 1563678 h 6858000"/>
              <a:gd name="connsiteX110" fmla="*/ 114606 w 1364418"/>
              <a:gd name="connsiteY110" fmla="*/ 1519474 h 6858000"/>
              <a:gd name="connsiteX111" fmla="*/ 107348 w 1364418"/>
              <a:gd name="connsiteY111" fmla="*/ 1477995 h 6858000"/>
              <a:gd name="connsiteX112" fmla="*/ 93433 w 1364418"/>
              <a:gd name="connsiteY112" fmla="*/ 1373769 h 6858000"/>
              <a:gd name="connsiteX113" fmla="*/ 101740 w 1364418"/>
              <a:gd name="connsiteY113" fmla="*/ 1307086 h 6858000"/>
              <a:gd name="connsiteX114" fmla="*/ 102928 w 1364418"/>
              <a:gd name="connsiteY114" fmla="*/ 1189033 h 6858000"/>
              <a:gd name="connsiteX115" fmla="*/ 107613 w 1364418"/>
              <a:gd name="connsiteY115" fmla="*/ 1168288 h 6858000"/>
              <a:gd name="connsiteX116" fmla="*/ 99895 w 1364418"/>
              <a:gd name="connsiteY116" fmla="*/ 1142577 h 6858000"/>
              <a:gd name="connsiteX117" fmla="*/ 89201 w 1364418"/>
              <a:gd name="connsiteY117" fmla="*/ 1088484 h 6858000"/>
              <a:gd name="connsiteX118" fmla="*/ 77937 w 1364418"/>
              <a:gd name="connsiteY118" fmla="*/ 1016103 h 6858000"/>
              <a:gd name="connsiteX119" fmla="*/ 79393 w 1364418"/>
              <a:gd name="connsiteY119" fmla="*/ 954054 h 6858000"/>
              <a:gd name="connsiteX120" fmla="*/ 90309 w 1364418"/>
              <a:gd name="connsiteY120" fmla="*/ 921368 h 6858000"/>
              <a:gd name="connsiteX121" fmla="*/ 74258 w 1364418"/>
              <a:gd name="connsiteY121" fmla="*/ 896999 h 6858000"/>
              <a:gd name="connsiteX122" fmla="*/ 43666 w 1364418"/>
              <a:gd name="connsiteY122" fmla="*/ 821517 h 6858000"/>
              <a:gd name="connsiteX123" fmla="*/ 22616 w 1364418"/>
              <a:gd name="connsiteY123" fmla="*/ 751353 h 6858000"/>
              <a:gd name="connsiteX124" fmla="*/ 22174 w 1364418"/>
              <a:gd name="connsiteY124" fmla="*/ 721230 h 6858000"/>
              <a:gd name="connsiteX125" fmla="*/ 7845 w 1364418"/>
              <a:gd name="connsiteY125" fmla="*/ 681659 h 6858000"/>
              <a:gd name="connsiteX126" fmla="*/ 31306 w 1364418"/>
              <a:gd name="connsiteY126" fmla="*/ 619315 h 6858000"/>
              <a:gd name="connsiteX127" fmla="*/ 15184 w 1364418"/>
              <a:gd name="connsiteY127" fmla="*/ 585934 h 6858000"/>
              <a:gd name="connsiteX128" fmla="*/ 22258 w 1364418"/>
              <a:gd name="connsiteY128" fmla="*/ 538948 h 6858000"/>
              <a:gd name="connsiteX129" fmla="*/ 26166 w 1364418"/>
              <a:gd name="connsiteY129" fmla="*/ 525163 h 6858000"/>
              <a:gd name="connsiteX130" fmla="*/ 52290 w 1364418"/>
              <a:gd name="connsiteY130" fmla="*/ 446567 h 6858000"/>
              <a:gd name="connsiteX131" fmla="*/ 51538 w 1364418"/>
              <a:gd name="connsiteY131" fmla="*/ 393828 h 6858000"/>
              <a:gd name="connsiteX132" fmla="*/ 51368 w 1364418"/>
              <a:gd name="connsiteY132" fmla="*/ 353137 h 6858000"/>
              <a:gd name="connsiteX133" fmla="*/ 55970 w 1364418"/>
              <a:gd name="connsiteY133" fmla="*/ 321428 h 6858000"/>
              <a:gd name="connsiteX134" fmla="*/ 57061 w 1364418"/>
              <a:gd name="connsiteY134" fmla="*/ 275771 h 6858000"/>
              <a:gd name="connsiteX135" fmla="*/ 74088 w 1364418"/>
              <a:gd name="connsiteY135" fmla="*/ 212860 h 6858000"/>
              <a:gd name="connsiteX136" fmla="*/ 65798 w 1364418"/>
              <a:gd name="connsiteY136" fmla="*/ 144983 h 6858000"/>
              <a:gd name="connsiteX137" fmla="*/ 78082 w 1364418"/>
              <a:gd name="connsiteY137" fmla="*/ 55288 h 6858000"/>
              <a:gd name="connsiteX138" fmla="*/ 37636 w 1364418"/>
              <a:gd name="connsiteY138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166592 w 1364418"/>
              <a:gd name="connsiteY8" fmla="*/ 6636211 h 6858000"/>
              <a:gd name="connsiteX9" fmla="*/ 251033 w 1364418"/>
              <a:gd name="connsiteY9" fmla="*/ 6492130 h 6858000"/>
              <a:gd name="connsiteX10" fmla="*/ 266720 w 1364418"/>
              <a:gd name="connsiteY10" fmla="*/ 6431610 h 6858000"/>
              <a:gd name="connsiteX11" fmla="*/ 310425 w 1364418"/>
              <a:gd name="connsiteY11" fmla="*/ 6379786 h 6858000"/>
              <a:gd name="connsiteX12" fmla="*/ 293648 w 1364418"/>
              <a:gd name="connsiteY12" fmla="*/ 6334727 h 6858000"/>
              <a:gd name="connsiteX13" fmla="*/ 271063 w 1364418"/>
              <a:gd name="connsiteY13" fmla="*/ 6313295 h 6858000"/>
              <a:gd name="connsiteX14" fmla="*/ 278227 w 1364418"/>
              <a:gd name="connsiteY14" fmla="*/ 6280046 h 6858000"/>
              <a:gd name="connsiteX15" fmla="*/ 281226 w 1364418"/>
              <a:gd name="connsiteY15" fmla="*/ 6272987 h 6858000"/>
              <a:gd name="connsiteX16" fmla="*/ 288000 w 1364418"/>
              <a:gd name="connsiteY16" fmla="*/ 6252834 h 6858000"/>
              <a:gd name="connsiteX17" fmla="*/ 265992 w 1364418"/>
              <a:gd name="connsiteY17" fmla="*/ 6202459 h 6858000"/>
              <a:gd name="connsiteX18" fmla="*/ 264790 w 1364418"/>
              <a:gd name="connsiteY18" fmla="*/ 6153037 h 6858000"/>
              <a:gd name="connsiteX19" fmla="*/ 280205 w 1364418"/>
              <a:gd name="connsiteY19" fmla="*/ 6078132 h 6858000"/>
              <a:gd name="connsiteX20" fmla="*/ 267592 w 1364418"/>
              <a:gd name="connsiteY20" fmla="*/ 6028119 h 6858000"/>
              <a:gd name="connsiteX21" fmla="*/ 252821 w 1364418"/>
              <a:gd name="connsiteY21" fmla="*/ 5926735 h 6858000"/>
              <a:gd name="connsiteX22" fmla="*/ 302333 w 1364418"/>
              <a:gd name="connsiteY22" fmla="*/ 5712857 h 6858000"/>
              <a:gd name="connsiteX23" fmla="*/ 332131 w 1364418"/>
              <a:gd name="connsiteY23" fmla="*/ 5660491 h 6858000"/>
              <a:gd name="connsiteX24" fmla="*/ 341254 w 1364418"/>
              <a:gd name="connsiteY24" fmla="*/ 5563435 h 6858000"/>
              <a:gd name="connsiteX25" fmla="*/ 368130 w 1364418"/>
              <a:gd name="connsiteY25" fmla="*/ 5437125 h 6858000"/>
              <a:gd name="connsiteX26" fmla="*/ 381698 w 1364418"/>
              <a:gd name="connsiteY26" fmla="*/ 5396260 h 6858000"/>
              <a:gd name="connsiteX27" fmla="*/ 397679 w 1364418"/>
              <a:gd name="connsiteY27" fmla="*/ 5330009 h 6858000"/>
              <a:gd name="connsiteX28" fmla="*/ 431172 w 1364418"/>
              <a:gd name="connsiteY28" fmla="*/ 5273739 h 6858000"/>
              <a:gd name="connsiteX29" fmla="*/ 440771 w 1364418"/>
              <a:gd name="connsiteY29" fmla="*/ 5241779 h 6858000"/>
              <a:gd name="connsiteX30" fmla="*/ 451997 w 1364418"/>
              <a:gd name="connsiteY30" fmla="*/ 5225268 h 6858000"/>
              <a:gd name="connsiteX31" fmla="*/ 453017 w 1364418"/>
              <a:gd name="connsiteY31" fmla="*/ 5217684 h 6858000"/>
              <a:gd name="connsiteX32" fmla="*/ 460358 w 1364418"/>
              <a:gd name="connsiteY32" fmla="*/ 5193377 h 6858000"/>
              <a:gd name="connsiteX33" fmla="*/ 463661 w 1364418"/>
              <a:gd name="connsiteY33" fmla="*/ 5179288 h 6858000"/>
              <a:gd name="connsiteX34" fmla="*/ 464645 w 1364418"/>
              <a:gd name="connsiteY34" fmla="*/ 5173621 h 6858000"/>
              <a:gd name="connsiteX35" fmla="*/ 460279 w 1364418"/>
              <a:gd name="connsiteY35" fmla="*/ 5159961 h 6858000"/>
              <a:gd name="connsiteX36" fmla="*/ 466956 w 1364418"/>
              <a:gd name="connsiteY36" fmla="*/ 5144295 h 6858000"/>
              <a:gd name="connsiteX37" fmla="*/ 463889 w 1364418"/>
              <a:gd name="connsiteY37" fmla="*/ 5125185 h 6858000"/>
              <a:gd name="connsiteX38" fmla="*/ 470719 w 1364418"/>
              <a:gd name="connsiteY38" fmla="*/ 5121884 h 6858000"/>
              <a:gd name="connsiteX39" fmla="*/ 477755 w 1364418"/>
              <a:gd name="connsiteY39" fmla="*/ 5067850 h 6858000"/>
              <a:gd name="connsiteX40" fmla="*/ 480486 w 1364418"/>
              <a:gd name="connsiteY40" fmla="*/ 5060861 h 6858000"/>
              <a:gd name="connsiteX41" fmla="*/ 477190 w 1364418"/>
              <a:gd name="connsiteY41" fmla="*/ 5034192 h 6858000"/>
              <a:gd name="connsiteX42" fmla="*/ 478744 w 1364418"/>
              <a:gd name="connsiteY42" fmla="*/ 4993030 h 6858000"/>
              <a:gd name="connsiteX43" fmla="*/ 485653 w 1364418"/>
              <a:gd name="connsiteY43" fmla="*/ 4946844 h 6858000"/>
              <a:gd name="connsiteX44" fmla="*/ 481509 w 1364418"/>
              <a:gd name="connsiteY44" fmla="*/ 4932692 h 6858000"/>
              <a:gd name="connsiteX45" fmla="*/ 496912 w 1364418"/>
              <a:gd name="connsiteY45" fmla="*/ 4858827 h 6858000"/>
              <a:gd name="connsiteX46" fmla="*/ 502815 w 1364418"/>
              <a:gd name="connsiteY46" fmla="*/ 4821170 h 6858000"/>
              <a:gd name="connsiteX47" fmla="*/ 507548 w 1364418"/>
              <a:gd name="connsiteY47" fmla="*/ 4780965 h 6858000"/>
              <a:gd name="connsiteX48" fmla="*/ 508841 w 1364418"/>
              <a:gd name="connsiteY48" fmla="*/ 4750867 h 6858000"/>
              <a:gd name="connsiteX49" fmla="*/ 506648 w 1364418"/>
              <a:gd name="connsiteY49" fmla="*/ 4690749 h 6858000"/>
              <a:gd name="connsiteX50" fmla="*/ 502128 w 1364418"/>
              <a:gd name="connsiteY50" fmla="*/ 4584173 h 6858000"/>
              <a:gd name="connsiteX51" fmla="*/ 497211 w 1364418"/>
              <a:gd name="connsiteY51" fmla="*/ 4444346 h 6858000"/>
              <a:gd name="connsiteX52" fmla="*/ 493776 w 1364418"/>
              <a:gd name="connsiteY52" fmla="*/ 4375228 h 6858000"/>
              <a:gd name="connsiteX53" fmla="*/ 474429 w 1364418"/>
              <a:gd name="connsiteY53" fmla="*/ 4214165 h 6858000"/>
              <a:gd name="connsiteX54" fmla="*/ 478502 w 1364418"/>
              <a:gd name="connsiteY54" fmla="*/ 4090296 h 6858000"/>
              <a:gd name="connsiteX55" fmla="*/ 463758 w 1364418"/>
              <a:gd name="connsiteY55" fmla="*/ 4033999 h 6858000"/>
              <a:gd name="connsiteX56" fmla="*/ 464907 w 1364418"/>
              <a:gd name="connsiteY56" fmla="*/ 4031933 h 6858000"/>
              <a:gd name="connsiteX57" fmla="*/ 463483 w 1364418"/>
              <a:gd name="connsiteY57" fmla="*/ 4013953 h 6858000"/>
              <a:gd name="connsiteX58" fmla="*/ 449778 w 1364418"/>
              <a:gd name="connsiteY58" fmla="*/ 3974753 h 6858000"/>
              <a:gd name="connsiteX59" fmla="*/ 451376 w 1364418"/>
              <a:gd name="connsiteY59" fmla="*/ 3969950 h 6858000"/>
              <a:gd name="connsiteX60" fmla="*/ 444798 w 1364418"/>
              <a:gd name="connsiteY60" fmla="*/ 3933779 h 6858000"/>
              <a:gd name="connsiteX61" fmla="*/ 446129 w 1364418"/>
              <a:gd name="connsiteY61" fmla="*/ 3933093 h 6858000"/>
              <a:gd name="connsiteX62" fmla="*/ 450483 w 1364418"/>
              <a:gd name="connsiteY62" fmla="*/ 3922082 h 6858000"/>
              <a:gd name="connsiteX63" fmla="*/ 455561 w 1364418"/>
              <a:gd name="connsiteY63" fmla="*/ 3901461 h 6858000"/>
              <a:gd name="connsiteX64" fmla="*/ 478155 w 1364418"/>
              <a:gd name="connsiteY64" fmla="*/ 3813873 h 6858000"/>
              <a:gd name="connsiteX65" fmla="*/ 477580 w 1364418"/>
              <a:gd name="connsiteY65" fmla="*/ 3806161 h 6858000"/>
              <a:gd name="connsiteX66" fmla="*/ 477887 w 1364418"/>
              <a:gd name="connsiteY66" fmla="*/ 3805957 h 6858000"/>
              <a:gd name="connsiteX67" fmla="*/ 477914 w 1364418"/>
              <a:gd name="connsiteY67" fmla="*/ 3797724 h 6858000"/>
              <a:gd name="connsiteX68" fmla="*/ 476529 w 1364418"/>
              <a:gd name="connsiteY68" fmla="*/ 3792098 h 6858000"/>
              <a:gd name="connsiteX69" fmla="*/ 475413 w 1364418"/>
              <a:gd name="connsiteY69" fmla="*/ 3777135 h 6858000"/>
              <a:gd name="connsiteX70" fmla="*/ 477146 w 1364418"/>
              <a:gd name="connsiteY70" fmla="*/ 3771656 h 6858000"/>
              <a:gd name="connsiteX71" fmla="*/ 480889 w 1364418"/>
              <a:gd name="connsiteY71" fmla="*/ 3769007 h 6858000"/>
              <a:gd name="connsiteX72" fmla="*/ 480355 w 1364418"/>
              <a:gd name="connsiteY72" fmla="*/ 3767709 h 6858000"/>
              <a:gd name="connsiteX73" fmla="*/ 489051 w 1364418"/>
              <a:gd name="connsiteY73" fmla="*/ 3738082 h 6858000"/>
              <a:gd name="connsiteX74" fmla="*/ 496397 w 1364418"/>
              <a:gd name="connsiteY74" fmla="*/ 3673397 h 6858000"/>
              <a:gd name="connsiteX75" fmla="*/ 495693 w 1364418"/>
              <a:gd name="connsiteY75" fmla="*/ 3637109 h 6858000"/>
              <a:gd name="connsiteX76" fmla="*/ 499136 w 1364418"/>
              <a:gd name="connsiteY76" fmla="*/ 3536883 h 6858000"/>
              <a:gd name="connsiteX77" fmla="*/ 506674 w 1364418"/>
              <a:gd name="connsiteY77" fmla="*/ 3435652 h 6858000"/>
              <a:gd name="connsiteX78" fmla="*/ 508345 w 1364418"/>
              <a:gd name="connsiteY78" fmla="*/ 3307769 h 6858000"/>
              <a:gd name="connsiteX79" fmla="*/ 525908 w 1364418"/>
              <a:gd name="connsiteY79" fmla="*/ 3250522 h 6858000"/>
              <a:gd name="connsiteX80" fmla="*/ 526333 w 1364418"/>
              <a:gd name="connsiteY80" fmla="*/ 3229163 h 6858000"/>
              <a:gd name="connsiteX81" fmla="*/ 528156 w 1364418"/>
              <a:gd name="connsiteY81" fmla="*/ 3217217 h 6858000"/>
              <a:gd name="connsiteX82" fmla="*/ 514991 w 1364418"/>
              <a:gd name="connsiteY82" fmla="*/ 3183755 h 6858000"/>
              <a:gd name="connsiteX83" fmla="*/ 515492 w 1364418"/>
              <a:gd name="connsiteY83" fmla="*/ 3178642 h 6858000"/>
              <a:gd name="connsiteX84" fmla="*/ 503092 w 1364418"/>
              <a:gd name="connsiteY84" fmla="*/ 3158586 h 6858000"/>
              <a:gd name="connsiteX85" fmla="*/ 488277 w 1364418"/>
              <a:gd name="connsiteY85" fmla="*/ 3129034 h 6858000"/>
              <a:gd name="connsiteX86" fmla="*/ 488942 w 1364418"/>
              <a:gd name="connsiteY86" fmla="*/ 3126682 h 6858000"/>
              <a:gd name="connsiteX87" fmla="*/ 479810 w 1364418"/>
              <a:gd name="connsiteY87" fmla="*/ 3114519 h 6858000"/>
              <a:gd name="connsiteX88" fmla="*/ 466419 w 1364418"/>
              <a:gd name="connsiteY88" fmla="*/ 3106272 h 6858000"/>
              <a:gd name="connsiteX89" fmla="*/ 439149 w 1364418"/>
              <a:gd name="connsiteY89" fmla="*/ 2958185 h 6858000"/>
              <a:gd name="connsiteX90" fmla="*/ 381763 w 1364418"/>
              <a:gd name="connsiteY90" fmla="*/ 2762989 h 6858000"/>
              <a:gd name="connsiteX91" fmla="*/ 330681 w 1364418"/>
              <a:gd name="connsiteY91" fmla="*/ 2554718 h 6858000"/>
              <a:gd name="connsiteX92" fmla="*/ 310775 w 1364418"/>
              <a:gd name="connsiteY92" fmla="*/ 2485734 h 6858000"/>
              <a:gd name="connsiteX93" fmla="*/ 301498 w 1364418"/>
              <a:gd name="connsiteY93" fmla="*/ 2447068 h 6858000"/>
              <a:gd name="connsiteX94" fmla="*/ 288459 w 1364418"/>
              <a:gd name="connsiteY94" fmla="*/ 2425819 h 6858000"/>
              <a:gd name="connsiteX95" fmla="*/ 294458 w 1364418"/>
              <a:gd name="connsiteY95" fmla="*/ 2402874 h 6858000"/>
              <a:gd name="connsiteX96" fmla="*/ 297070 w 1364418"/>
              <a:gd name="connsiteY96" fmla="*/ 2381443 h 6858000"/>
              <a:gd name="connsiteX97" fmla="*/ 273399 w 1364418"/>
              <a:gd name="connsiteY97" fmla="*/ 2261920 h 6858000"/>
              <a:gd name="connsiteX98" fmla="*/ 263286 w 1364418"/>
              <a:gd name="connsiteY98" fmla="*/ 2195378 h 6858000"/>
              <a:gd name="connsiteX99" fmla="*/ 247503 w 1364418"/>
              <a:gd name="connsiteY99" fmla="*/ 2155135 h 6858000"/>
              <a:gd name="connsiteX100" fmla="*/ 244961 w 1364418"/>
              <a:gd name="connsiteY100" fmla="*/ 2118008 h 6858000"/>
              <a:gd name="connsiteX101" fmla="*/ 245954 w 1364418"/>
              <a:gd name="connsiteY101" fmla="*/ 2050531 h 6858000"/>
              <a:gd name="connsiteX102" fmla="*/ 237760 w 1364418"/>
              <a:gd name="connsiteY102" fmla="*/ 1963269 h 6858000"/>
              <a:gd name="connsiteX103" fmla="*/ 218938 w 1364418"/>
              <a:gd name="connsiteY103" fmla="*/ 1906352 h 6858000"/>
              <a:gd name="connsiteX104" fmla="*/ 195495 w 1364418"/>
              <a:gd name="connsiteY104" fmla="*/ 1861531 h 6858000"/>
              <a:gd name="connsiteX105" fmla="*/ 149294 w 1364418"/>
              <a:gd name="connsiteY105" fmla="*/ 1732919 h 6858000"/>
              <a:gd name="connsiteX106" fmla="*/ 121605 w 1364418"/>
              <a:gd name="connsiteY106" fmla="*/ 1663540 h 6858000"/>
              <a:gd name="connsiteX107" fmla="*/ 120731 w 1364418"/>
              <a:gd name="connsiteY107" fmla="*/ 1615777 h 6858000"/>
              <a:gd name="connsiteX108" fmla="*/ 101526 w 1364418"/>
              <a:gd name="connsiteY108" fmla="*/ 1563678 h 6858000"/>
              <a:gd name="connsiteX109" fmla="*/ 114606 w 1364418"/>
              <a:gd name="connsiteY109" fmla="*/ 1519474 h 6858000"/>
              <a:gd name="connsiteX110" fmla="*/ 107348 w 1364418"/>
              <a:gd name="connsiteY110" fmla="*/ 1477995 h 6858000"/>
              <a:gd name="connsiteX111" fmla="*/ 93433 w 1364418"/>
              <a:gd name="connsiteY111" fmla="*/ 1373769 h 6858000"/>
              <a:gd name="connsiteX112" fmla="*/ 101740 w 1364418"/>
              <a:gd name="connsiteY112" fmla="*/ 1307086 h 6858000"/>
              <a:gd name="connsiteX113" fmla="*/ 102928 w 1364418"/>
              <a:gd name="connsiteY113" fmla="*/ 1189033 h 6858000"/>
              <a:gd name="connsiteX114" fmla="*/ 107613 w 1364418"/>
              <a:gd name="connsiteY114" fmla="*/ 1168288 h 6858000"/>
              <a:gd name="connsiteX115" fmla="*/ 99895 w 1364418"/>
              <a:gd name="connsiteY115" fmla="*/ 1142577 h 6858000"/>
              <a:gd name="connsiteX116" fmla="*/ 89201 w 1364418"/>
              <a:gd name="connsiteY116" fmla="*/ 1088484 h 6858000"/>
              <a:gd name="connsiteX117" fmla="*/ 77937 w 1364418"/>
              <a:gd name="connsiteY117" fmla="*/ 1016103 h 6858000"/>
              <a:gd name="connsiteX118" fmla="*/ 79393 w 1364418"/>
              <a:gd name="connsiteY118" fmla="*/ 954054 h 6858000"/>
              <a:gd name="connsiteX119" fmla="*/ 90309 w 1364418"/>
              <a:gd name="connsiteY119" fmla="*/ 921368 h 6858000"/>
              <a:gd name="connsiteX120" fmla="*/ 74258 w 1364418"/>
              <a:gd name="connsiteY120" fmla="*/ 896999 h 6858000"/>
              <a:gd name="connsiteX121" fmla="*/ 43666 w 1364418"/>
              <a:gd name="connsiteY121" fmla="*/ 821517 h 6858000"/>
              <a:gd name="connsiteX122" fmla="*/ 22616 w 1364418"/>
              <a:gd name="connsiteY122" fmla="*/ 751353 h 6858000"/>
              <a:gd name="connsiteX123" fmla="*/ 22174 w 1364418"/>
              <a:gd name="connsiteY123" fmla="*/ 721230 h 6858000"/>
              <a:gd name="connsiteX124" fmla="*/ 7845 w 1364418"/>
              <a:gd name="connsiteY124" fmla="*/ 681659 h 6858000"/>
              <a:gd name="connsiteX125" fmla="*/ 31306 w 1364418"/>
              <a:gd name="connsiteY125" fmla="*/ 619315 h 6858000"/>
              <a:gd name="connsiteX126" fmla="*/ 15184 w 1364418"/>
              <a:gd name="connsiteY126" fmla="*/ 585934 h 6858000"/>
              <a:gd name="connsiteX127" fmla="*/ 22258 w 1364418"/>
              <a:gd name="connsiteY127" fmla="*/ 538948 h 6858000"/>
              <a:gd name="connsiteX128" fmla="*/ 26166 w 1364418"/>
              <a:gd name="connsiteY128" fmla="*/ 525163 h 6858000"/>
              <a:gd name="connsiteX129" fmla="*/ 52290 w 1364418"/>
              <a:gd name="connsiteY129" fmla="*/ 446567 h 6858000"/>
              <a:gd name="connsiteX130" fmla="*/ 51538 w 1364418"/>
              <a:gd name="connsiteY130" fmla="*/ 393828 h 6858000"/>
              <a:gd name="connsiteX131" fmla="*/ 51368 w 1364418"/>
              <a:gd name="connsiteY131" fmla="*/ 353137 h 6858000"/>
              <a:gd name="connsiteX132" fmla="*/ 55970 w 1364418"/>
              <a:gd name="connsiteY132" fmla="*/ 321428 h 6858000"/>
              <a:gd name="connsiteX133" fmla="*/ 57061 w 1364418"/>
              <a:gd name="connsiteY133" fmla="*/ 275771 h 6858000"/>
              <a:gd name="connsiteX134" fmla="*/ 74088 w 1364418"/>
              <a:gd name="connsiteY134" fmla="*/ 212860 h 6858000"/>
              <a:gd name="connsiteX135" fmla="*/ 65798 w 1364418"/>
              <a:gd name="connsiteY135" fmla="*/ 144983 h 6858000"/>
              <a:gd name="connsiteX136" fmla="*/ 78082 w 1364418"/>
              <a:gd name="connsiteY136" fmla="*/ 55288 h 6858000"/>
              <a:gd name="connsiteX137" fmla="*/ 37636 w 1364418"/>
              <a:gd name="connsiteY137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165968 w 1364418"/>
              <a:gd name="connsiteY7" fmla="*/ 6659970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51033 w 1364418"/>
              <a:gd name="connsiteY8" fmla="*/ 6492130 h 6858000"/>
              <a:gd name="connsiteX9" fmla="*/ 266720 w 1364418"/>
              <a:gd name="connsiteY9" fmla="*/ 6431610 h 6858000"/>
              <a:gd name="connsiteX10" fmla="*/ 310425 w 1364418"/>
              <a:gd name="connsiteY10" fmla="*/ 6379786 h 6858000"/>
              <a:gd name="connsiteX11" fmla="*/ 293648 w 1364418"/>
              <a:gd name="connsiteY11" fmla="*/ 6334727 h 6858000"/>
              <a:gd name="connsiteX12" fmla="*/ 271063 w 1364418"/>
              <a:gd name="connsiteY12" fmla="*/ 6313295 h 6858000"/>
              <a:gd name="connsiteX13" fmla="*/ 278227 w 1364418"/>
              <a:gd name="connsiteY13" fmla="*/ 6280046 h 6858000"/>
              <a:gd name="connsiteX14" fmla="*/ 281226 w 1364418"/>
              <a:gd name="connsiteY14" fmla="*/ 6272987 h 6858000"/>
              <a:gd name="connsiteX15" fmla="*/ 288000 w 1364418"/>
              <a:gd name="connsiteY15" fmla="*/ 6252834 h 6858000"/>
              <a:gd name="connsiteX16" fmla="*/ 265992 w 1364418"/>
              <a:gd name="connsiteY16" fmla="*/ 6202459 h 6858000"/>
              <a:gd name="connsiteX17" fmla="*/ 264790 w 1364418"/>
              <a:gd name="connsiteY17" fmla="*/ 6153037 h 6858000"/>
              <a:gd name="connsiteX18" fmla="*/ 280205 w 1364418"/>
              <a:gd name="connsiteY18" fmla="*/ 6078132 h 6858000"/>
              <a:gd name="connsiteX19" fmla="*/ 267592 w 1364418"/>
              <a:gd name="connsiteY19" fmla="*/ 6028119 h 6858000"/>
              <a:gd name="connsiteX20" fmla="*/ 252821 w 1364418"/>
              <a:gd name="connsiteY20" fmla="*/ 5926735 h 6858000"/>
              <a:gd name="connsiteX21" fmla="*/ 302333 w 1364418"/>
              <a:gd name="connsiteY21" fmla="*/ 5712857 h 6858000"/>
              <a:gd name="connsiteX22" fmla="*/ 332131 w 1364418"/>
              <a:gd name="connsiteY22" fmla="*/ 5660491 h 6858000"/>
              <a:gd name="connsiteX23" fmla="*/ 341254 w 1364418"/>
              <a:gd name="connsiteY23" fmla="*/ 5563435 h 6858000"/>
              <a:gd name="connsiteX24" fmla="*/ 368130 w 1364418"/>
              <a:gd name="connsiteY24" fmla="*/ 5437125 h 6858000"/>
              <a:gd name="connsiteX25" fmla="*/ 381698 w 1364418"/>
              <a:gd name="connsiteY25" fmla="*/ 5396260 h 6858000"/>
              <a:gd name="connsiteX26" fmla="*/ 397679 w 1364418"/>
              <a:gd name="connsiteY26" fmla="*/ 5330009 h 6858000"/>
              <a:gd name="connsiteX27" fmla="*/ 431172 w 1364418"/>
              <a:gd name="connsiteY27" fmla="*/ 5273739 h 6858000"/>
              <a:gd name="connsiteX28" fmla="*/ 440771 w 1364418"/>
              <a:gd name="connsiteY28" fmla="*/ 5241779 h 6858000"/>
              <a:gd name="connsiteX29" fmla="*/ 451997 w 1364418"/>
              <a:gd name="connsiteY29" fmla="*/ 5225268 h 6858000"/>
              <a:gd name="connsiteX30" fmla="*/ 453017 w 1364418"/>
              <a:gd name="connsiteY30" fmla="*/ 5217684 h 6858000"/>
              <a:gd name="connsiteX31" fmla="*/ 460358 w 1364418"/>
              <a:gd name="connsiteY31" fmla="*/ 5193377 h 6858000"/>
              <a:gd name="connsiteX32" fmla="*/ 463661 w 1364418"/>
              <a:gd name="connsiteY32" fmla="*/ 5179288 h 6858000"/>
              <a:gd name="connsiteX33" fmla="*/ 464645 w 1364418"/>
              <a:gd name="connsiteY33" fmla="*/ 5173621 h 6858000"/>
              <a:gd name="connsiteX34" fmla="*/ 460279 w 1364418"/>
              <a:gd name="connsiteY34" fmla="*/ 5159961 h 6858000"/>
              <a:gd name="connsiteX35" fmla="*/ 466956 w 1364418"/>
              <a:gd name="connsiteY35" fmla="*/ 5144295 h 6858000"/>
              <a:gd name="connsiteX36" fmla="*/ 463889 w 1364418"/>
              <a:gd name="connsiteY36" fmla="*/ 5125185 h 6858000"/>
              <a:gd name="connsiteX37" fmla="*/ 470719 w 1364418"/>
              <a:gd name="connsiteY37" fmla="*/ 5121884 h 6858000"/>
              <a:gd name="connsiteX38" fmla="*/ 477755 w 1364418"/>
              <a:gd name="connsiteY38" fmla="*/ 5067850 h 6858000"/>
              <a:gd name="connsiteX39" fmla="*/ 480486 w 1364418"/>
              <a:gd name="connsiteY39" fmla="*/ 5060861 h 6858000"/>
              <a:gd name="connsiteX40" fmla="*/ 477190 w 1364418"/>
              <a:gd name="connsiteY40" fmla="*/ 5034192 h 6858000"/>
              <a:gd name="connsiteX41" fmla="*/ 478744 w 1364418"/>
              <a:gd name="connsiteY41" fmla="*/ 4993030 h 6858000"/>
              <a:gd name="connsiteX42" fmla="*/ 485653 w 1364418"/>
              <a:gd name="connsiteY42" fmla="*/ 4946844 h 6858000"/>
              <a:gd name="connsiteX43" fmla="*/ 481509 w 1364418"/>
              <a:gd name="connsiteY43" fmla="*/ 4932692 h 6858000"/>
              <a:gd name="connsiteX44" fmla="*/ 496912 w 1364418"/>
              <a:gd name="connsiteY44" fmla="*/ 4858827 h 6858000"/>
              <a:gd name="connsiteX45" fmla="*/ 502815 w 1364418"/>
              <a:gd name="connsiteY45" fmla="*/ 4821170 h 6858000"/>
              <a:gd name="connsiteX46" fmla="*/ 507548 w 1364418"/>
              <a:gd name="connsiteY46" fmla="*/ 4780965 h 6858000"/>
              <a:gd name="connsiteX47" fmla="*/ 508841 w 1364418"/>
              <a:gd name="connsiteY47" fmla="*/ 4750867 h 6858000"/>
              <a:gd name="connsiteX48" fmla="*/ 506648 w 1364418"/>
              <a:gd name="connsiteY48" fmla="*/ 4690749 h 6858000"/>
              <a:gd name="connsiteX49" fmla="*/ 502128 w 1364418"/>
              <a:gd name="connsiteY49" fmla="*/ 4584173 h 6858000"/>
              <a:gd name="connsiteX50" fmla="*/ 497211 w 1364418"/>
              <a:gd name="connsiteY50" fmla="*/ 4444346 h 6858000"/>
              <a:gd name="connsiteX51" fmla="*/ 493776 w 1364418"/>
              <a:gd name="connsiteY51" fmla="*/ 4375228 h 6858000"/>
              <a:gd name="connsiteX52" fmla="*/ 474429 w 1364418"/>
              <a:gd name="connsiteY52" fmla="*/ 4214165 h 6858000"/>
              <a:gd name="connsiteX53" fmla="*/ 478502 w 1364418"/>
              <a:gd name="connsiteY53" fmla="*/ 4090296 h 6858000"/>
              <a:gd name="connsiteX54" fmla="*/ 463758 w 1364418"/>
              <a:gd name="connsiteY54" fmla="*/ 4033999 h 6858000"/>
              <a:gd name="connsiteX55" fmla="*/ 464907 w 1364418"/>
              <a:gd name="connsiteY55" fmla="*/ 4031933 h 6858000"/>
              <a:gd name="connsiteX56" fmla="*/ 463483 w 1364418"/>
              <a:gd name="connsiteY56" fmla="*/ 4013953 h 6858000"/>
              <a:gd name="connsiteX57" fmla="*/ 449778 w 1364418"/>
              <a:gd name="connsiteY57" fmla="*/ 3974753 h 6858000"/>
              <a:gd name="connsiteX58" fmla="*/ 451376 w 1364418"/>
              <a:gd name="connsiteY58" fmla="*/ 3969950 h 6858000"/>
              <a:gd name="connsiteX59" fmla="*/ 444798 w 1364418"/>
              <a:gd name="connsiteY59" fmla="*/ 3933779 h 6858000"/>
              <a:gd name="connsiteX60" fmla="*/ 446129 w 1364418"/>
              <a:gd name="connsiteY60" fmla="*/ 3933093 h 6858000"/>
              <a:gd name="connsiteX61" fmla="*/ 450483 w 1364418"/>
              <a:gd name="connsiteY61" fmla="*/ 3922082 h 6858000"/>
              <a:gd name="connsiteX62" fmla="*/ 455561 w 1364418"/>
              <a:gd name="connsiteY62" fmla="*/ 3901461 h 6858000"/>
              <a:gd name="connsiteX63" fmla="*/ 478155 w 1364418"/>
              <a:gd name="connsiteY63" fmla="*/ 3813873 h 6858000"/>
              <a:gd name="connsiteX64" fmla="*/ 477580 w 1364418"/>
              <a:gd name="connsiteY64" fmla="*/ 3806161 h 6858000"/>
              <a:gd name="connsiteX65" fmla="*/ 477887 w 1364418"/>
              <a:gd name="connsiteY65" fmla="*/ 3805957 h 6858000"/>
              <a:gd name="connsiteX66" fmla="*/ 477914 w 1364418"/>
              <a:gd name="connsiteY66" fmla="*/ 3797724 h 6858000"/>
              <a:gd name="connsiteX67" fmla="*/ 476529 w 1364418"/>
              <a:gd name="connsiteY67" fmla="*/ 3792098 h 6858000"/>
              <a:gd name="connsiteX68" fmla="*/ 475413 w 1364418"/>
              <a:gd name="connsiteY68" fmla="*/ 3777135 h 6858000"/>
              <a:gd name="connsiteX69" fmla="*/ 477146 w 1364418"/>
              <a:gd name="connsiteY69" fmla="*/ 3771656 h 6858000"/>
              <a:gd name="connsiteX70" fmla="*/ 480889 w 1364418"/>
              <a:gd name="connsiteY70" fmla="*/ 3769007 h 6858000"/>
              <a:gd name="connsiteX71" fmla="*/ 480355 w 1364418"/>
              <a:gd name="connsiteY71" fmla="*/ 3767709 h 6858000"/>
              <a:gd name="connsiteX72" fmla="*/ 489051 w 1364418"/>
              <a:gd name="connsiteY72" fmla="*/ 3738082 h 6858000"/>
              <a:gd name="connsiteX73" fmla="*/ 496397 w 1364418"/>
              <a:gd name="connsiteY73" fmla="*/ 3673397 h 6858000"/>
              <a:gd name="connsiteX74" fmla="*/ 495693 w 1364418"/>
              <a:gd name="connsiteY74" fmla="*/ 3637109 h 6858000"/>
              <a:gd name="connsiteX75" fmla="*/ 499136 w 1364418"/>
              <a:gd name="connsiteY75" fmla="*/ 3536883 h 6858000"/>
              <a:gd name="connsiteX76" fmla="*/ 506674 w 1364418"/>
              <a:gd name="connsiteY76" fmla="*/ 3435652 h 6858000"/>
              <a:gd name="connsiteX77" fmla="*/ 508345 w 1364418"/>
              <a:gd name="connsiteY77" fmla="*/ 3307769 h 6858000"/>
              <a:gd name="connsiteX78" fmla="*/ 525908 w 1364418"/>
              <a:gd name="connsiteY78" fmla="*/ 3250522 h 6858000"/>
              <a:gd name="connsiteX79" fmla="*/ 526333 w 1364418"/>
              <a:gd name="connsiteY79" fmla="*/ 3229163 h 6858000"/>
              <a:gd name="connsiteX80" fmla="*/ 528156 w 1364418"/>
              <a:gd name="connsiteY80" fmla="*/ 3217217 h 6858000"/>
              <a:gd name="connsiteX81" fmla="*/ 514991 w 1364418"/>
              <a:gd name="connsiteY81" fmla="*/ 3183755 h 6858000"/>
              <a:gd name="connsiteX82" fmla="*/ 515492 w 1364418"/>
              <a:gd name="connsiteY82" fmla="*/ 3178642 h 6858000"/>
              <a:gd name="connsiteX83" fmla="*/ 503092 w 1364418"/>
              <a:gd name="connsiteY83" fmla="*/ 3158586 h 6858000"/>
              <a:gd name="connsiteX84" fmla="*/ 488277 w 1364418"/>
              <a:gd name="connsiteY84" fmla="*/ 3129034 h 6858000"/>
              <a:gd name="connsiteX85" fmla="*/ 488942 w 1364418"/>
              <a:gd name="connsiteY85" fmla="*/ 3126682 h 6858000"/>
              <a:gd name="connsiteX86" fmla="*/ 479810 w 1364418"/>
              <a:gd name="connsiteY86" fmla="*/ 3114519 h 6858000"/>
              <a:gd name="connsiteX87" fmla="*/ 466419 w 1364418"/>
              <a:gd name="connsiteY87" fmla="*/ 3106272 h 6858000"/>
              <a:gd name="connsiteX88" fmla="*/ 439149 w 1364418"/>
              <a:gd name="connsiteY88" fmla="*/ 2958185 h 6858000"/>
              <a:gd name="connsiteX89" fmla="*/ 381763 w 1364418"/>
              <a:gd name="connsiteY89" fmla="*/ 2762989 h 6858000"/>
              <a:gd name="connsiteX90" fmla="*/ 330681 w 1364418"/>
              <a:gd name="connsiteY90" fmla="*/ 2554718 h 6858000"/>
              <a:gd name="connsiteX91" fmla="*/ 310775 w 1364418"/>
              <a:gd name="connsiteY91" fmla="*/ 2485734 h 6858000"/>
              <a:gd name="connsiteX92" fmla="*/ 301498 w 1364418"/>
              <a:gd name="connsiteY92" fmla="*/ 2447068 h 6858000"/>
              <a:gd name="connsiteX93" fmla="*/ 288459 w 1364418"/>
              <a:gd name="connsiteY93" fmla="*/ 2425819 h 6858000"/>
              <a:gd name="connsiteX94" fmla="*/ 294458 w 1364418"/>
              <a:gd name="connsiteY94" fmla="*/ 2402874 h 6858000"/>
              <a:gd name="connsiteX95" fmla="*/ 297070 w 1364418"/>
              <a:gd name="connsiteY95" fmla="*/ 2381443 h 6858000"/>
              <a:gd name="connsiteX96" fmla="*/ 273399 w 1364418"/>
              <a:gd name="connsiteY96" fmla="*/ 2261920 h 6858000"/>
              <a:gd name="connsiteX97" fmla="*/ 263286 w 1364418"/>
              <a:gd name="connsiteY97" fmla="*/ 2195378 h 6858000"/>
              <a:gd name="connsiteX98" fmla="*/ 247503 w 1364418"/>
              <a:gd name="connsiteY98" fmla="*/ 2155135 h 6858000"/>
              <a:gd name="connsiteX99" fmla="*/ 244961 w 1364418"/>
              <a:gd name="connsiteY99" fmla="*/ 2118008 h 6858000"/>
              <a:gd name="connsiteX100" fmla="*/ 245954 w 1364418"/>
              <a:gd name="connsiteY100" fmla="*/ 2050531 h 6858000"/>
              <a:gd name="connsiteX101" fmla="*/ 237760 w 1364418"/>
              <a:gd name="connsiteY101" fmla="*/ 1963269 h 6858000"/>
              <a:gd name="connsiteX102" fmla="*/ 218938 w 1364418"/>
              <a:gd name="connsiteY102" fmla="*/ 1906352 h 6858000"/>
              <a:gd name="connsiteX103" fmla="*/ 195495 w 1364418"/>
              <a:gd name="connsiteY103" fmla="*/ 1861531 h 6858000"/>
              <a:gd name="connsiteX104" fmla="*/ 149294 w 1364418"/>
              <a:gd name="connsiteY104" fmla="*/ 1732919 h 6858000"/>
              <a:gd name="connsiteX105" fmla="*/ 121605 w 1364418"/>
              <a:gd name="connsiteY105" fmla="*/ 1663540 h 6858000"/>
              <a:gd name="connsiteX106" fmla="*/ 120731 w 1364418"/>
              <a:gd name="connsiteY106" fmla="*/ 1615777 h 6858000"/>
              <a:gd name="connsiteX107" fmla="*/ 101526 w 1364418"/>
              <a:gd name="connsiteY107" fmla="*/ 1563678 h 6858000"/>
              <a:gd name="connsiteX108" fmla="*/ 114606 w 1364418"/>
              <a:gd name="connsiteY108" fmla="*/ 1519474 h 6858000"/>
              <a:gd name="connsiteX109" fmla="*/ 107348 w 1364418"/>
              <a:gd name="connsiteY109" fmla="*/ 1477995 h 6858000"/>
              <a:gd name="connsiteX110" fmla="*/ 93433 w 1364418"/>
              <a:gd name="connsiteY110" fmla="*/ 1373769 h 6858000"/>
              <a:gd name="connsiteX111" fmla="*/ 101740 w 1364418"/>
              <a:gd name="connsiteY111" fmla="*/ 1307086 h 6858000"/>
              <a:gd name="connsiteX112" fmla="*/ 102928 w 1364418"/>
              <a:gd name="connsiteY112" fmla="*/ 1189033 h 6858000"/>
              <a:gd name="connsiteX113" fmla="*/ 107613 w 1364418"/>
              <a:gd name="connsiteY113" fmla="*/ 1168288 h 6858000"/>
              <a:gd name="connsiteX114" fmla="*/ 99895 w 1364418"/>
              <a:gd name="connsiteY114" fmla="*/ 1142577 h 6858000"/>
              <a:gd name="connsiteX115" fmla="*/ 89201 w 1364418"/>
              <a:gd name="connsiteY115" fmla="*/ 1088484 h 6858000"/>
              <a:gd name="connsiteX116" fmla="*/ 77937 w 1364418"/>
              <a:gd name="connsiteY116" fmla="*/ 1016103 h 6858000"/>
              <a:gd name="connsiteX117" fmla="*/ 79393 w 1364418"/>
              <a:gd name="connsiteY117" fmla="*/ 954054 h 6858000"/>
              <a:gd name="connsiteX118" fmla="*/ 90309 w 1364418"/>
              <a:gd name="connsiteY118" fmla="*/ 921368 h 6858000"/>
              <a:gd name="connsiteX119" fmla="*/ 74258 w 1364418"/>
              <a:gd name="connsiteY119" fmla="*/ 896999 h 6858000"/>
              <a:gd name="connsiteX120" fmla="*/ 43666 w 1364418"/>
              <a:gd name="connsiteY120" fmla="*/ 821517 h 6858000"/>
              <a:gd name="connsiteX121" fmla="*/ 22616 w 1364418"/>
              <a:gd name="connsiteY121" fmla="*/ 751353 h 6858000"/>
              <a:gd name="connsiteX122" fmla="*/ 22174 w 1364418"/>
              <a:gd name="connsiteY122" fmla="*/ 721230 h 6858000"/>
              <a:gd name="connsiteX123" fmla="*/ 7845 w 1364418"/>
              <a:gd name="connsiteY123" fmla="*/ 681659 h 6858000"/>
              <a:gd name="connsiteX124" fmla="*/ 31306 w 1364418"/>
              <a:gd name="connsiteY124" fmla="*/ 619315 h 6858000"/>
              <a:gd name="connsiteX125" fmla="*/ 15184 w 1364418"/>
              <a:gd name="connsiteY125" fmla="*/ 585934 h 6858000"/>
              <a:gd name="connsiteX126" fmla="*/ 22258 w 1364418"/>
              <a:gd name="connsiteY126" fmla="*/ 538948 h 6858000"/>
              <a:gd name="connsiteX127" fmla="*/ 26166 w 1364418"/>
              <a:gd name="connsiteY127" fmla="*/ 525163 h 6858000"/>
              <a:gd name="connsiteX128" fmla="*/ 52290 w 1364418"/>
              <a:gd name="connsiteY128" fmla="*/ 446567 h 6858000"/>
              <a:gd name="connsiteX129" fmla="*/ 51538 w 1364418"/>
              <a:gd name="connsiteY129" fmla="*/ 393828 h 6858000"/>
              <a:gd name="connsiteX130" fmla="*/ 51368 w 1364418"/>
              <a:gd name="connsiteY130" fmla="*/ 353137 h 6858000"/>
              <a:gd name="connsiteX131" fmla="*/ 55970 w 1364418"/>
              <a:gd name="connsiteY131" fmla="*/ 321428 h 6858000"/>
              <a:gd name="connsiteX132" fmla="*/ 57061 w 1364418"/>
              <a:gd name="connsiteY132" fmla="*/ 275771 h 6858000"/>
              <a:gd name="connsiteX133" fmla="*/ 74088 w 1364418"/>
              <a:gd name="connsiteY133" fmla="*/ 212860 h 6858000"/>
              <a:gd name="connsiteX134" fmla="*/ 65798 w 1364418"/>
              <a:gd name="connsiteY134" fmla="*/ 144983 h 6858000"/>
              <a:gd name="connsiteX135" fmla="*/ 78082 w 1364418"/>
              <a:gd name="connsiteY135" fmla="*/ 55288 h 6858000"/>
              <a:gd name="connsiteX136" fmla="*/ 37636 w 1364418"/>
              <a:gd name="connsiteY136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266720 w 1364418"/>
              <a:gd name="connsiteY8" fmla="*/ 6431610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10425 w 1364418"/>
              <a:gd name="connsiteY9" fmla="*/ 6379786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173944 w 1364418"/>
              <a:gd name="connsiteY6" fmla="*/ 6691589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5 w 1364418"/>
              <a:gd name="connsiteY4" fmla="*/ 6776847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149205 w 1364418"/>
              <a:gd name="connsiteY5" fmla="*/ 6737706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1226 w 1364418"/>
              <a:gd name="connsiteY13" fmla="*/ 6272987 h 6858000"/>
              <a:gd name="connsiteX14" fmla="*/ 288000 w 1364418"/>
              <a:gd name="connsiteY14" fmla="*/ 6252834 h 6858000"/>
              <a:gd name="connsiteX15" fmla="*/ 265992 w 1364418"/>
              <a:gd name="connsiteY15" fmla="*/ 6202459 h 6858000"/>
              <a:gd name="connsiteX16" fmla="*/ 264790 w 1364418"/>
              <a:gd name="connsiteY16" fmla="*/ 6153037 h 6858000"/>
              <a:gd name="connsiteX17" fmla="*/ 280205 w 1364418"/>
              <a:gd name="connsiteY17" fmla="*/ 6078132 h 6858000"/>
              <a:gd name="connsiteX18" fmla="*/ 267592 w 1364418"/>
              <a:gd name="connsiteY18" fmla="*/ 6028119 h 6858000"/>
              <a:gd name="connsiteX19" fmla="*/ 252821 w 1364418"/>
              <a:gd name="connsiteY19" fmla="*/ 5926735 h 6858000"/>
              <a:gd name="connsiteX20" fmla="*/ 302333 w 1364418"/>
              <a:gd name="connsiteY20" fmla="*/ 5712857 h 6858000"/>
              <a:gd name="connsiteX21" fmla="*/ 332131 w 1364418"/>
              <a:gd name="connsiteY21" fmla="*/ 5660491 h 6858000"/>
              <a:gd name="connsiteX22" fmla="*/ 341254 w 1364418"/>
              <a:gd name="connsiteY22" fmla="*/ 5563435 h 6858000"/>
              <a:gd name="connsiteX23" fmla="*/ 368130 w 1364418"/>
              <a:gd name="connsiteY23" fmla="*/ 5437125 h 6858000"/>
              <a:gd name="connsiteX24" fmla="*/ 381698 w 1364418"/>
              <a:gd name="connsiteY24" fmla="*/ 5396260 h 6858000"/>
              <a:gd name="connsiteX25" fmla="*/ 397679 w 1364418"/>
              <a:gd name="connsiteY25" fmla="*/ 5330009 h 6858000"/>
              <a:gd name="connsiteX26" fmla="*/ 431172 w 1364418"/>
              <a:gd name="connsiteY26" fmla="*/ 5273739 h 6858000"/>
              <a:gd name="connsiteX27" fmla="*/ 440771 w 1364418"/>
              <a:gd name="connsiteY27" fmla="*/ 5241779 h 6858000"/>
              <a:gd name="connsiteX28" fmla="*/ 451997 w 1364418"/>
              <a:gd name="connsiteY28" fmla="*/ 5225268 h 6858000"/>
              <a:gd name="connsiteX29" fmla="*/ 453017 w 1364418"/>
              <a:gd name="connsiteY29" fmla="*/ 5217684 h 6858000"/>
              <a:gd name="connsiteX30" fmla="*/ 460358 w 1364418"/>
              <a:gd name="connsiteY30" fmla="*/ 5193377 h 6858000"/>
              <a:gd name="connsiteX31" fmla="*/ 463661 w 1364418"/>
              <a:gd name="connsiteY31" fmla="*/ 5179288 h 6858000"/>
              <a:gd name="connsiteX32" fmla="*/ 464645 w 1364418"/>
              <a:gd name="connsiteY32" fmla="*/ 5173621 h 6858000"/>
              <a:gd name="connsiteX33" fmla="*/ 460279 w 1364418"/>
              <a:gd name="connsiteY33" fmla="*/ 5159961 h 6858000"/>
              <a:gd name="connsiteX34" fmla="*/ 466956 w 1364418"/>
              <a:gd name="connsiteY34" fmla="*/ 5144295 h 6858000"/>
              <a:gd name="connsiteX35" fmla="*/ 463889 w 1364418"/>
              <a:gd name="connsiteY35" fmla="*/ 5125185 h 6858000"/>
              <a:gd name="connsiteX36" fmla="*/ 470719 w 1364418"/>
              <a:gd name="connsiteY36" fmla="*/ 5121884 h 6858000"/>
              <a:gd name="connsiteX37" fmla="*/ 477755 w 1364418"/>
              <a:gd name="connsiteY37" fmla="*/ 5067850 h 6858000"/>
              <a:gd name="connsiteX38" fmla="*/ 480486 w 1364418"/>
              <a:gd name="connsiteY38" fmla="*/ 5060861 h 6858000"/>
              <a:gd name="connsiteX39" fmla="*/ 477190 w 1364418"/>
              <a:gd name="connsiteY39" fmla="*/ 5034192 h 6858000"/>
              <a:gd name="connsiteX40" fmla="*/ 478744 w 1364418"/>
              <a:gd name="connsiteY40" fmla="*/ 4993030 h 6858000"/>
              <a:gd name="connsiteX41" fmla="*/ 485653 w 1364418"/>
              <a:gd name="connsiteY41" fmla="*/ 4946844 h 6858000"/>
              <a:gd name="connsiteX42" fmla="*/ 481509 w 1364418"/>
              <a:gd name="connsiteY42" fmla="*/ 4932692 h 6858000"/>
              <a:gd name="connsiteX43" fmla="*/ 496912 w 1364418"/>
              <a:gd name="connsiteY43" fmla="*/ 4858827 h 6858000"/>
              <a:gd name="connsiteX44" fmla="*/ 502815 w 1364418"/>
              <a:gd name="connsiteY44" fmla="*/ 4821170 h 6858000"/>
              <a:gd name="connsiteX45" fmla="*/ 507548 w 1364418"/>
              <a:gd name="connsiteY45" fmla="*/ 4780965 h 6858000"/>
              <a:gd name="connsiteX46" fmla="*/ 508841 w 1364418"/>
              <a:gd name="connsiteY46" fmla="*/ 4750867 h 6858000"/>
              <a:gd name="connsiteX47" fmla="*/ 506648 w 1364418"/>
              <a:gd name="connsiteY47" fmla="*/ 4690749 h 6858000"/>
              <a:gd name="connsiteX48" fmla="*/ 502128 w 1364418"/>
              <a:gd name="connsiteY48" fmla="*/ 4584173 h 6858000"/>
              <a:gd name="connsiteX49" fmla="*/ 497211 w 1364418"/>
              <a:gd name="connsiteY49" fmla="*/ 4444346 h 6858000"/>
              <a:gd name="connsiteX50" fmla="*/ 493776 w 1364418"/>
              <a:gd name="connsiteY50" fmla="*/ 4375228 h 6858000"/>
              <a:gd name="connsiteX51" fmla="*/ 474429 w 1364418"/>
              <a:gd name="connsiteY51" fmla="*/ 4214165 h 6858000"/>
              <a:gd name="connsiteX52" fmla="*/ 478502 w 1364418"/>
              <a:gd name="connsiteY52" fmla="*/ 4090296 h 6858000"/>
              <a:gd name="connsiteX53" fmla="*/ 463758 w 1364418"/>
              <a:gd name="connsiteY53" fmla="*/ 4033999 h 6858000"/>
              <a:gd name="connsiteX54" fmla="*/ 464907 w 1364418"/>
              <a:gd name="connsiteY54" fmla="*/ 4031933 h 6858000"/>
              <a:gd name="connsiteX55" fmla="*/ 463483 w 1364418"/>
              <a:gd name="connsiteY55" fmla="*/ 4013953 h 6858000"/>
              <a:gd name="connsiteX56" fmla="*/ 449778 w 1364418"/>
              <a:gd name="connsiteY56" fmla="*/ 3974753 h 6858000"/>
              <a:gd name="connsiteX57" fmla="*/ 451376 w 1364418"/>
              <a:gd name="connsiteY57" fmla="*/ 3969950 h 6858000"/>
              <a:gd name="connsiteX58" fmla="*/ 444798 w 1364418"/>
              <a:gd name="connsiteY58" fmla="*/ 3933779 h 6858000"/>
              <a:gd name="connsiteX59" fmla="*/ 446129 w 1364418"/>
              <a:gd name="connsiteY59" fmla="*/ 3933093 h 6858000"/>
              <a:gd name="connsiteX60" fmla="*/ 450483 w 1364418"/>
              <a:gd name="connsiteY60" fmla="*/ 3922082 h 6858000"/>
              <a:gd name="connsiteX61" fmla="*/ 455561 w 1364418"/>
              <a:gd name="connsiteY61" fmla="*/ 3901461 h 6858000"/>
              <a:gd name="connsiteX62" fmla="*/ 478155 w 1364418"/>
              <a:gd name="connsiteY62" fmla="*/ 3813873 h 6858000"/>
              <a:gd name="connsiteX63" fmla="*/ 477580 w 1364418"/>
              <a:gd name="connsiteY63" fmla="*/ 3806161 h 6858000"/>
              <a:gd name="connsiteX64" fmla="*/ 477887 w 1364418"/>
              <a:gd name="connsiteY64" fmla="*/ 3805957 h 6858000"/>
              <a:gd name="connsiteX65" fmla="*/ 477914 w 1364418"/>
              <a:gd name="connsiteY65" fmla="*/ 3797724 h 6858000"/>
              <a:gd name="connsiteX66" fmla="*/ 476529 w 1364418"/>
              <a:gd name="connsiteY66" fmla="*/ 3792098 h 6858000"/>
              <a:gd name="connsiteX67" fmla="*/ 475413 w 1364418"/>
              <a:gd name="connsiteY67" fmla="*/ 3777135 h 6858000"/>
              <a:gd name="connsiteX68" fmla="*/ 477146 w 1364418"/>
              <a:gd name="connsiteY68" fmla="*/ 3771656 h 6858000"/>
              <a:gd name="connsiteX69" fmla="*/ 480889 w 1364418"/>
              <a:gd name="connsiteY69" fmla="*/ 3769007 h 6858000"/>
              <a:gd name="connsiteX70" fmla="*/ 480355 w 1364418"/>
              <a:gd name="connsiteY70" fmla="*/ 3767709 h 6858000"/>
              <a:gd name="connsiteX71" fmla="*/ 489051 w 1364418"/>
              <a:gd name="connsiteY71" fmla="*/ 3738082 h 6858000"/>
              <a:gd name="connsiteX72" fmla="*/ 496397 w 1364418"/>
              <a:gd name="connsiteY72" fmla="*/ 3673397 h 6858000"/>
              <a:gd name="connsiteX73" fmla="*/ 495693 w 1364418"/>
              <a:gd name="connsiteY73" fmla="*/ 3637109 h 6858000"/>
              <a:gd name="connsiteX74" fmla="*/ 499136 w 1364418"/>
              <a:gd name="connsiteY74" fmla="*/ 3536883 h 6858000"/>
              <a:gd name="connsiteX75" fmla="*/ 506674 w 1364418"/>
              <a:gd name="connsiteY75" fmla="*/ 3435652 h 6858000"/>
              <a:gd name="connsiteX76" fmla="*/ 508345 w 1364418"/>
              <a:gd name="connsiteY76" fmla="*/ 3307769 h 6858000"/>
              <a:gd name="connsiteX77" fmla="*/ 525908 w 1364418"/>
              <a:gd name="connsiteY77" fmla="*/ 3250522 h 6858000"/>
              <a:gd name="connsiteX78" fmla="*/ 526333 w 1364418"/>
              <a:gd name="connsiteY78" fmla="*/ 3229163 h 6858000"/>
              <a:gd name="connsiteX79" fmla="*/ 528156 w 1364418"/>
              <a:gd name="connsiteY79" fmla="*/ 3217217 h 6858000"/>
              <a:gd name="connsiteX80" fmla="*/ 514991 w 1364418"/>
              <a:gd name="connsiteY80" fmla="*/ 3183755 h 6858000"/>
              <a:gd name="connsiteX81" fmla="*/ 515492 w 1364418"/>
              <a:gd name="connsiteY81" fmla="*/ 3178642 h 6858000"/>
              <a:gd name="connsiteX82" fmla="*/ 503092 w 1364418"/>
              <a:gd name="connsiteY82" fmla="*/ 3158586 h 6858000"/>
              <a:gd name="connsiteX83" fmla="*/ 488277 w 1364418"/>
              <a:gd name="connsiteY83" fmla="*/ 3129034 h 6858000"/>
              <a:gd name="connsiteX84" fmla="*/ 488942 w 1364418"/>
              <a:gd name="connsiteY84" fmla="*/ 3126682 h 6858000"/>
              <a:gd name="connsiteX85" fmla="*/ 479810 w 1364418"/>
              <a:gd name="connsiteY85" fmla="*/ 3114519 h 6858000"/>
              <a:gd name="connsiteX86" fmla="*/ 466419 w 1364418"/>
              <a:gd name="connsiteY86" fmla="*/ 3106272 h 6858000"/>
              <a:gd name="connsiteX87" fmla="*/ 439149 w 1364418"/>
              <a:gd name="connsiteY87" fmla="*/ 2958185 h 6858000"/>
              <a:gd name="connsiteX88" fmla="*/ 381763 w 1364418"/>
              <a:gd name="connsiteY88" fmla="*/ 2762989 h 6858000"/>
              <a:gd name="connsiteX89" fmla="*/ 330681 w 1364418"/>
              <a:gd name="connsiteY89" fmla="*/ 2554718 h 6858000"/>
              <a:gd name="connsiteX90" fmla="*/ 310775 w 1364418"/>
              <a:gd name="connsiteY90" fmla="*/ 2485734 h 6858000"/>
              <a:gd name="connsiteX91" fmla="*/ 301498 w 1364418"/>
              <a:gd name="connsiteY91" fmla="*/ 2447068 h 6858000"/>
              <a:gd name="connsiteX92" fmla="*/ 288459 w 1364418"/>
              <a:gd name="connsiteY92" fmla="*/ 2425819 h 6858000"/>
              <a:gd name="connsiteX93" fmla="*/ 294458 w 1364418"/>
              <a:gd name="connsiteY93" fmla="*/ 2402874 h 6858000"/>
              <a:gd name="connsiteX94" fmla="*/ 297070 w 1364418"/>
              <a:gd name="connsiteY94" fmla="*/ 2381443 h 6858000"/>
              <a:gd name="connsiteX95" fmla="*/ 273399 w 1364418"/>
              <a:gd name="connsiteY95" fmla="*/ 2261920 h 6858000"/>
              <a:gd name="connsiteX96" fmla="*/ 263286 w 1364418"/>
              <a:gd name="connsiteY96" fmla="*/ 2195378 h 6858000"/>
              <a:gd name="connsiteX97" fmla="*/ 247503 w 1364418"/>
              <a:gd name="connsiteY97" fmla="*/ 2155135 h 6858000"/>
              <a:gd name="connsiteX98" fmla="*/ 244961 w 1364418"/>
              <a:gd name="connsiteY98" fmla="*/ 2118008 h 6858000"/>
              <a:gd name="connsiteX99" fmla="*/ 245954 w 1364418"/>
              <a:gd name="connsiteY99" fmla="*/ 2050531 h 6858000"/>
              <a:gd name="connsiteX100" fmla="*/ 237760 w 1364418"/>
              <a:gd name="connsiteY100" fmla="*/ 1963269 h 6858000"/>
              <a:gd name="connsiteX101" fmla="*/ 218938 w 1364418"/>
              <a:gd name="connsiteY101" fmla="*/ 1906352 h 6858000"/>
              <a:gd name="connsiteX102" fmla="*/ 195495 w 1364418"/>
              <a:gd name="connsiteY102" fmla="*/ 1861531 h 6858000"/>
              <a:gd name="connsiteX103" fmla="*/ 149294 w 1364418"/>
              <a:gd name="connsiteY103" fmla="*/ 1732919 h 6858000"/>
              <a:gd name="connsiteX104" fmla="*/ 121605 w 1364418"/>
              <a:gd name="connsiteY104" fmla="*/ 1663540 h 6858000"/>
              <a:gd name="connsiteX105" fmla="*/ 120731 w 1364418"/>
              <a:gd name="connsiteY105" fmla="*/ 1615777 h 6858000"/>
              <a:gd name="connsiteX106" fmla="*/ 101526 w 1364418"/>
              <a:gd name="connsiteY106" fmla="*/ 1563678 h 6858000"/>
              <a:gd name="connsiteX107" fmla="*/ 114606 w 1364418"/>
              <a:gd name="connsiteY107" fmla="*/ 1519474 h 6858000"/>
              <a:gd name="connsiteX108" fmla="*/ 107348 w 1364418"/>
              <a:gd name="connsiteY108" fmla="*/ 1477995 h 6858000"/>
              <a:gd name="connsiteX109" fmla="*/ 93433 w 1364418"/>
              <a:gd name="connsiteY109" fmla="*/ 1373769 h 6858000"/>
              <a:gd name="connsiteX110" fmla="*/ 101740 w 1364418"/>
              <a:gd name="connsiteY110" fmla="*/ 1307086 h 6858000"/>
              <a:gd name="connsiteX111" fmla="*/ 102928 w 1364418"/>
              <a:gd name="connsiteY111" fmla="*/ 1189033 h 6858000"/>
              <a:gd name="connsiteX112" fmla="*/ 107613 w 1364418"/>
              <a:gd name="connsiteY112" fmla="*/ 1168288 h 6858000"/>
              <a:gd name="connsiteX113" fmla="*/ 99895 w 1364418"/>
              <a:gd name="connsiteY113" fmla="*/ 1142577 h 6858000"/>
              <a:gd name="connsiteX114" fmla="*/ 89201 w 1364418"/>
              <a:gd name="connsiteY114" fmla="*/ 1088484 h 6858000"/>
              <a:gd name="connsiteX115" fmla="*/ 77937 w 1364418"/>
              <a:gd name="connsiteY115" fmla="*/ 1016103 h 6858000"/>
              <a:gd name="connsiteX116" fmla="*/ 79393 w 1364418"/>
              <a:gd name="connsiteY116" fmla="*/ 954054 h 6858000"/>
              <a:gd name="connsiteX117" fmla="*/ 90309 w 1364418"/>
              <a:gd name="connsiteY117" fmla="*/ 921368 h 6858000"/>
              <a:gd name="connsiteX118" fmla="*/ 74258 w 1364418"/>
              <a:gd name="connsiteY118" fmla="*/ 896999 h 6858000"/>
              <a:gd name="connsiteX119" fmla="*/ 43666 w 1364418"/>
              <a:gd name="connsiteY119" fmla="*/ 821517 h 6858000"/>
              <a:gd name="connsiteX120" fmla="*/ 22616 w 1364418"/>
              <a:gd name="connsiteY120" fmla="*/ 751353 h 6858000"/>
              <a:gd name="connsiteX121" fmla="*/ 22174 w 1364418"/>
              <a:gd name="connsiteY121" fmla="*/ 721230 h 6858000"/>
              <a:gd name="connsiteX122" fmla="*/ 7845 w 1364418"/>
              <a:gd name="connsiteY122" fmla="*/ 681659 h 6858000"/>
              <a:gd name="connsiteX123" fmla="*/ 31306 w 1364418"/>
              <a:gd name="connsiteY123" fmla="*/ 619315 h 6858000"/>
              <a:gd name="connsiteX124" fmla="*/ 15184 w 1364418"/>
              <a:gd name="connsiteY124" fmla="*/ 585934 h 6858000"/>
              <a:gd name="connsiteX125" fmla="*/ 22258 w 1364418"/>
              <a:gd name="connsiteY125" fmla="*/ 538948 h 6858000"/>
              <a:gd name="connsiteX126" fmla="*/ 26166 w 1364418"/>
              <a:gd name="connsiteY126" fmla="*/ 525163 h 6858000"/>
              <a:gd name="connsiteX127" fmla="*/ 52290 w 1364418"/>
              <a:gd name="connsiteY127" fmla="*/ 446567 h 6858000"/>
              <a:gd name="connsiteX128" fmla="*/ 51538 w 1364418"/>
              <a:gd name="connsiteY128" fmla="*/ 393828 h 6858000"/>
              <a:gd name="connsiteX129" fmla="*/ 51368 w 1364418"/>
              <a:gd name="connsiteY129" fmla="*/ 353137 h 6858000"/>
              <a:gd name="connsiteX130" fmla="*/ 55970 w 1364418"/>
              <a:gd name="connsiteY130" fmla="*/ 321428 h 6858000"/>
              <a:gd name="connsiteX131" fmla="*/ 57061 w 1364418"/>
              <a:gd name="connsiteY131" fmla="*/ 275771 h 6858000"/>
              <a:gd name="connsiteX132" fmla="*/ 74088 w 1364418"/>
              <a:gd name="connsiteY132" fmla="*/ 212860 h 6858000"/>
              <a:gd name="connsiteX133" fmla="*/ 65798 w 1364418"/>
              <a:gd name="connsiteY133" fmla="*/ 144983 h 6858000"/>
              <a:gd name="connsiteX134" fmla="*/ 78082 w 1364418"/>
              <a:gd name="connsiteY134" fmla="*/ 55288 h 6858000"/>
              <a:gd name="connsiteX135" fmla="*/ 37636 w 1364418"/>
              <a:gd name="connsiteY135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1063 w 1364418"/>
              <a:gd name="connsiteY11" fmla="*/ 6313295 h 6858000"/>
              <a:gd name="connsiteX12" fmla="*/ 278227 w 1364418"/>
              <a:gd name="connsiteY12" fmla="*/ 6280046 h 6858000"/>
              <a:gd name="connsiteX13" fmla="*/ 288000 w 1364418"/>
              <a:gd name="connsiteY13" fmla="*/ 6252834 h 6858000"/>
              <a:gd name="connsiteX14" fmla="*/ 265992 w 1364418"/>
              <a:gd name="connsiteY14" fmla="*/ 6202459 h 6858000"/>
              <a:gd name="connsiteX15" fmla="*/ 264790 w 1364418"/>
              <a:gd name="connsiteY15" fmla="*/ 6153037 h 6858000"/>
              <a:gd name="connsiteX16" fmla="*/ 280205 w 1364418"/>
              <a:gd name="connsiteY16" fmla="*/ 6078132 h 6858000"/>
              <a:gd name="connsiteX17" fmla="*/ 267592 w 1364418"/>
              <a:gd name="connsiteY17" fmla="*/ 6028119 h 6858000"/>
              <a:gd name="connsiteX18" fmla="*/ 252821 w 1364418"/>
              <a:gd name="connsiteY18" fmla="*/ 5926735 h 6858000"/>
              <a:gd name="connsiteX19" fmla="*/ 302333 w 1364418"/>
              <a:gd name="connsiteY19" fmla="*/ 5712857 h 6858000"/>
              <a:gd name="connsiteX20" fmla="*/ 332131 w 1364418"/>
              <a:gd name="connsiteY20" fmla="*/ 5660491 h 6858000"/>
              <a:gd name="connsiteX21" fmla="*/ 341254 w 1364418"/>
              <a:gd name="connsiteY21" fmla="*/ 5563435 h 6858000"/>
              <a:gd name="connsiteX22" fmla="*/ 368130 w 1364418"/>
              <a:gd name="connsiteY22" fmla="*/ 5437125 h 6858000"/>
              <a:gd name="connsiteX23" fmla="*/ 381698 w 1364418"/>
              <a:gd name="connsiteY23" fmla="*/ 5396260 h 6858000"/>
              <a:gd name="connsiteX24" fmla="*/ 397679 w 1364418"/>
              <a:gd name="connsiteY24" fmla="*/ 5330009 h 6858000"/>
              <a:gd name="connsiteX25" fmla="*/ 431172 w 1364418"/>
              <a:gd name="connsiteY25" fmla="*/ 5273739 h 6858000"/>
              <a:gd name="connsiteX26" fmla="*/ 440771 w 1364418"/>
              <a:gd name="connsiteY26" fmla="*/ 5241779 h 6858000"/>
              <a:gd name="connsiteX27" fmla="*/ 451997 w 1364418"/>
              <a:gd name="connsiteY27" fmla="*/ 5225268 h 6858000"/>
              <a:gd name="connsiteX28" fmla="*/ 453017 w 1364418"/>
              <a:gd name="connsiteY28" fmla="*/ 5217684 h 6858000"/>
              <a:gd name="connsiteX29" fmla="*/ 460358 w 1364418"/>
              <a:gd name="connsiteY29" fmla="*/ 5193377 h 6858000"/>
              <a:gd name="connsiteX30" fmla="*/ 463661 w 1364418"/>
              <a:gd name="connsiteY30" fmla="*/ 5179288 h 6858000"/>
              <a:gd name="connsiteX31" fmla="*/ 464645 w 1364418"/>
              <a:gd name="connsiteY31" fmla="*/ 5173621 h 6858000"/>
              <a:gd name="connsiteX32" fmla="*/ 460279 w 1364418"/>
              <a:gd name="connsiteY32" fmla="*/ 5159961 h 6858000"/>
              <a:gd name="connsiteX33" fmla="*/ 466956 w 1364418"/>
              <a:gd name="connsiteY33" fmla="*/ 5144295 h 6858000"/>
              <a:gd name="connsiteX34" fmla="*/ 463889 w 1364418"/>
              <a:gd name="connsiteY34" fmla="*/ 5125185 h 6858000"/>
              <a:gd name="connsiteX35" fmla="*/ 470719 w 1364418"/>
              <a:gd name="connsiteY35" fmla="*/ 5121884 h 6858000"/>
              <a:gd name="connsiteX36" fmla="*/ 477755 w 1364418"/>
              <a:gd name="connsiteY36" fmla="*/ 5067850 h 6858000"/>
              <a:gd name="connsiteX37" fmla="*/ 480486 w 1364418"/>
              <a:gd name="connsiteY37" fmla="*/ 5060861 h 6858000"/>
              <a:gd name="connsiteX38" fmla="*/ 477190 w 1364418"/>
              <a:gd name="connsiteY38" fmla="*/ 5034192 h 6858000"/>
              <a:gd name="connsiteX39" fmla="*/ 478744 w 1364418"/>
              <a:gd name="connsiteY39" fmla="*/ 4993030 h 6858000"/>
              <a:gd name="connsiteX40" fmla="*/ 485653 w 1364418"/>
              <a:gd name="connsiteY40" fmla="*/ 4946844 h 6858000"/>
              <a:gd name="connsiteX41" fmla="*/ 481509 w 1364418"/>
              <a:gd name="connsiteY41" fmla="*/ 4932692 h 6858000"/>
              <a:gd name="connsiteX42" fmla="*/ 496912 w 1364418"/>
              <a:gd name="connsiteY42" fmla="*/ 4858827 h 6858000"/>
              <a:gd name="connsiteX43" fmla="*/ 502815 w 1364418"/>
              <a:gd name="connsiteY43" fmla="*/ 4821170 h 6858000"/>
              <a:gd name="connsiteX44" fmla="*/ 507548 w 1364418"/>
              <a:gd name="connsiteY44" fmla="*/ 4780965 h 6858000"/>
              <a:gd name="connsiteX45" fmla="*/ 508841 w 1364418"/>
              <a:gd name="connsiteY45" fmla="*/ 4750867 h 6858000"/>
              <a:gd name="connsiteX46" fmla="*/ 506648 w 1364418"/>
              <a:gd name="connsiteY46" fmla="*/ 4690749 h 6858000"/>
              <a:gd name="connsiteX47" fmla="*/ 502128 w 1364418"/>
              <a:gd name="connsiteY47" fmla="*/ 4584173 h 6858000"/>
              <a:gd name="connsiteX48" fmla="*/ 497211 w 1364418"/>
              <a:gd name="connsiteY48" fmla="*/ 4444346 h 6858000"/>
              <a:gd name="connsiteX49" fmla="*/ 493776 w 1364418"/>
              <a:gd name="connsiteY49" fmla="*/ 4375228 h 6858000"/>
              <a:gd name="connsiteX50" fmla="*/ 474429 w 1364418"/>
              <a:gd name="connsiteY50" fmla="*/ 4214165 h 6858000"/>
              <a:gd name="connsiteX51" fmla="*/ 478502 w 1364418"/>
              <a:gd name="connsiteY51" fmla="*/ 4090296 h 6858000"/>
              <a:gd name="connsiteX52" fmla="*/ 463758 w 1364418"/>
              <a:gd name="connsiteY52" fmla="*/ 4033999 h 6858000"/>
              <a:gd name="connsiteX53" fmla="*/ 464907 w 1364418"/>
              <a:gd name="connsiteY53" fmla="*/ 4031933 h 6858000"/>
              <a:gd name="connsiteX54" fmla="*/ 463483 w 1364418"/>
              <a:gd name="connsiteY54" fmla="*/ 4013953 h 6858000"/>
              <a:gd name="connsiteX55" fmla="*/ 449778 w 1364418"/>
              <a:gd name="connsiteY55" fmla="*/ 3974753 h 6858000"/>
              <a:gd name="connsiteX56" fmla="*/ 451376 w 1364418"/>
              <a:gd name="connsiteY56" fmla="*/ 3969950 h 6858000"/>
              <a:gd name="connsiteX57" fmla="*/ 444798 w 1364418"/>
              <a:gd name="connsiteY57" fmla="*/ 3933779 h 6858000"/>
              <a:gd name="connsiteX58" fmla="*/ 446129 w 1364418"/>
              <a:gd name="connsiteY58" fmla="*/ 3933093 h 6858000"/>
              <a:gd name="connsiteX59" fmla="*/ 450483 w 1364418"/>
              <a:gd name="connsiteY59" fmla="*/ 3922082 h 6858000"/>
              <a:gd name="connsiteX60" fmla="*/ 455561 w 1364418"/>
              <a:gd name="connsiteY60" fmla="*/ 3901461 h 6858000"/>
              <a:gd name="connsiteX61" fmla="*/ 478155 w 1364418"/>
              <a:gd name="connsiteY61" fmla="*/ 3813873 h 6858000"/>
              <a:gd name="connsiteX62" fmla="*/ 477580 w 1364418"/>
              <a:gd name="connsiteY62" fmla="*/ 3806161 h 6858000"/>
              <a:gd name="connsiteX63" fmla="*/ 477887 w 1364418"/>
              <a:gd name="connsiteY63" fmla="*/ 3805957 h 6858000"/>
              <a:gd name="connsiteX64" fmla="*/ 477914 w 1364418"/>
              <a:gd name="connsiteY64" fmla="*/ 3797724 h 6858000"/>
              <a:gd name="connsiteX65" fmla="*/ 476529 w 1364418"/>
              <a:gd name="connsiteY65" fmla="*/ 3792098 h 6858000"/>
              <a:gd name="connsiteX66" fmla="*/ 475413 w 1364418"/>
              <a:gd name="connsiteY66" fmla="*/ 3777135 h 6858000"/>
              <a:gd name="connsiteX67" fmla="*/ 477146 w 1364418"/>
              <a:gd name="connsiteY67" fmla="*/ 3771656 h 6858000"/>
              <a:gd name="connsiteX68" fmla="*/ 480889 w 1364418"/>
              <a:gd name="connsiteY68" fmla="*/ 3769007 h 6858000"/>
              <a:gd name="connsiteX69" fmla="*/ 480355 w 1364418"/>
              <a:gd name="connsiteY69" fmla="*/ 3767709 h 6858000"/>
              <a:gd name="connsiteX70" fmla="*/ 489051 w 1364418"/>
              <a:gd name="connsiteY70" fmla="*/ 3738082 h 6858000"/>
              <a:gd name="connsiteX71" fmla="*/ 496397 w 1364418"/>
              <a:gd name="connsiteY71" fmla="*/ 3673397 h 6858000"/>
              <a:gd name="connsiteX72" fmla="*/ 495693 w 1364418"/>
              <a:gd name="connsiteY72" fmla="*/ 3637109 h 6858000"/>
              <a:gd name="connsiteX73" fmla="*/ 499136 w 1364418"/>
              <a:gd name="connsiteY73" fmla="*/ 3536883 h 6858000"/>
              <a:gd name="connsiteX74" fmla="*/ 506674 w 1364418"/>
              <a:gd name="connsiteY74" fmla="*/ 3435652 h 6858000"/>
              <a:gd name="connsiteX75" fmla="*/ 508345 w 1364418"/>
              <a:gd name="connsiteY75" fmla="*/ 3307769 h 6858000"/>
              <a:gd name="connsiteX76" fmla="*/ 525908 w 1364418"/>
              <a:gd name="connsiteY76" fmla="*/ 3250522 h 6858000"/>
              <a:gd name="connsiteX77" fmla="*/ 526333 w 1364418"/>
              <a:gd name="connsiteY77" fmla="*/ 3229163 h 6858000"/>
              <a:gd name="connsiteX78" fmla="*/ 528156 w 1364418"/>
              <a:gd name="connsiteY78" fmla="*/ 3217217 h 6858000"/>
              <a:gd name="connsiteX79" fmla="*/ 514991 w 1364418"/>
              <a:gd name="connsiteY79" fmla="*/ 3183755 h 6858000"/>
              <a:gd name="connsiteX80" fmla="*/ 515492 w 1364418"/>
              <a:gd name="connsiteY80" fmla="*/ 3178642 h 6858000"/>
              <a:gd name="connsiteX81" fmla="*/ 503092 w 1364418"/>
              <a:gd name="connsiteY81" fmla="*/ 3158586 h 6858000"/>
              <a:gd name="connsiteX82" fmla="*/ 488277 w 1364418"/>
              <a:gd name="connsiteY82" fmla="*/ 3129034 h 6858000"/>
              <a:gd name="connsiteX83" fmla="*/ 488942 w 1364418"/>
              <a:gd name="connsiteY83" fmla="*/ 3126682 h 6858000"/>
              <a:gd name="connsiteX84" fmla="*/ 479810 w 1364418"/>
              <a:gd name="connsiteY84" fmla="*/ 3114519 h 6858000"/>
              <a:gd name="connsiteX85" fmla="*/ 466419 w 1364418"/>
              <a:gd name="connsiteY85" fmla="*/ 3106272 h 6858000"/>
              <a:gd name="connsiteX86" fmla="*/ 439149 w 1364418"/>
              <a:gd name="connsiteY86" fmla="*/ 2958185 h 6858000"/>
              <a:gd name="connsiteX87" fmla="*/ 381763 w 1364418"/>
              <a:gd name="connsiteY87" fmla="*/ 2762989 h 6858000"/>
              <a:gd name="connsiteX88" fmla="*/ 330681 w 1364418"/>
              <a:gd name="connsiteY88" fmla="*/ 2554718 h 6858000"/>
              <a:gd name="connsiteX89" fmla="*/ 310775 w 1364418"/>
              <a:gd name="connsiteY89" fmla="*/ 2485734 h 6858000"/>
              <a:gd name="connsiteX90" fmla="*/ 301498 w 1364418"/>
              <a:gd name="connsiteY90" fmla="*/ 2447068 h 6858000"/>
              <a:gd name="connsiteX91" fmla="*/ 288459 w 1364418"/>
              <a:gd name="connsiteY91" fmla="*/ 2425819 h 6858000"/>
              <a:gd name="connsiteX92" fmla="*/ 294458 w 1364418"/>
              <a:gd name="connsiteY92" fmla="*/ 2402874 h 6858000"/>
              <a:gd name="connsiteX93" fmla="*/ 297070 w 1364418"/>
              <a:gd name="connsiteY93" fmla="*/ 2381443 h 6858000"/>
              <a:gd name="connsiteX94" fmla="*/ 273399 w 1364418"/>
              <a:gd name="connsiteY94" fmla="*/ 2261920 h 6858000"/>
              <a:gd name="connsiteX95" fmla="*/ 263286 w 1364418"/>
              <a:gd name="connsiteY95" fmla="*/ 2195378 h 6858000"/>
              <a:gd name="connsiteX96" fmla="*/ 247503 w 1364418"/>
              <a:gd name="connsiteY96" fmla="*/ 2155135 h 6858000"/>
              <a:gd name="connsiteX97" fmla="*/ 244961 w 1364418"/>
              <a:gd name="connsiteY97" fmla="*/ 2118008 h 6858000"/>
              <a:gd name="connsiteX98" fmla="*/ 245954 w 1364418"/>
              <a:gd name="connsiteY98" fmla="*/ 2050531 h 6858000"/>
              <a:gd name="connsiteX99" fmla="*/ 237760 w 1364418"/>
              <a:gd name="connsiteY99" fmla="*/ 1963269 h 6858000"/>
              <a:gd name="connsiteX100" fmla="*/ 218938 w 1364418"/>
              <a:gd name="connsiteY100" fmla="*/ 1906352 h 6858000"/>
              <a:gd name="connsiteX101" fmla="*/ 195495 w 1364418"/>
              <a:gd name="connsiteY101" fmla="*/ 1861531 h 6858000"/>
              <a:gd name="connsiteX102" fmla="*/ 149294 w 1364418"/>
              <a:gd name="connsiteY102" fmla="*/ 1732919 h 6858000"/>
              <a:gd name="connsiteX103" fmla="*/ 121605 w 1364418"/>
              <a:gd name="connsiteY103" fmla="*/ 1663540 h 6858000"/>
              <a:gd name="connsiteX104" fmla="*/ 120731 w 1364418"/>
              <a:gd name="connsiteY104" fmla="*/ 1615777 h 6858000"/>
              <a:gd name="connsiteX105" fmla="*/ 101526 w 1364418"/>
              <a:gd name="connsiteY105" fmla="*/ 1563678 h 6858000"/>
              <a:gd name="connsiteX106" fmla="*/ 114606 w 1364418"/>
              <a:gd name="connsiteY106" fmla="*/ 1519474 h 6858000"/>
              <a:gd name="connsiteX107" fmla="*/ 107348 w 1364418"/>
              <a:gd name="connsiteY107" fmla="*/ 1477995 h 6858000"/>
              <a:gd name="connsiteX108" fmla="*/ 93433 w 1364418"/>
              <a:gd name="connsiteY108" fmla="*/ 1373769 h 6858000"/>
              <a:gd name="connsiteX109" fmla="*/ 101740 w 1364418"/>
              <a:gd name="connsiteY109" fmla="*/ 1307086 h 6858000"/>
              <a:gd name="connsiteX110" fmla="*/ 102928 w 1364418"/>
              <a:gd name="connsiteY110" fmla="*/ 1189033 h 6858000"/>
              <a:gd name="connsiteX111" fmla="*/ 107613 w 1364418"/>
              <a:gd name="connsiteY111" fmla="*/ 1168288 h 6858000"/>
              <a:gd name="connsiteX112" fmla="*/ 99895 w 1364418"/>
              <a:gd name="connsiteY112" fmla="*/ 1142577 h 6858000"/>
              <a:gd name="connsiteX113" fmla="*/ 89201 w 1364418"/>
              <a:gd name="connsiteY113" fmla="*/ 1088484 h 6858000"/>
              <a:gd name="connsiteX114" fmla="*/ 77937 w 1364418"/>
              <a:gd name="connsiteY114" fmla="*/ 1016103 h 6858000"/>
              <a:gd name="connsiteX115" fmla="*/ 79393 w 1364418"/>
              <a:gd name="connsiteY115" fmla="*/ 954054 h 6858000"/>
              <a:gd name="connsiteX116" fmla="*/ 90309 w 1364418"/>
              <a:gd name="connsiteY116" fmla="*/ 921368 h 6858000"/>
              <a:gd name="connsiteX117" fmla="*/ 74258 w 1364418"/>
              <a:gd name="connsiteY117" fmla="*/ 896999 h 6858000"/>
              <a:gd name="connsiteX118" fmla="*/ 43666 w 1364418"/>
              <a:gd name="connsiteY118" fmla="*/ 821517 h 6858000"/>
              <a:gd name="connsiteX119" fmla="*/ 22616 w 1364418"/>
              <a:gd name="connsiteY119" fmla="*/ 751353 h 6858000"/>
              <a:gd name="connsiteX120" fmla="*/ 22174 w 1364418"/>
              <a:gd name="connsiteY120" fmla="*/ 721230 h 6858000"/>
              <a:gd name="connsiteX121" fmla="*/ 7845 w 1364418"/>
              <a:gd name="connsiteY121" fmla="*/ 681659 h 6858000"/>
              <a:gd name="connsiteX122" fmla="*/ 31306 w 1364418"/>
              <a:gd name="connsiteY122" fmla="*/ 619315 h 6858000"/>
              <a:gd name="connsiteX123" fmla="*/ 15184 w 1364418"/>
              <a:gd name="connsiteY123" fmla="*/ 585934 h 6858000"/>
              <a:gd name="connsiteX124" fmla="*/ 22258 w 1364418"/>
              <a:gd name="connsiteY124" fmla="*/ 538948 h 6858000"/>
              <a:gd name="connsiteX125" fmla="*/ 26166 w 1364418"/>
              <a:gd name="connsiteY125" fmla="*/ 525163 h 6858000"/>
              <a:gd name="connsiteX126" fmla="*/ 52290 w 1364418"/>
              <a:gd name="connsiteY126" fmla="*/ 446567 h 6858000"/>
              <a:gd name="connsiteX127" fmla="*/ 51538 w 1364418"/>
              <a:gd name="connsiteY127" fmla="*/ 393828 h 6858000"/>
              <a:gd name="connsiteX128" fmla="*/ 51368 w 1364418"/>
              <a:gd name="connsiteY128" fmla="*/ 353137 h 6858000"/>
              <a:gd name="connsiteX129" fmla="*/ 55970 w 1364418"/>
              <a:gd name="connsiteY129" fmla="*/ 321428 h 6858000"/>
              <a:gd name="connsiteX130" fmla="*/ 57061 w 1364418"/>
              <a:gd name="connsiteY130" fmla="*/ 275771 h 6858000"/>
              <a:gd name="connsiteX131" fmla="*/ 74088 w 1364418"/>
              <a:gd name="connsiteY131" fmla="*/ 212860 h 6858000"/>
              <a:gd name="connsiteX132" fmla="*/ 65798 w 1364418"/>
              <a:gd name="connsiteY132" fmla="*/ 144983 h 6858000"/>
              <a:gd name="connsiteX133" fmla="*/ 78082 w 1364418"/>
              <a:gd name="connsiteY133" fmla="*/ 55288 h 6858000"/>
              <a:gd name="connsiteX134" fmla="*/ 37636 w 1364418"/>
              <a:gd name="connsiteY134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293648 w 1364418"/>
              <a:gd name="connsiteY10" fmla="*/ 6334727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137704 w 1364418"/>
              <a:gd name="connsiteY4" fmla="*/ 6832113 h 6858000"/>
              <a:gd name="connsiteX5" fmla="*/ 209564 w 1364418"/>
              <a:gd name="connsiteY5" fmla="*/ 6777899 h 6858000"/>
              <a:gd name="connsiteX6" fmla="*/ 240339 w 1364418"/>
              <a:gd name="connsiteY6" fmla="*/ 6711686 h 6858000"/>
              <a:gd name="connsiteX7" fmla="*/ 286686 w 1364418"/>
              <a:gd name="connsiteY7" fmla="*/ 6664994 h 6858000"/>
              <a:gd name="connsiteX8" fmla="*/ 339152 w 1364418"/>
              <a:gd name="connsiteY8" fmla="*/ 6471804 h 6858000"/>
              <a:gd name="connsiteX9" fmla="*/ 334570 w 1364418"/>
              <a:gd name="connsiteY9" fmla="*/ 6389835 h 6858000"/>
              <a:gd name="connsiteX10" fmla="*/ 317792 w 1364418"/>
              <a:gd name="connsiteY10" fmla="*/ 6324679 h 6858000"/>
              <a:gd name="connsiteX11" fmla="*/ 278227 w 1364418"/>
              <a:gd name="connsiteY11" fmla="*/ 6280046 h 6858000"/>
              <a:gd name="connsiteX12" fmla="*/ 288000 w 1364418"/>
              <a:gd name="connsiteY12" fmla="*/ 6252834 h 6858000"/>
              <a:gd name="connsiteX13" fmla="*/ 265992 w 1364418"/>
              <a:gd name="connsiteY13" fmla="*/ 6202459 h 6858000"/>
              <a:gd name="connsiteX14" fmla="*/ 264790 w 1364418"/>
              <a:gd name="connsiteY14" fmla="*/ 6153037 h 6858000"/>
              <a:gd name="connsiteX15" fmla="*/ 280205 w 1364418"/>
              <a:gd name="connsiteY15" fmla="*/ 6078132 h 6858000"/>
              <a:gd name="connsiteX16" fmla="*/ 267592 w 1364418"/>
              <a:gd name="connsiteY16" fmla="*/ 6028119 h 6858000"/>
              <a:gd name="connsiteX17" fmla="*/ 252821 w 1364418"/>
              <a:gd name="connsiteY17" fmla="*/ 5926735 h 6858000"/>
              <a:gd name="connsiteX18" fmla="*/ 302333 w 1364418"/>
              <a:gd name="connsiteY18" fmla="*/ 5712857 h 6858000"/>
              <a:gd name="connsiteX19" fmla="*/ 332131 w 1364418"/>
              <a:gd name="connsiteY19" fmla="*/ 5660491 h 6858000"/>
              <a:gd name="connsiteX20" fmla="*/ 341254 w 1364418"/>
              <a:gd name="connsiteY20" fmla="*/ 5563435 h 6858000"/>
              <a:gd name="connsiteX21" fmla="*/ 368130 w 1364418"/>
              <a:gd name="connsiteY21" fmla="*/ 5437125 h 6858000"/>
              <a:gd name="connsiteX22" fmla="*/ 381698 w 1364418"/>
              <a:gd name="connsiteY22" fmla="*/ 5396260 h 6858000"/>
              <a:gd name="connsiteX23" fmla="*/ 397679 w 1364418"/>
              <a:gd name="connsiteY23" fmla="*/ 5330009 h 6858000"/>
              <a:gd name="connsiteX24" fmla="*/ 431172 w 1364418"/>
              <a:gd name="connsiteY24" fmla="*/ 5273739 h 6858000"/>
              <a:gd name="connsiteX25" fmla="*/ 440771 w 1364418"/>
              <a:gd name="connsiteY25" fmla="*/ 5241779 h 6858000"/>
              <a:gd name="connsiteX26" fmla="*/ 451997 w 1364418"/>
              <a:gd name="connsiteY26" fmla="*/ 5225268 h 6858000"/>
              <a:gd name="connsiteX27" fmla="*/ 453017 w 1364418"/>
              <a:gd name="connsiteY27" fmla="*/ 5217684 h 6858000"/>
              <a:gd name="connsiteX28" fmla="*/ 460358 w 1364418"/>
              <a:gd name="connsiteY28" fmla="*/ 5193377 h 6858000"/>
              <a:gd name="connsiteX29" fmla="*/ 463661 w 1364418"/>
              <a:gd name="connsiteY29" fmla="*/ 5179288 h 6858000"/>
              <a:gd name="connsiteX30" fmla="*/ 464645 w 1364418"/>
              <a:gd name="connsiteY30" fmla="*/ 5173621 h 6858000"/>
              <a:gd name="connsiteX31" fmla="*/ 460279 w 1364418"/>
              <a:gd name="connsiteY31" fmla="*/ 5159961 h 6858000"/>
              <a:gd name="connsiteX32" fmla="*/ 466956 w 1364418"/>
              <a:gd name="connsiteY32" fmla="*/ 5144295 h 6858000"/>
              <a:gd name="connsiteX33" fmla="*/ 463889 w 1364418"/>
              <a:gd name="connsiteY33" fmla="*/ 5125185 h 6858000"/>
              <a:gd name="connsiteX34" fmla="*/ 470719 w 1364418"/>
              <a:gd name="connsiteY34" fmla="*/ 5121884 h 6858000"/>
              <a:gd name="connsiteX35" fmla="*/ 477755 w 1364418"/>
              <a:gd name="connsiteY35" fmla="*/ 5067850 h 6858000"/>
              <a:gd name="connsiteX36" fmla="*/ 480486 w 1364418"/>
              <a:gd name="connsiteY36" fmla="*/ 5060861 h 6858000"/>
              <a:gd name="connsiteX37" fmla="*/ 477190 w 1364418"/>
              <a:gd name="connsiteY37" fmla="*/ 5034192 h 6858000"/>
              <a:gd name="connsiteX38" fmla="*/ 478744 w 1364418"/>
              <a:gd name="connsiteY38" fmla="*/ 4993030 h 6858000"/>
              <a:gd name="connsiteX39" fmla="*/ 485653 w 1364418"/>
              <a:gd name="connsiteY39" fmla="*/ 4946844 h 6858000"/>
              <a:gd name="connsiteX40" fmla="*/ 481509 w 1364418"/>
              <a:gd name="connsiteY40" fmla="*/ 4932692 h 6858000"/>
              <a:gd name="connsiteX41" fmla="*/ 496912 w 1364418"/>
              <a:gd name="connsiteY41" fmla="*/ 4858827 h 6858000"/>
              <a:gd name="connsiteX42" fmla="*/ 502815 w 1364418"/>
              <a:gd name="connsiteY42" fmla="*/ 4821170 h 6858000"/>
              <a:gd name="connsiteX43" fmla="*/ 507548 w 1364418"/>
              <a:gd name="connsiteY43" fmla="*/ 4780965 h 6858000"/>
              <a:gd name="connsiteX44" fmla="*/ 508841 w 1364418"/>
              <a:gd name="connsiteY44" fmla="*/ 4750867 h 6858000"/>
              <a:gd name="connsiteX45" fmla="*/ 506648 w 1364418"/>
              <a:gd name="connsiteY45" fmla="*/ 4690749 h 6858000"/>
              <a:gd name="connsiteX46" fmla="*/ 502128 w 1364418"/>
              <a:gd name="connsiteY46" fmla="*/ 4584173 h 6858000"/>
              <a:gd name="connsiteX47" fmla="*/ 497211 w 1364418"/>
              <a:gd name="connsiteY47" fmla="*/ 4444346 h 6858000"/>
              <a:gd name="connsiteX48" fmla="*/ 493776 w 1364418"/>
              <a:gd name="connsiteY48" fmla="*/ 4375228 h 6858000"/>
              <a:gd name="connsiteX49" fmla="*/ 474429 w 1364418"/>
              <a:gd name="connsiteY49" fmla="*/ 4214165 h 6858000"/>
              <a:gd name="connsiteX50" fmla="*/ 478502 w 1364418"/>
              <a:gd name="connsiteY50" fmla="*/ 4090296 h 6858000"/>
              <a:gd name="connsiteX51" fmla="*/ 463758 w 1364418"/>
              <a:gd name="connsiteY51" fmla="*/ 4033999 h 6858000"/>
              <a:gd name="connsiteX52" fmla="*/ 464907 w 1364418"/>
              <a:gd name="connsiteY52" fmla="*/ 4031933 h 6858000"/>
              <a:gd name="connsiteX53" fmla="*/ 463483 w 1364418"/>
              <a:gd name="connsiteY53" fmla="*/ 4013953 h 6858000"/>
              <a:gd name="connsiteX54" fmla="*/ 449778 w 1364418"/>
              <a:gd name="connsiteY54" fmla="*/ 3974753 h 6858000"/>
              <a:gd name="connsiteX55" fmla="*/ 451376 w 1364418"/>
              <a:gd name="connsiteY55" fmla="*/ 3969950 h 6858000"/>
              <a:gd name="connsiteX56" fmla="*/ 444798 w 1364418"/>
              <a:gd name="connsiteY56" fmla="*/ 3933779 h 6858000"/>
              <a:gd name="connsiteX57" fmla="*/ 446129 w 1364418"/>
              <a:gd name="connsiteY57" fmla="*/ 3933093 h 6858000"/>
              <a:gd name="connsiteX58" fmla="*/ 450483 w 1364418"/>
              <a:gd name="connsiteY58" fmla="*/ 3922082 h 6858000"/>
              <a:gd name="connsiteX59" fmla="*/ 455561 w 1364418"/>
              <a:gd name="connsiteY59" fmla="*/ 3901461 h 6858000"/>
              <a:gd name="connsiteX60" fmla="*/ 478155 w 1364418"/>
              <a:gd name="connsiteY60" fmla="*/ 3813873 h 6858000"/>
              <a:gd name="connsiteX61" fmla="*/ 477580 w 1364418"/>
              <a:gd name="connsiteY61" fmla="*/ 3806161 h 6858000"/>
              <a:gd name="connsiteX62" fmla="*/ 477887 w 1364418"/>
              <a:gd name="connsiteY62" fmla="*/ 3805957 h 6858000"/>
              <a:gd name="connsiteX63" fmla="*/ 477914 w 1364418"/>
              <a:gd name="connsiteY63" fmla="*/ 3797724 h 6858000"/>
              <a:gd name="connsiteX64" fmla="*/ 476529 w 1364418"/>
              <a:gd name="connsiteY64" fmla="*/ 3792098 h 6858000"/>
              <a:gd name="connsiteX65" fmla="*/ 475413 w 1364418"/>
              <a:gd name="connsiteY65" fmla="*/ 3777135 h 6858000"/>
              <a:gd name="connsiteX66" fmla="*/ 477146 w 1364418"/>
              <a:gd name="connsiteY66" fmla="*/ 3771656 h 6858000"/>
              <a:gd name="connsiteX67" fmla="*/ 480889 w 1364418"/>
              <a:gd name="connsiteY67" fmla="*/ 3769007 h 6858000"/>
              <a:gd name="connsiteX68" fmla="*/ 480355 w 1364418"/>
              <a:gd name="connsiteY68" fmla="*/ 3767709 h 6858000"/>
              <a:gd name="connsiteX69" fmla="*/ 489051 w 1364418"/>
              <a:gd name="connsiteY69" fmla="*/ 3738082 h 6858000"/>
              <a:gd name="connsiteX70" fmla="*/ 496397 w 1364418"/>
              <a:gd name="connsiteY70" fmla="*/ 3673397 h 6858000"/>
              <a:gd name="connsiteX71" fmla="*/ 495693 w 1364418"/>
              <a:gd name="connsiteY71" fmla="*/ 3637109 h 6858000"/>
              <a:gd name="connsiteX72" fmla="*/ 499136 w 1364418"/>
              <a:gd name="connsiteY72" fmla="*/ 3536883 h 6858000"/>
              <a:gd name="connsiteX73" fmla="*/ 506674 w 1364418"/>
              <a:gd name="connsiteY73" fmla="*/ 3435652 h 6858000"/>
              <a:gd name="connsiteX74" fmla="*/ 508345 w 1364418"/>
              <a:gd name="connsiteY74" fmla="*/ 3307769 h 6858000"/>
              <a:gd name="connsiteX75" fmla="*/ 525908 w 1364418"/>
              <a:gd name="connsiteY75" fmla="*/ 3250522 h 6858000"/>
              <a:gd name="connsiteX76" fmla="*/ 526333 w 1364418"/>
              <a:gd name="connsiteY76" fmla="*/ 3229163 h 6858000"/>
              <a:gd name="connsiteX77" fmla="*/ 528156 w 1364418"/>
              <a:gd name="connsiteY77" fmla="*/ 3217217 h 6858000"/>
              <a:gd name="connsiteX78" fmla="*/ 514991 w 1364418"/>
              <a:gd name="connsiteY78" fmla="*/ 3183755 h 6858000"/>
              <a:gd name="connsiteX79" fmla="*/ 515492 w 1364418"/>
              <a:gd name="connsiteY79" fmla="*/ 3178642 h 6858000"/>
              <a:gd name="connsiteX80" fmla="*/ 503092 w 1364418"/>
              <a:gd name="connsiteY80" fmla="*/ 3158586 h 6858000"/>
              <a:gd name="connsiteX81" fmla="*/ 488277 w 1364418"/>
              <a:gd name="connsiteY81" fmla="*/ 3129034 h 6858000"/>
              <a:gd name="connsiteX82" fmla="*/ 488942 w 1364418"/>
              <a:gd name="connsiteY82" fmla="*/ 3126682 h 6858000"/>
              <a:gd name="connsiteX83" fmla="*/ 479810 w 1364418"/>
              <a:gd name="connsiteY83" fmla="*/ 3114519 h 6858000"/>
              <a:gd name="connsiteX84" fmla="*/ 466419 w 1364418"/>
              <a:gd name="connsiteY84" fmla="*/ 3106272 h 6858000"/>
              <a:gd name="connsiteX85" fmla="*/ 439149 w 1364418"/>
              <a:gd name="connsiteY85" fmla="*/ 2958185 h 6858000"/>
              <a:gd name="connsiteX86" fmla="*/ 381763 w 1364418"/>
              <a:gd name="connsiteY86" fmla="*/ 2762989 h 6858000"/>
              <a:gd name="connsiteX87" fmla="*/ 330681 w 1364418"/>
              <a:gd name="connsiteY87" fmla="*/ 2554718 h 6858000"/>
              <a:gd name="connsiteX88" fmla="*/ 310775 w 1364418"/>
              <a:gd name="connsiteY88" fmla="*/ 2485734 h 6858000"/>
              <a:gd name="connsiteX89" fmla="*/ 301498 w 1364418"/>
              <a:gd name="connsiteY89" fmla="*/ 2447068 h 6858000"/>
              <a:gd name="connsiteX90" fmla="*/ 288459 w 1364418"/>
              <a:gd name="connsiteY90" fmla="*/ 2425819 h 6858000"/>
              <a:gd name="connsiteX91" fmla="*/ 294458 w 1364418"/>
              <a:gd name="connsiteY91" fmla="*/ 2402874 h 6858000"/>
              <a:gd name="connsiteX92" fmla="*/ 297070 w 1364418"/>
              <a:gd name="connsiteY92" fmla="*/ 2381443 h 6858000"/>
              <a:gd name="connsiteX93" fmla="*/ 273399 w 1364418"/>
              <a:gd name="connsiteY93" fmla="*/ 2261920 h 6858000"/>
              <a:gd name="connsiteX94" fmla="*/ 263286 w 1364418"/>
              <a:gd name="connsiteY94" fmla="*/ 2195378 h 6858000"/>
              <a:gd name="connsiteX95" fmla="*/ 247503 w 1364418"/>
              <a:gd name="connsiteY95" fmla="*/ 2155135 h 6858000"/>
              <a:gd name="connsiteX96" fmla="*/ 244961 w 1364418"/>
              <a:gd name="connsiteY96" fmla="*/ 2118008 h 6858000"/>
              <a:gd name="connsiteX97" fmla="*/ 245954 w 1364418"/>
              <a:gd name="connsiteY97" fmla="*/ 2050531 h 6858000"/>
              <a:gd name="connsiteX98" fmla="*/ 237760 w 1364418"/>
              <a:gd name="connsiteY98" fmla="*/ 1963269 h 6858000"/>
              <a:gd name="connsiteX99" fmla="*/ 218938 w 1364418"/>
              <a:gd name="connsiteY99" fmla="*/ 1906352 h 6858000"/>
              <a:gd name="connsiteX100" fmla="*/ 195495 w 1364418"/>
              <a:gd name="connsiteY100" fmla="*/ 1861531 h 6858000"/>
              <a:gd name="connsiteX101" fmla="*/ 149294 w 1364418"/>
              <a:gd name="connsiteY101" fmla="*/ 1732919 h 6858000"/>
              <a:gd name="connsiteX102" fmla="*/ 121605 w 1364418"/>
              <a:gd name="connsiteY102" fmla="*/ 1663540 h 6858000"/>
              <a:gd name="connsiteX103" fmla="*/ 120731 w 1364418"/>
              <a:gd name="connsiteY103" fmla="*/ 1615777 h 6858000"/>
              <a:gd name="connsiteX104" fmla="*/ 101526 w 1364418"/>
              <a:gd name="connsiteY104" fmla="*/ 1563678 h 6858000"/>
              <a:gd name="connsiteX105" fmla="*/ 114606 w 1364418"/>
              <a:gd name="connsiteY105" fmla="*/ 1519474 h 6858000"/>
              <a:gd name="connsiteX106" fmla="*/ 107348 w 1364418"/>
              <a:gd name="connsiteY106" fmla="*/ 1477995 h 6858000"/>
              <a:gd name="connsiteX107" fmla="*/ 93433 w 1364418"/>
              <a:gd name="connsiteY107" fmla="*/ 1373769 h 6858000"/>
              <a:gd name="connsiteX108" fmla="*/ 101740 w 1364418"/>
              <a:gd name="connsiteY108" fmla="*/ 1307086 h 6858000"/>
              <a:gd name="connsiteX109" fmla="*/ 102928 w 1364418"/>
              <a:gd name="connsiteY109" fmla="*/ 1189033 h 6858000"/>
              <a:gd name="connsiteX110" fmla="*/ 107613 w 1364418"/>
              <a:gd name="connsiteY110" fmla="*/ 1168288 h 6858000"/>
              <a:gd name="connsiteX111" fmla="*/ 99895 w 1364418"/>
              <a:gd name="connsiteY111" fmla="*/ 1142577 h 6858000"/>
              <a:gd name="connsiteX112" fmla="*/ 89201 w 1364418"/>
              <a:gd name="connsiteY112" fmla="*/ 1088484 h 6858000"/>
              <a:gd name="connsiteX113" fmla="*/ 77937 w 1364418"/>
              <a:gd name="connsiteY113" fmla="*/ 1016103 h 6858000"/>
              <a:gd name="connsiteX114" fmla="*/ 79393 w 1364418"/>
              <a:gd name="connsiteY114" fmla="*/ 954054 h 6858000"/>
              <a:gd name="connsiteX115" fmla="*/ 90309 w 1364418"/>
              <a:gd name="connsiteY115" fmla="*/ 921368 h 6858000"/>
              <a:gd name="connsiteX116" fmla="*/ 74258 w 1364418"/>
              <a:gd name="connsiteY116" fmla="*/ 896999 h 6858000"/>
              <a:gd name="connsiteX117" fmla="*/ 43666 w 1364418"/>
              <a:gd name="connsiteY117" fmla="*/ 821517 h 6858000"/>
              <a:gd name="connsiteX118" fmla="*/ 22616 w 1364418"/>
              <a:gd name="connsiteY118" fmla="*/ 751353 h 6858000"/>
              <a:gd name="connsiteX119" fmla="*/ 22174 w 1364418"/>
              <a:gd name="connsiteY119" fmla="*/ 721230 h 6858000"/>
              <a:gd name="connsiteX120" fmla="*/ 7845 w 1364418"/>
              <a:gd name="connsiteY120" fmla="*/ 681659 h 6858000"/>
              <a:gd name="connsiteX121" fmla="*/ 31306 w 1364418"/>
              <a:gd name="connsiteY121" fmla="*/ 619315 h 6858000"/>
              <a:gd name="connsiteX122" fmla="*/ 15184 w 1364418"/>
              <a:gd name="connsiteY122" fmla="*/ 585934 h 6858000"/>
              <a:gd name="connsiteX123" fmla="*/ 22258 w 1364418"/>
              <a:gd name="connsiteY123" fmla="*/ 538948 h 6858000"/>
              <a:gd name="connsiteX124" fmla="*/ 26166 w 1364418"/>
              <a:gd name="connsiteY124" fmla="*/ 525163 h 6858000"/>
              <a:gd name="connsiteX125" fmla="*/ 52290 w 1364418"/>
              <a:gd name="connsiteY125" fmla="*/ 446567 h 6858000"/>
              <a:gd name="connsiteX126" fmla="*/ 51538 w 1364418"/>
              <a:gd name="connsiteY126" fmla="*/ 393828 h 6858000"/>
              <a:gd name="connsiteX127" fmla="*/ 51368 w 1364418"/>
              <a:gd name="connsiteY127" fmla="*/ 353137 h 6858000"/>
              <a:gd name="connsiteX128" fmla="*/ 55970 w 1364418"/>
              <a:gd name="connsiteY128" fmla="*/ 321428 h 6858000"/>
              <a:gd name="connsiteX129" fmla="*/ 57061 w 1364418"/>
              <a:gd name="connsiteY129" fmla="*/ 275771 h 6858000"/>
              <a:gd name="connsiteX130" fmla="*/ 74088 w 1364418"/>
              <a:gd name="connsiteY130" fmla="*/ 212860 h 6858000"/>
              <a:gd name="connsiteX131" fmla="*/ 65798 w 1364418"/>
              <a:gd name="connsiteY131" fmla="*/ 144983 h 6858000"/>
              <a:gd name="connsiteX132" fmla="*/ 78082 w 1364418"/>
              <a:gd name="connsiteY132" fmla="*/ 55288 h 6858000"/>
              <a:gd name="connsiteX133" fmla="*/ 37636 w 1364418"/>
              <a:gd name="connsiteY133" fmla="*/ 0 h 6858000"/>
              <a:gd name="connsiteX0" fmla="*/ 37636 w 1364418"/>
              <a:gd name="connsiteY0" fmla="*/ 0 h 6889521"/>
              <a:gd name="connsiteX1" fmla="*/ 1364418 w 1364418"/>
              <a:gd name="connsiteY1" fmla="*/ 0 h 6889521"/>
              <a:gd name="connsiteX2" fmla="*/ 1364418 w 1364418"/>
              <a:gd name="connsiteY2" fmla="*/ 6858000 h 6889521"/>
              <a:gd name="connsiteX3" fmla="*/ 101112 w 1364418"/>
              <a:gd name="connsiteY3" fmla="*/ 6857735 h 6889521"/>
              <a:gd name="connsiteX4" fmla="*/ 222208 w 1364418"/>
              <a:gd name="connsiteY4" fmla="*/ 6882355 h 6889521"/>
              <a:gd name="connsiteX5" fmla="*/ 209564 w 1364418"/>
              <a:gd name="connsiteY5" fmla="*/ 6777899 h 6889521"/>
              <a:gd name="connsiteX6" fmla="*/ 240339 w 1364418"/>
              <a:gd name="connsiteY6" fmla="*/ 6711686 h 6889521"/>
              <a:gd name="connsiteX7" fmla="*/ 286686 w 1364418"/>
              <a:gd name="connsiteY7" fmla="*/ 6664994 h 6889521"/>
              <a:gd name="connsiteX8" fmla="*/ 339152 w 1364418"/>
              <a:gd name="connsiteY8" fmla="*/ 6471804 h 6889521"/>
              <a:gd name="connsiteX9" fmla="*/ 334570 w 1364418"/>
              <a:gd name="connsiteY9" fmla="*/ 6389835 h 6889521"/>
              <a:gd name="connsiteX10" fmla="*/ 317792 w 1364418"/>
              <a:gd name="connsiteY10" fmla="*/ 6324679 h 6889521"/>
              <a:gd name="connsiteX11" fmla="*/ 278227 w 1364418"/>
              <a:gd name="connsiteY11" fmla="*/ 6280046 h 6889521"/>
              <a:gd name="connsiteX12" fmla="*/ 288000 w 1364418"/>
              <a:gd name="connsiteY12" fmla="*/ 6252834 h 6889521"/>
              <a:gd name="connsiteX13" fmla="*/ 265992 w 1364418"/>
              <a:gd name="connsiteY13" fmla="*/ 6202459 h 6889521"/>
              <a:gd name="connsiteX14" fmla="*/ 264790 w 1364418"/>
              <a:gd name="connsiteY14" fmla="*/ 6153037 h 6889521"/>
              <a:gd name="connsiteX15" fmla="*/ 280205 w 1364418"/>
              <a:gd name="connsiteY15" fmla="*/ 6078132 h 6889521"/>
              <a:gd name="connsiteX16" fmla="*/ 267592 w 1364418"/>
              <a:gd name="connsiteY16" fmla="*/ 6028119 h 6889521"/>
              <a:gd name="connsiteX17" fmla="*/ 252821 w 1364418"/>
              <a:gd name="connsiteY17" fmla="*/ 5926735 h 6889521"/>
              <a:gd name="connsiteX18" fmla="*/ 302333 w 1364418"/>
              <a:gd name="connsiteY18" fmla="*/ 5712857 h 6889521"/>
              <a:gd name="connsiteX19" fmla="*/ 332131 w 1364418"/>
              <a:gd name="connsiteY19" fmla="*/ 5660491 h 6889521"/>
              <a:gd name="connsiteX20" fmla="*/ 341254 w 1364418"/>
              <a:gd name="connsiteY20" fmla="*/ 5563435 h 6889521"/>
              <a:gd name="connsiteX21" fmla="*/ 368130 w 1364418"/>
              <a:gd name="connsiteY21" fmla="*/ 5437125 h 6889521"/>
              <a:gd name="connsiteX22" fmla="*/ 381698 w 1364418"/>
              <a:gd name="connsiteY22" fmla="*/ 5396260 h 6889521"/>
              <a:gd name="connsiteX23" fmla="*/ 397679 w 1364418"/>
              <a:gd name="connsiteY23" fmla="*/ 5330009 h 6889521"/>
              <a:gd name="connsiteX24" fmla="*/ 431172 w 1364418"/>
              <a:gd name="connsiteY24" fmla="*/ 5273739 h 6889521"/>
              <a:gd name="connsiteX25" fmla="*/ 440771 w 1364418"/>
              <a:gd name="connsiteY25" fmla="*/ 5241779 h 6889521"/>
              <a:gd name="connsiteX26" fmla="*/ 451997 w 1364418"/>
              <a:gd name="connsiteY26" fmla="*/ 5225268 h 6889521"/>
              <a:gd name="connsiteX27" fmla="*/ 453017 w 1364418"/>
              <a:gd name="connsiteY27" fmla="*/ 5217684 h 6889521"/>
              <a:gd name="connsiteX28" fmla="*/ 460358 w 1364418"/>
              <a:gd name="connsiteY28" fmla="*/ 5193377 h 6889521"/>
              <a:gd name="connsiteX29" fmla="*/ 463661 w 1364418"/>
              <a:gd name="connsiteY29" fmla="*/ 5179288 h 6889521"/>
              <a:gd name="connsiteX30" fmla="*/ 464645 w 1364418"/>
              <a:gd name="connsiteY30" fmla="*/ 5173621 h 6889521"/>
              <a:gd name="connsiteX31" fmla="*/ 460279 w 1364418"/>
              <a:gd name="connsiteY31" fmla="*/ 5159961 h 6889521"/>
              <a:gd name="connsiteX32" fmla="*/ 466956 w 1364418"/>
              <a:gd name="connsiteY32" fmla="*/ 5144295 h 6889521"/>
              <a:gd name="connsiteX33" fmla="*/ 463889 w 1364418"/>
              <a:gd name="connsiteY33" fmla="*/ 5125185 h 6889521"/>
              <a:gd name="connsiteX34" fmla="*/ 470719 w 1364418"/>
              <a:gd name="connsiteY34" fmla="*/ 5121884 h 6889521"/>
              <a:gd name="connsiteX35" fmla="*/ 477755 w 1364418"/>
              <a:gd name="connsiteY35" fmla="*/ 5067850 h 6889521"/>
              <a:gd name="connsiteX36" fmla="*/ 480486 w 1364418"/>
              <a:gd name="connsiteY36" fmla="*/ 5060861 h 6889521"/>
              <a:gd name="connsiteX37" fmla="*/ 477190 w 1364418"/>
              <a:gd name="connsiteY37" fmla="*/ 5034192 h 6889521"/>
              <a:gd name="connsiteX38" fmla="*/ 478744 w 1364418"/>
              <a:gd name="connsiteY38" fmla="*/ 4993030 h 6889521"/>
              <a:gd name="connsiteX39" fmla="*/ 485653 w 1364418"/>
              <a:gd name="connsiteY39" fmla="*/ 4946844 h 6889521"/>
              <a:gd name="connsiteX40" fmla="*/ 481509 w 1364418"/>
              <a:gd name="connsiteY40" fmla="*/ 4932692 h 6889521"/>
              <a:gd name="connsiteX41" fmla="*/ 496912 w 1364418"/>
              <a:gd name="connsiteY41" fmla="*/ 4858827 h 6889521"/>
              <a:gd name="connsiteX42" fmla="*/ 502815 w 1364418"/>
              <a:gd name="connsiteY42" fmla="*/ 4821170 h 6889521"/>
              <a:gd name="connsiteX43" fmla="*/ 507548 w 1364418"/>
              <a:gd name="connsiteY43" fmla="*/ 4780965 h 6889521"/>
              <a:gd name="connsiteX44" fmla="*/ 508841 w 1364418"/>
              <a:gd name="connsiteY44" fmla="*/ 4750867 h 6889521"/>
              <a:gd name="connsiteX45" fmla="*/ 506648 w 1364418"/>
              <a:gd name="connsiteY45" fmla="*/ 4690749 h 6889521"/>
              <a:gd name="connsiteX46" fmla="*/ 502128 w 1364418"/>
              <a:gd name="connsiteY46" fmla="*/ 4584173 h 6889521"/>
              <a:gd name="connsiteX47" fmla="*/ 497211 w 1364418"/>
              <a:gd name="connsiteY47" fmla="*/ 4444346 h 6889521"/>
              <a:gd name="connsiteX48" fmla="*/ 493776 w 1364418"/>
              <a:gd name="connsiteY48" fmla="*/ 4375228 h 6889521"/>
              <a:gd name="connsiteX49" fmla="*/ 474429 w 1364418"/>
              <a:gd name="connsiteY49" fmla="*/ 4214165 h 6889521"/>
              <a:gd name="connsiteX50" fmla="*/ 478502 w 1364418"/>
              <a:gd name="connsiteY50" fmla="*/ 4090296 h 6889521"/>
              <a:gd name="connsiteX51" fmla="*/ 463758 w 1364418"/>
              <a:gd name="connsiteY51" fmla="*/ 4033999 h 6889521"/>
              <a:gd name="connsiteX52" fmla="*/ 464907 w 1364418"/>
              <a:gd name="connsiteY52" fmla="*/ 4031933 h 6889521"/>
              <a:gd name="connsiteX53" fmla="*/ 463483 w 1364418"/>
              <a:gd name="connsiteY53" fmla="*/ 4013953 h 6889521"/>
              <a:gd name="connsiteX54" fmla="*/ 449778 w 1364418"/>
              <a:gd name="connsiteY54" fmla="*/ 3974753 h 6889521"/>
              <a:gd name="connsiteX55" fmla="*/ 451376 w 1364418"/>
              <a:gd name="connsiteY55" fmla="*/ 3969950 h 6889521"/>
              <a:gd name="connsiteX56" fmla="*/ 444798 w 1364418"/>
              <a:gd name="connsiteY56" fmla="*/ 3933779 h 6889521"/>
              <a:gd name="connsiteX57" fmla="*/ 446129 w 1364418"/>
              <a:gd name="connsiteY57" fmla="*/ 3933093 h 6889521"/>
              <a:gd name="connsiteX58" fmla="*/ 450483 w 1364418"/>
              <a:gd name="connsiteY58" fmla="*/ 3922082 h 6889521"/>
              <a:gd name="connsiteX59" fmla="*/ 455561 w 1364418"/>
              <a:gd name="connsiteY59" fmla="*/ 3901461 h 6889521"/>
              <a:gd name="connsiteX60" fmla="*/ 478155 w 1364418"/>
              <a:gd name="connsiteY60" fmla="*/ 3813873 h 6889521"/>
              <a:gd name="connsiteX61" fmla="*/ 477580 w 1364418"/>
              <a:gd name="connsiteY61" fmla="*/ 3806161 h 6889521"/>
              <a:gd name="connsiteX62" fmla="*/ 477887 w 1364418"/>
              <a:gd name="connsiteY62" fmla="*/ 3805957 h 6889521"/>
              <a:gd name="connsiteX63" fmla="*/ 477914 w 1364418"/>
              <a:gd name="connsiteY63" fmla="*/ 3797724 h 6889521"/>
              <a:gd name="connsiteX64" fmla="*/ 476529 w 1364418"/>
              <a:gd name="connsiteY64" fmla="*/ 3792098 h 6889521"/>
              <a:gd name="connsiteX65" fmla="*/ 475413 w 1364418"/>
              <a:gd name="connsiteY65" fmla="*/ 3777135 h 6889521"/>
              <a:gd name="connsiteX66" fmla="*/ 477146 w 1364418"/>
              <a:gd name="connsiteY66" fmla="*/ 3771656 h 6889521"/>
              <a:gd name="connsiteX67" fmla="*/ 480889 w 1364418"/>
              <a:gd name="connsiteY67" fmla="*/ 3769007 h 6889521"/>
              <a:gd name="connsiteX68" fmla="*/ 480355 w 1364418"/>
              <a:gd name="connsiteY68" fmla="*/ 3767709 h 6889521"/>
              <a:gd name="connsiteX69" fmla="*/ 489051 w 1364418"/>
              <a:gd name="connsiteY69" fmla="*/ 3738082 h 6889521"/>
              <a:gd name="connsiteX70" fmla="*/ 496397 w 1364418"/>
              <a:gd name="connsiteY70" fmla="*/ 3673397 h 6889521"/>
              <a:gd name="connsiteX71" fmla="*/ 495693 w 1364418"/>
              <a:gd name="connsiteY71" fmla="*/ 3637109 h 6889521"/>
              <a:gd name="connsiteX72" fmla="*/ 499136 w 1364418"/>
              <a:gd name="connsiteY72" fmla="*/ 3536883 h 6889521"/>
              <a:gd name="connsiteX73" fmla="*/ 506674 w 1364418"/>
              <a:gd name="connsiteY73" fmla="*/ 3435652 h 6889521"/>
              <a:gd name="connsiteX74" fmla="*/ 508345 w 1364418"/>
              <a:gd name="connsiteY74" fmla="*/ 3307769 h 6889521"/>
              <a:gd name="connsiteX75" fmla="*/ 525908 w 1364418"/>
              <a:gd name="connsiteY75" fmla="*/ 3250522 h 6889521"/>
              <a:gd name="connsiteX76" fmla="*/ 526333 w 1364418"/>
              <a:gd name="connsiteY76" fmla="*/ 3229163 h 6889521"/>
              <a:gd name="connsiteX77" fmla="*/ 528156 w 1364418"/>
              <a:gd name="connsiteY77" fmla="*/ 3217217 h 6889521"/>
              <a:gd name="connsiteX78" fmla="*/ 514991 w 1364418"/>
              <a:gd name="connsiteY78" fmla="*/ 3183755 h 6889521"/>
              <a:gd name="connsiteX79" fmla="*/ 515492 w 1364418"/>
              <a:gd name="connsiteY79" fmla="*/ 3178642 h 6889521"/>
              <a:gd name="connsiteX80" fmla="*/ 503092 w 1364418"/>
              <a:gd name="connsiteY80" fmla="*/ 3158586 h 6889521"/>
              <a:gd name="connsiteX81" fmla="*/ 488277 w 1364418"/>
              <a:gd name="connsiteY81" fmla="*/ 3129034 h 6889521"/>
              <a:gd name="connsiteX82" fmla="*/ 488942 w 1364418"/>
              <a:gd name="connsiteY82" fmla="*/ 3126682 h 6889521"/>
              <a:gd name="connsiteX83" fmla="*/ 479810 w 1364418"/>
              <a:gd name="connsiteY83" fmla="*/ 3114519 h 6889521"/>
              <a:gd name="connsiteX84" fmla="*/ 466419 w 1364418"/>
              <a:gd name="connsiteY84" fmla="*/ 3106272 h 6889521"/>
              <a:gd name="connsiteX85" fmla="*/ 439149 w 1364418"/>
              <a:gd name="connsiteY85" fmla="*/ 2958185 h 6889521"/>
              <a:gd name="connsiteX86" fmla="*/ 381763 w 1364418"/>
              <a:gd name="connsiteY86" fmla="*/ 2762989 h 6889521"/>
              <a:gd name="connsiteX87" fmla="*/ 330681 w 1364418"/>
              <a:gd name="connsiteY87" fmla="*/ 2554718 h 6889521"/>
              <a:gd name="connsiteX88" fmla="*/ 310775 w 1364418"/>
              <a:gd name="connsiteY88" fmla="*/ 2485734 h 6889521"/>
              <a:gd name="connsiteX89" fmla="*/ 301498 w 1364418"/>
              <a:gd name="connsiteY89" fmla="*/ 2447068 h 6889521"/>
              <a:gd name="connsiteX90" fmla="*/ 288459 w 1364418"/>
              <a:gd name="connsiteY90" fmla="*/ 2425819 h 6889521"/>
              <a:gd name="connsiteX91" fmla="*/ 294458 w 1364418"/>
              <a:gd name="connsiteY91" fmla="*/ 2402874 h 6889521"/>
              <a:gd name="connsiteX92" fmla="*/ 297070 w 1364418"/>
              <a:gd name="connsiteY92" fmla="*/ 2381443 h 6889521"/>
              <a:gd name="connsiteX93" fmla="*/ 273399 w 1364418"/>
              <a:gd name="connsiteY93" fmla="*/ 2261920 h 6889521"/>
              <a:gd name="connsiteX94" fmla="*/ 263286 w 1364418"/>
              <a:gd name="connsiteY94" fmla="*/ 2195378 h 6889521"/>
              <a:gd name="connsiteX95" fmla="*/ 247503 w 1364418"/>
              <a:gd name="connsiteY95" fmla="*/ 2155135 h 6889521"/>
              <a:gd name="connsiteX96" fmla="*/ 244961 w 1364418"/>
              <a:gd name="connsiteY96" fmla="*/ 2118008 h 6889521"/>
              <a:gd name="connsiteX97" fmla="*/ 245954 w 1364418"/>
              <a:gd name="connsiteY97" fmla="*/ 2050531 h 6889521"/>
              <a:gd name="connsiteX98" fmla="*/ 237760 w 1364418"/>
              <a:gd name="connsiteY98" fmla="*/ 1963269 h 6889521"/>
              <a:gd name="connsiteX99" fmla="*/ 218938 w 1364418"/>
              <a:gd name="connsiteY99" fmla="*/ 1906352 h 6889521"/>
              <a:gd name="connsiteX100" fmla="*/ 195495 w 1364418"/>
              <a:gd name="connsiteY100" fmla="*/ 1861531 h 6889521"/>
              <a:gd name="connsiteX101" fmla="*/ 149294 w 1364418"/>
              <a:gd name="connsiteY101" fmla="*/ 1732919 h 6889521"/>
              <a:gd name="connsiteX102" fmla="*/ 121605 w 1364418"/>
              <a:gd name="connsiteY102" fmla="*/ 1663540 h 6889521"/>
              <a:gd name="connsiteX103" fmla="*/ 120731 w 1364418"/>
              <a:gd name="connsiteY103" fmla="*/ 1615777 h 6889521"/>
              <a:gd name="connsiteX104" fmla="*/ 101526 w 1364418"/>
              <a:gd name="connsiteY104" fmla="*/ 1563678 h 6889521"/>
              <a:gd name="connsiteX105" fmla="*/ 114606 w 1364418"/>
              <a:gd name="connsiteY105" fmla="*/ 1519474 h 6889521"/>
              <a:gd name="connsiteX106" fmla="*/ 107348 w 1364418"/>
              <a:gd name="connsiteY106" fmla="*/ 1477995 h 6889521"/>
              <a:gd name="connsiteX107" fmla="*/ 93433 w 1364418"/>
              <a:gd name="connsiteY107" fmla="*/ 1373769 h 6889521"/>
              <a:gd name="connsiteX108" fmla="*/ 101740 w 1364418"/>
              <a:gd name="connsiteY108" fmla="*/ 1307086 h 6889521"/>
              <a:gd name="connsiteX109" fmla="*/ 102928 w 1364418"/>
              <a:gd name="connsiteY109" fmla="*/ 1189033 h 6889521"/>
              <a:gd name="connsiteX110" fmla="*/ 107613 w 1364418"/>
              <a:gd name="connsiteY110" fmla="*/ 1168288 h 6889521"/>
              <a:gd name="connsiteX111" fmla="*/ 99895 w 1364418"/>
              <a:gd name="connsiteY111" fmla="*/ 1142577 h 6889521"/>
              <a:gd name="connsiteX112" fmla="*/ 89201 w 1364418"/>
              <a:gd name="connsiteY112" fmla="*/ 1088484 h 6889521"/>
              <a:gd name="connsiteX113" fmla="*/ 77937 w 1364418"/>
              <a:gd name="connsiteY113" fmla="*/ 1016103 h 6889521"/>
              <a:gd name="connsiteX114" fmla="*/ 79393 w 1364418"/>
              <a:gd name="connsiteY114" fmla="*/ 954054 h 6889521"/>
              <a:gd name="connsiteX115" fmla="*/ 90309 w 1364418"/>
              <a:gd name="connsiteY115" fmla="*/ 921368 h 6889521"/>
              <a:gd name="connsiteX116" fmla="*/ 74258 w 1364418"/>
              <a:gd name="connsiteY116" fmla="*/ 896999 h 6889521"/>
              <a:gd name="connsiteX117" fmla="*/ 43666 w 1364418"/>
              <a:gd name="connsiteY117" fmla="*/ 821517 h 6889521"/>
              <a:gd name="connsiteX118" fmla="*/ 22616 w 1364418"/>
              <a:gd name="connsiteY118" fmla="*/ 751353 h 6889521"/>
              <a:gd name="connsiteX119" fmla="*/ 22174 w 1364418"/>
              <a:gd name="connsiteY119" fmla="*/ 721230 h 6889521"/>
              <a:gd name="connsiteX120" fmla="*/ 7845 w 1364418"/>
              <a:gd name="connsiteY120" fmla="*/ 681659 h 6889521"/>
              <a:gd name="connsiteX121" fmla="*/ 31306 w 1364418"/>
              <a:gd name="connsiteY121" fmla="*/ 619315 h 6889521"/>
              <a:gd name="connsiteX122" fmla="*/ 15184 w 1364418"/>
              <a:gd name="connsiteY122" fmla="*/ 585934 h 6889521"/>
              <a:gd name="connsiteX123" fmla="*/ 22258 w 1364418"/>
              <a:gd name="connsiteY123" fmla="*/ 538948 h 6889521"/>
              <a:gd name="connsiteX124" fmla="*/ 26166 w 1364418"/>
              <a:gd name="connsiteY124" fmla="*/ 525163 h 6889521"/>
              <a:gd name="connsiteX125" fmla="*/ 52290 w 1364418"/>
              <a:gd name="connsiteY125" fmla="*/ 446567 h 6889521"/>
              <a:gd name="connsiteX126" fmla="*/ 51538 w 1364418"/>
              <a:gd name="connsiteY126" fmla="*/ 393828 h 6889521"/>
              <a:gd name="connsiteX127" fmla="*/ 51368 w 1364418"/>
              <a:gd name="connsiteY127" fmla="*/ 353137 h 6889521"/>
              <a:gd name="connsiteX128" fmla="*/ 55970 w 1364418"/>
              <a:gd name="connsiteY128" fmla="*/ 321428 h 6889521"/>
              <a:gd name="connsiteX129" fmla="*/ 57061 w 1364418"/>
              <a:gd name="connsiteY129" fmla="*/ 275771 h 6889521"/>
              <a:gd name="connsiteX130" fmla="*/ 74088 w 1364418"/>
              <a:gd name="connsiteY130" fmla="*/ 212860 h 6889521"/>
              <a:gd name="connsiteX131" fmla="*/ 65798 w 1364418"/>
              <a:gd name="connsiteY131" fmla="*/ 144983 h 6889521"/>
              <a:gd name="connsiteX132" fmla="*/ 78082 w 1364418"/>
              <a:gd name="connsiteY132" fmla="*/ 55288 h 6889521"/>
              <a:gd name="connsiteX133" fmla="*/ 37636 w 1364418"/>
              <a:gd name="connsiteY133" fmla="*/ 0 h 6889521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101112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0956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40339 w 1364418"/>
              <a:gd name="connsiteY5" fmla="*/ 6711686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6686 w 1364418"/>
              <a:gd name="connsiteY6" fmla="*/ 6664994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39744 w 1364418"/>
              <a:gd name="connsiteY4" fmla="*/ 6777899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  <a:gd name="connsiteX0" fmla="*/ 37636 w 1364418"/>
              <a:gd name="connsiteY0" fmla="*/ 0 h 6858000"/>
              <a:gd name="connsiteX1" fmla="*/ 1364418 w 1364418"/>
              <a:gd name="connsiteY1" fmla="*/ 0 h 6858000"/>
              <a:gd name="connsiteX2" fmla="*/ 1364418 w 1364418"/>
              <a:gd name="connsiteY2" fmla="*/ 6858000 h 6858000"/>
              <a:gd name="connsiteX3" fmla="*/ 245974 w 1364418"/>
              <a:gd name="connsiteY3" fmla="*/ 6857735 h 6858000"/>
              <a:gd name="connsiteX4" fmla="*/ 281996 w 1364418"/>
              <a:gd name="connsiteY4" fmla="*/ 6792972 h 6858000"/>
              <a:gd name="connsiteX5" fmla="*/ 264484 w 1364418"/>
              <a:gd name="connsiteY5" fmla="*/ 6716710 h 6858000"/>
              <a:gd name="connsiteX6" fmla="*/ 280651 w 1364418"/>
              <a:gd name="connsiteY6" fmla="*/ 6639873 h 6858000"/>
              <a:gd name="connsiteX7" fmla="*/ 339152 w 1364418"/>
              <a:gd name="connsiteY7" fmla="*/ 6471804 h 6858000"/>
              <a:gd name="connsiteX8" fmla="*/ 334570 w 1364418"/>
              <a:gd name="connsiteY8" fmla="*/ 6389835 h 6858000"/>
              <a:gd name="connsiteX9" fmla="*/ 317792 w 1364418"/>
              <a:gd name="connsiteY9" fmla="*/ 6324679 h 6858000"/>
              <a:gd name="connsiteX10" fmla="*/ 278227 w 1364418"/>
              <a:gd name="connsiteY10" fmla="*/ 6280046 h 6858000"/>
              <a:gd name="connsiteX11" fmla="*/ 288000 w 1364418"/>
              <a:gd name="connsiteY11" fmla="*/ 6252834 h 6858000"/>
              <a:gd name="connsiteX12" fmla="*/ 265992 w 1364418"/>
              <a:gd name="connsiteY12" fmla="*/ 6202459 h 6858000"/>
              <a:gd name="connsiteX13" fmla="*/ 264790 w 1364418"/>
              <a:gd name="connsiteY13" fmla="*/ 6153037 h 6858000"/>
              <a:gd name="connsiteX14" fmla="*/ 280205 w 1364418"/>
              <a:gd name="connsiteY14" fmla="*/ 6078132 h 6858000"/>
              <a:gd name="connsiteX15" fmla="*/ 267592 w 1364418"/>
              <a:gd name="connsiteY15" fmla="*/ 6028119 h 6858000"/>
              <a:gd name="connsiteX16" fmla="*/ 252821 w 1364418"/>
              <a:gd name="connsiteY16" fmla="*/ 5926735 h 6858000"/>
              <a:gd name="connsiteX17" fmla="*/ 302333 w 1364418"/>
              <a:gd name="connsiteY17" fmla="*/ 5712857 h 6858000"/>
              <a:gd name="connsiteX18" fmla="*/ 332131 w 1364418"/>
              <a:gd name="connsiteY18" fmla="*/ 5660491 h 6858000"/>
              <a:gd name="connsiteX19" fmla="*/ 341254 w 1364418"/>
              <a:gd name="connsiteY19" fmla="*/ 5563435 h 6858000"/>
              <a:gd name="connsiteX20" fmla="*/ 368130 w 1364418"/>
              <a:gd name="connsiteY20" fmla="*/ 5437125 h 6858000"/>
              <a:gd name="connsiteX21" fmla="*/ 381698 w 1364418"/>
              <a:gd name="connsiteY21" fmla="*/ 5396260 h 6858000"/>
              <a:gd name="connsiteX22" fmla="*/ 397679 w 1364418"/>
              <a:gd name="connsiteY22" fmla="*/ 5330009 h 6858000"/>
              <a:gd name="connsiteX23" fmla="*/ 431172 w 1364418"/>
              <a:gd name="connsiteY23" fmla="*/ 5273739 h 6858000"/>
              <a:gd name="connsiteX24" fmla="*/ 440771 w 1364418"/>
              <a:gd name="connsiteY24" fmla="*/ 5241779 h 6858000"/>
              <a:gd name="connsiteX25" fmla="*/ 451997 w 1364418"/>
              <a:gd name="connsiteY25" fmla="*/ 5225268 h 6858000"/>
              <a:gd name="connsiteX26" fmla="*/ 453017 w 1364418"/>
              <a:gd name="connsiteY26" fmla="*/ 5217684 h 6858000"/>
              <a:gd name="connsiteX27" fmla="*/ 460358 w 1364418"/>
              <a:gd name="connsiteY27" fmla="*/ 5193377 h 6858000"/>
              <a:gd name="connsiteX28" fmla="*/ 463661 w 1364418"/>
              <a:gd name="connsiteY28" fmla="*/ 5179288 h 6858000"/>
              <a:gd name="connsiteX29" fmla="*/ 464645 w 1364418"/>
              <a:gd name="connsiteY29" fmla="*/ 5173621 h 6858000"/>
              <a:gd name="connsiteX30" fmla="*/ 460279 w 1364418"/>
              <a:gd name="connsiteY30" fmla="*/ 5159961 h 6858000"/>
              <a:gd name="connsiteX31" fmla="*/ 466956 w 1364418"/>
              <a:gd name="connsiteY31" fmla="*/ 5144295 h 6858000"/>
              <a:gd name="connsiteX32" fmla="*/ 463889 w 1364418"/>
              <a:gd name="connsiteY32" fmla="*/ 5125185 h 6858000"/>
              <a:gd name="connsiteX33" fmla="*/ 470719 w 1364418"/>
              <a:gd name="connsiteY33" fmla="*/ 5121884 h 6858000"/>
              <a:gd name="connsiteX34" fmla="*/ 477755 w 1364418"/>
              <a:gd name="connsiteY34" fmla="*/ 5067850 h 6858000"/>
              <a:gd name="connsiteX35" fmla="*/ 480486 w 1364418"/>
              <a:gd name="connsiteY35" fmla="*/ 5060861 h 6858000"/>
              <a:gd name="connsiteX36" fmla="*/ 477190 w 1364418"/>
              <a:gd name="connsiteY36" fmla="*/ 5034192 h 6858000"/>
              <a:gd name="connsiteX37" fmla="*/ 478744 w 1364418"/>
              <a:gd name="connsiteY37" fmla="*/ 4993030 h 6858000"/>
              <a:gd name="connsiteX38" fmla="*/ 485653 w 1364418"/>
              <a:gd name="connsiteY38" fmla="*/ 4946844 h 6858000"/>
              <a:gd name="connsiteX39" fmla="*/ 481509 w 1364418"/>
              <a:gd name="connsiteY39" fmla="*/ 4932692 h 6858000"/>
              <a:gd name="connsiteX40" fmla="*/ 496912 w 1364418"/>
              <a:gd name="connsiteY40" fmla="*/ 4858827 h 6858000"/>
              <a:gd name="connsiteX41" fmla="*/ 502815 w 1364418"/>
              <a:gd name="connsiteY41" fmla="*/ 4821170 h 6858000"/>
              <a:gd name="connsiteX42" fmla="*/ 507548 w 1364418"/>
              <a:gd name="connsiteY42" fmla="*/ 4780965 h 6858000"/>
              <a:gd name="connsiteX43" fmla="*/ 508841 w 1364418"/>
              <a:gd name="connsiteY43" fmla="*/ 4750867 h 6858000"/>
              <a:gd name="connsiteX44" fmla="*/ 506648 w 1364418"/>
              <a:gd name="connsiteY44" fmla="*/ 4690749 h 6858000"/>
              <a:gd name="connsiteX45" fmla="*/ 502128 w 1364418"/>
              <a:gd name="connsiteY45" fmla="*/ 4584173 h 6858000"/>
              <a:gd name="connsiteX46" fmla="*/ 497211 w 1364418"/>
              <a:gd name="connsiteY46" fmla="*/ 4444346 h 6858000"/>
              <a:gd name="connsiteX47" fmla="*/ 493776 w 1364418"/>
              <a:gd name="connsiteY47" fmla="*/ 4375228 h 6858000"/>
              <a:gd name="connsiteX48" fmla="*/ 474429 w 1364418"/>
              <a:gd name="connsiteY48" fmla="*/ 4214165 h 6858000"/>
              <a:gd name="connsiteX49" fmla="*/ 478502 w 1364418"/>
              <a:gd name="connsiteY49" fmla="*/ 4090296 h 6858000"/>
              <a:gd name="connsiteX50" fmla="*/ 463758 w 1364418"/>
              <a:gd name="connsiteY50" fmla="*/ 4033999 h 6858000"/>
              <a:gd name="connsiteX51" fmla="*/ 464907 w 1364418"/>
              <a:gd name="connsiteY51" fmla="*/ 4031933 h 6858000"/>
              <a:gd name="connsiteX52" fmla="*/ 463483 w 1364418"/>
              <a:gd name="connsiteY52" fmla="*/ 4013953 h 6858000"/>
              <a:gd name="connsiteX53" fmla="*/ 449778 w 1364418"/>
              <a:gd name="connsiteY53" fmla="*/ 3974753 h 6858000"/>
              <a:gd name="connsiteX54" fmla="*/ 451376 w 1364418"/>
              <a:gd name="connsiteY54" fmla="*/ 3969950 h 6858000"/>
              <a:gd name="connsiteX55" fmla="*/ 444798 w 1364418"/>
              <a:gd name="connsiteY55" fmla="*/ 3933779 h 6858000"/>
              <a:gd name="connsiteX56" fmla="*/ 446129 w 1364418"/>
              <a:gd name="connsiteY56" fmla="*/ 3933093 h 6858000"/>
              <a:gd name="connsiteX57" fmla="*/ 450483 w 1364418"/>
              <a:gd name="connsiteY57" fmla="*/ 3922082 h 6858000"/>
              <a:gd name="connsiteX58" fmla="*/ 455561 w 1364418"/>
              <a:gd name="connsiteY58" fmla="*/ 3901461 h 6858000"/>
              <a:gd name="connsiteX59" fmla="*/ 478155 w 1364418"/>
              <a:gd name="connsiteY59" fmla="*/ 3813873 h 6858000"/>
              <a:gd name="connsiteX60" fmla="*/ 477580 w 1364418"/>
              <a:gd name="connsiteY60" fmla="*/ 3806161 h 6858000"/>
              <a:gd name="connsiteX61" fmla="*/ 477887 w 1364418"/>
              <a:gd name="connsiteY61" fmla="*/ 3805957 h 6858000"/>
              <a:gd name="connsiteX62" fmla="*/ 477914 w 1364418"/>
              <a:gd name="connsiteY62" fmla="*/ 3797724 h 6858000"/>
              <a:gd name="connsiteX63" fmla="*/ 476529 w 1364418"/>
              <a:gd name="connsiteY63" fmla="*/ 3792098 h 6858000"/>
              <a:gd name="connsiteX64" fmla="*/ 475413 w 1364418"/>
              <a:gd name="connsiteY64" fmla="*/ 3777135 h 6858000"/>
              <a:gd name="connsiteX65" fmla="*/ 477146 w 1364418"/>
              <a:gd name="connsiteY65" fmla="*/ 3771656 h 6858000"/>
              <a:gd name="connsiteX66" fmla="*/ 480889 w 1364418"/>
              <a:gd name="connsiteY66" fmla="*/ 3769007 h 6858000"/>
              <a:gd name="connsiteX67" fmla="*/ 480355 w 1364418"/>
              <a:gd name="connsiteY67" fmla="*/ 3767709 h 6858000"/>
              <a:gd name="connsiteX68" fmla="*/ 489051 w 1364418"/>
              <a:gd name="connsiteY68" fmla="*/ 3738082 h 6858000"/>
              <a:gd name="connsiteX69" fmla="*/ 496397 w 1364418"/>
              <a:gd name="connsiteY69" fmla="*/ 3673397 h 6858000"/>
              <a:gd name="connsiteX70" fmla="*/ 495693 w 1364418"/>
              <a:gd name="connsiteY70" fmla="*/ 3637109 h 6858000"/>
              <a:gd name="connsiteX71" fmla="*/ 499136 w 1364418"/>
              <a:gd name="connsiteY71" fmla="*/ 3536883 h 6858000"/>
              <a:gd name="connsiteX72" fmla="*/ 506674 w 1364418"/>
              <a:gd name="connsiteY72" fmla="*/ 3435652 h 6858000"/>
              <a:gd name="connsiteX73" fmla="*/ 508345 w 1364418"/>
              <a:gd name="connsiteY73" fmla="*/ 3307769 h 6858000"/>
              <a:gd name="connsiteX74" fmla="*/ 525908 w 1364418"/>
              <a:gd name="connsiteY74" fmla="*/ 3250522 h 6858000"/>
              <a:gd name="connsiteX75" fmla="*/ 526333 w 1364418"/>
              <a:gd name="connsiteY75" fmla="*/ 3229163 h 6858000"/>
              <a:gd name="connsiteX76" fmla="*/ 528156 w 1364418"/>
              <a:gd name="connsiteY76" fmla="*/ 3217217 h 6858000"/>
              <a:gd name="connsiteX77" fmla="*/ 514991 w 1364418"/>
              <a:gd name="connsiteY77" fmla="*/ 3183755 h 6858000"/>
              <a:gd name="connsiteX78" fmla="*/ 515492 w 1364418"/>
              <a:gd name="connsiteY78" fmla="*/ 3178642 h 6858000"/>
              <a:gd name="connsiteX79" fmla="*/ 503092 w 1364418"/>
              <a:gd name="connsiteY79" fmla="*/ 3158586 h 6858000"/>
              <a:gd name="connsiteX80" fmla="*/ 488277 w 1364418"/>
              <a:gd name="connsiteY80" fmla="*/ 3129034 h 6858000"/>
              <a:gd name="connsiteX81" fmla="*/ 488942 w 1364418"/>
              <a:gd name="connsiteY81" fmla="*/ 3126682 h 6858000"/>
              <a:gd name="connsiteX82" fmla="*/ 479810 w 1364418"/>
              <a:gd name="connsiteY82" fmla="*/ 3114519 h 6858000"/>
              <a:gd name="connsiteX83" fmla="*/ 466419 w 1364418"/>
              <a:gd name="connsiteY83" fmla="*/ 3106272 h 6858000"/>
              <a:gd name="connsiteX84" fmla="*/ 439149 w 1364418"/>
              <a:gd name="connsiteY84" fmla="*/ 2958185 h 6858000"/>
              <a:gd name="connsiteX85" fmla="*/ 381763 w 1364418"/>
              <a:gd name="connsiteY85" fmla="*/ 2762989 h 6858000"/>
              <a:gd name="connsiteX86" fmla="*/ 330681 w 1364418"/>
              <a:gd name="connsiteY86" fmla="*/ 2554718 h 6858000"/>
              <a:gd name="connsiteX87" fmla="*/ 310775 w 1364418"/>
              <a:gd name="connsiteY87" fmla="*/ 2485734 h 6858000"/>
              <a:gd name="connsiteX88" fmla="*/ 301498 w 1364418"/>
              <a:gd name="connsiteY88" fmla="*/ 2447068 h 6858000"/>
              <a:gd name="connsiteX89" fmla="*/ 288459 w 1364418"/>
              <a:gd name="connsiteY89" fmla="*/ 2425819 h 6858000"/>
              <a:gd name="connsiteX90" fmla="*/ 294458 w 1364418"/>
              <a:gd name="connsiteY90" fmla="*/ 2402874 h 6858000"/>
              <a:gd name="connsiteX91" fmla="*/ 297070 w 1364418"/>
              <a:gd name="connsiteY91" fmla="*/ 2381443 h 6858000"/>
              <a:gd name="connsiteX92" fmla="*/ 273399 w 1364418"/>
              <a:gd name="connsiteY92" fmla="*/ 2261920 h 6858000"/>
              <a:gd name="connsiteX93" fmla="*/ 263286 w 1364418"/>
              <a:gd name="connsiteY93" fmla="*/ 2195378 h 6858000"/>
              <a:gd name="connsiteX94" fmla="*/ 247503 w 1364418"/>
              <a:gd name="connsiteY94" fmla="*/ 2155135 h 6858000"/>
              <a:gd name="connsiteX95" fmla="*/ 244961 w 1364418"/>
              <a:gd name="connsiteY95" fmla="*/ 2118008 h 6858000"/>
              <a:gd name="connsiteX96" fmla="*/ 245954 w 1364418"/>
              <a:gd name="connsiteY96" fmla="*/ 2050531 h 6858000"/>
              <a:gd name="connsiteX97" fmla="*/ 237760 w 1364418"/>
              <a:gd name="connsiteY97" fmla="*/ 1963269 h 6858000"/>
              <a:gd name="connsiteX98" fmla="*/ 218938 w 1364418"/>
              <a:gd name="connsiteY98" fmla="*/ 1906352 h 6858000"/>
              <a:gd name="connsiteX99" fmla="*/ 195495 w 1364418"/>
              <a:gd name="connsiteY99" fmla="*/ 1861531 h 6858000"/>
              <a:gd name="connsiteX100" fmla="*/ 149294 w 1364418"/>
              <a:gd name="connsiteY100" fmla="*/ 1732919 h 6858000"/>
              <a:gd name="connsiteX101" fmla="*/ 121605 w 1364418"/>
              <a:gd name="connsiteY101" fmla="*/ 1663540 h 6858000"/>
              <a:gd name="connsiteX102" fmla="*/ 120731 w 1364418"/>
              <a:gd name="connsiteY102" fmla="*/ 1615777 h 6858000"/>
              <a:gd name="connsiteX103" fmla="*/ 101526 w 1364418"/>
              <a:gd name="connsiteY103" fmla="*/ 1563678 h 6858000"/>
              <a:gd name="connsiteX104" fmla="*/ 114606 w 1364418"/>
              <a:gd name="connsiteY104" fmla="*/ 1519474 h 6858000"/>
              <a:gd name="connsiteX105" fmla="*/ 107348 w 1364418"/>
              <a:gd name="connsiteY105" fmla="*/ 1477995 h 6858000"/>
              <a:gd name="connsiteX106" fmla="*/ 93433 w 1364418"/>
              <a:gd name="connsiteY106" fmla="*/ 1373769 h 6858000"/>
              <a:gd name="connsiteX107" fmla="*/ 101740 w 1364418"/>
              <a:gd name="connsiteY107" fmla="*/ 1307086 h 6858000"/>
              <a:gd name="connsiteX108" fmla="*/ 102928 w 1364418"/>
              <a:gd name="connsiteY108" fmla="*/ 1189033 h 6858000"/>
              <a:gd name="connsiteX109" fmla="*/ 107613 w 1364418"/>
              <a:gd name="connsiteY109" fmla="*/ 1168288 h 6858000"/>
              <a:gd name="connsiteX110" fmla="*/ 99895 w 1364418"/>
              <a:gd name="connsiteY110" fmla="*/ 1142577 h 6858000"/>
              <a:gd name="connsiteX111" fmla="*/ 89201 w 1364418"/>
              <a:gd name="connsiteY111" fmla="*/ 1088484 h 6858000"/>
              <a:gd name="connsiteX112" fmla="*/ 77937 w 1364418"/>
              <a:gd name="connsiteY112" fmla="*/ 1016103 h 6858000"/>
              <a:gd name="connsiteX113" fmla="*/ 79393 w 1364418"/>
              <a:gd name="connsiteY113" fmla="*/ 954054 h 6858000"/>
              <a:gd name="connsiteX114" fmla="*/ 90309 w 1364418"/>
              <a:gd name="connsiteY114" fmla="*/ 921368 h 6858000"/>
              <a:gd name="connsiteX115" fmla="*/ 74258 w 1364418"/>
              <a:gd name="connsiteY115" fmla="*/ 896999 h 6858000"/>
              <a:gd name="connsiteX116" fmla="*/ 43666 w 1364418"/>
              <a:gd name="connsiteY116" fmla="*/ 821517 h 6858000"/>
              <a:gd name="connsiteX117" fmla="*/ 22616 w 1364418"/>
              <a:gd name="connsiteY117" fmla="*/ 751353 h 6858000"/>
              <a:gd name="connsiteX118" fmla="*/ 22174 w 1364418"/>
              <a:gd name="connsiteY118" fmla="*/ 721230 h 6858000"/>
              <a:gd name="connsiteX119" fmla="*/ 7845 w 1364418"/>
              <a:gd name="connsiteY119" fmla="*/ 681659 h 6858000"/>
              <a:gd name="connsiteX120" fmla="*/ 31306 w 1364418"/>
              <a:gd name="connsiteY120" fmla="*/ 619315 h 6858000"/>
              <a:gd name="connsiteX121" fmla="*/ 15184 w 1364418"/>
              <a:gd name="connsiteY121" fmla="*/ 585934 h 6858000"/>
              <a:gd name="connsiteX122" fmla="*/ 22258 w 1364418"/>
              <a:gd name="connsiteY122" fmla="*/ 538948 h 6858000"/>
              <a:gd name="connsiteX123" fmla="*/ 26166 w 1364418"/>
              <a:gd name="connsiteY123" fmla="*/ 525163 h 6858000"/>
              <a:gd name="connsiteX124" fmla="*/ 52290 w 1364418"/>
              <a:gd name="connsiteY124" fmla="*/ 446567 h 6858000"/>
              <a:gd name="connsiteX125" fmla="*/ 51538 w 1364418"/>
              <a:gd name="connsiteY125" fmla="*/ 393828 h 6858000"/>
              <a:gd name="connsiteX126" fmla="*/ 51368 w 1364418"/>
              <a:gd name="connsiteY126" fmla="*/ 353137 h 6858000"/>
              <a:gd name="connsiteX127" fmla="*/ 55970 w 1364418"/>
              <a:gd name="connsiteY127" fmla="*/ 321428 h 6858000"/>
              <a:gd name="connsiteX128" fmla="*/ 57061 w 1364418"/>
              <a:gd name="connsiteY128" fmla="*/ 275771 h 6858000"/>
              <a:gd name="connsiteX129" fmla="*/ 74088 w 1364418"/>
              <a:gd name="connsiteY129" fmla="*/ 212860 h 6858000"/>
              <a:gd name="connsiteX130" fmla="*/ 65798 w 1364418"/>
              <a:gd name="connsiteY130" fmla="*/ 144983 h 6858000"/>
              <a:gd name="connsiteX131" fmla="*/ 78082 w 1364418"/>
              <a:gd name="connsiteY131" fmla="*/ 55288 h 6858000"/>
              <a:gd name="connsiteX132" fmla="*/ 37636 w 1364418"/>
              <a:gd name="connsiteY132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1364418" h="6858000">
                <a:moveTo>
                  <a:pt x="37636" y="0"/>
                </a:moveTo>
                <a:lnTo>
                  <a:pt x="1364418" y="0"/>
                </a:lnTo>
                <a:lnTo>
                  <a:pt x="1364418" y="6858000"/>
                </a:lnTo>
                <a:lnTo>
                  <a:pt x="245974" y="6857735"/>
                </a:lnTo>
                <a:cubicBezTo>
                  <a:pt x="246649" y="6829312"/>
                  <a:pt x="258792" y="6817314"/>
                  <a:pt x="281996" y="6792972"/>
                </a:cubicBezTo>
                <a:cubicBezTo>
                  <a:pt x="288036" y="6763449"/>
                  <a:pt x="261498" y="6738121"/>
                  <a:pt x="264484" y="6716710"/>
                </a:cubicBezTo>
                <a:cubicBezTo>
                  <a:pt x="264597" y="6714739"/>
                  <a:pt x="280538" y="6641844"/>
                  <a:pt x="280651" y="6639873"/>
                </a:cubicBezTo>
                <a:cubicBezTo>
                  <a:pt x="296114" y="6596543"/>
                  <a:pt x="335196" y="6519339"/>
                  <a:pt x="339152" y="6471804"/>
                </a:cubicBezTo>
                <a:lnTo>
                  <a:pt x="334570" y="6389835"/>
                </a:lnTo>
                <a:cubicBezTo>
                  <a:pt x="334613" y="6357588"/>
                  <a:pt x="338883" y="6333072"/>
                  <a:pt x="317792" y="6324679"/>
                </a:cubicBezTo>
                <a:cubicBezTo>
                  <a:pt x="308402" y="6306381"/>
                  <a:pt x="279168" y="6293695"/>
                  <a:pt x="278227" y="6280046"/>
                </a:cubicBezTo>
                <a:cubicBezTo>
                  <a:pt x="281050" y="6269969"/>
                  <a:pt x="290039" y="6265765"/>
                  <a:pt x="288000" y="6252834"/>
                </a:cubicBezTo>
                <a:lnTo>
                  <a:pt x="265992" y="6202459"/>
                </a:lnTo>
                <a:cubicBezTo>
                  <a:pt x="264772" y="6196814"/>
                  <a:pt x="268092" y="6158095"/>
                  <a:pt x="264790" y="6153037"/>
                </a:cubicBezTo>
                <a:cubicBezTo>
                  <a:pt x="302335" y="6114354"/>
                  <a:pt x="260378" y="6128837"/>
                  <a:pt x="280205" y="6078132"/>
                </a:cubicBezTo>
                <a:cubicBezTo>
                  <a:pt x="283657" y="6049622"/>
                  <a:pt x="275724" y="6059673"/>
                  <a:pt x="267592" y="6028119"/>
                </a:cubicBezTo>
                <a:cubicBezTo>
                  <a:pt x="277113" y="5988572"/>
                  <a:pt x="234727" y="5976018"/>
                  <a:pt x="252821" y="5926735"/>
                </a:cubicBezTo>
                <a:cubicBezTo>
                  <a:pt x="290324" y="5823532"/>
                  <a:pt x="288016" y="5757776"/>
                  <a:pt x="302333" y="5712857"/>
                </a:cubicBezTo>
                <a:cubicBezTo>
                  <a:pt x="310258" y="5688518"/>
                  <a:pt x="328236" y="5675288"/>
                  <a:pt x="332131" y="5660491"/>
                </a:cubicBezTo>
                <a:cubicBezTo>
                  <a:pt x="345782" y="5622696"/>
                  <a:pt x="344964" y="5595787"/>
                  <a:pt x="341254" y="5563435"/>
                </a:cubicBezTo>
                <a:cubicBezTo>
                  <a:pt x="335745" y="5537661"/>
                  <a:pt x="359171" y="5479228"/>
                  <a:pt x="368130" y="5437125"/>
                </a:cubicBezTo>
                <a:cubicBezTo>
                  <a:pt x="379868" y="5399640"/>
                  <a:pt x="373836" y="5420657"/>
                  <a:pt x="381698" y="5396260"/>
                </a:cubicBezTo>
                <a:cubicBezTo>
                  <a:pt x="395995" y="5391935"/>
                  <a:pt x="389433" y="5350429"/>
                  <a:pt x="397679" y="5330009"/>
                </a:cubicBezTo>
                <a:cubicBezTo>
                  <a:pt x="405925" y="5309589"/>
                  <a:pt x="420210" y="5291626"/>
                  <a:pt x="431172" y="5273739"/>
                </a:cubicBezTo>
                <a:cubicBezTo>
                  <a:pt x="426568" y="5263245"/>
                  <a:pt x="432286" y="5253790"/>
                  <a:pt x="440771" y="5241779"/>
                </a:cubicBezTo>
                <a:lnTo>
                  <a:pt x="451997" y="5225268"/>
                </a:lnTo>
                <a:lnTo>
                  <a:pt x="453017" y="5217684"/>
                </a:lnTo>
                <a:cubicBezTo>
                  <a:pt x="455252" y="5208685"/>
                  <a:pt x="458044" y="5200600"/>
                  <a:pt x="460358" y="5193377"/>
                </a:cubicBezTo>
                <a:lnTo>
                  <a:pt x="463661" y="5179288"/>
                </a:lnTo>
                <a:lnTo>
                  <a:pt x="464645" y="5173621"/>
                </a:lnTo>
                <a:lnTo>
                  <a:pt x="460279" y="5159961"/>
                </a:lnTo>
                <a:lnTo>
                  <a:pt x="466956" y="5144295"/>
                </a:lnTo>
                <a:lnTo>
                  <a:pt x="463889" y="5125185"/>
                </a:lnTo>
                <a:cubicBezTo>
                  <a:pt x="466252" y="5124475"/>
                  <a:pt x="468554" y="5123363"/>
                  <a:pt x="470719" y="5121884"/>
                </a:cubicBezTo>
                <a:lnTo>
                  <a:pt x="477755" y="5067850"/>
                </a:lnTo>
                <a:lnTo>
                  <a:pt x="480486" y="5060861"/>
                </a:lnTo>
                <a:lnTo>
                  <a:pt x="477190" y="5034192"/>
                </a:lnTo>
                <a:cubicBezTo>
                  <a:pt x="476699" y="5019824"/>
                  <a:pt x="477403" y="5006180"/>
                  <a:pt x="478744" y="4993030"/>
                </a:cubicBezTo>
                <a:lnTo>
                  <a:pt x="485653" y="4946844"/>
                </a:lnTo>
                <a:lnTo>
                  <a:pt x="481509" y="4932692"/>
                </a:lnTo>
                <a:cubicBezTo>
                  <a:pt x="481214" y="4911802"/>
                  <a:pt x="495319" y="4880686"/>
                  <a:pt x="496912" y="4858827"/>
                </a:cubicBezTo>
                <a:lnTo>
                  <a:pt x="502815" y="4821170"/>
                </a:lnTo>
                <a:lnTo>
                  <a:pt x="507548" y="4780965"/>
                </a:lnTo>
                <a:lnTo>
                  <a:pt x="508841" y="4750867"/>
                </a:lnTo>
                <a:lnTo>
                  <a:pt x="506648" y="4690749"/>
                </a:lnTo>
                <a:cubicBezTo>
                  <a:pt x="512729" y="4654213"/>
                  <a:pt x="491337" y="4623546"/>
                  <a:pt x="502128" y="4584173"/>
                </a:cubicBezTo>
                <a:cubicBezTo>
                  <a:pt x="488693" y="4519562"/>
                  <a:pt x="492047" y="4501522"/>
                  <a:pt x="497211" y="4444346"/>
                </a:cubicBezTo>
                <a:cubicBezTo>
                  <a:pt x="511033" y="4454946"/>
                  <a:pt x="497584" y="4394050"/>
                  <a:pt x="493776" y="4375228"/>
                </a:cubicBezTo>
                <a:cubicBezTo>
                  <a:pt x="491426" y="4334791"/>
                  <a:pt x="480594" y="4270639"/>
                  <a:pt x="474429" y="4214165"/>
                </a:cubicBezTo>
                <a:cubicBezTo>
                  <a:pt x="465297" y="4170832"/>
                  <a:pt x="480280" y="4120324"/>
                  <a:pt x="478502" y="4090296"/>
                </a:cubicBezTo>
                <a:lnTo>
                  <a:pt x="463758" y="4033999"/>
                </a:lnTo>
                <a:lnTo>
                  <a:pt x="464907" y="4031933"/>
                </a:lnTo>
                <a:cubicBezTo>
                  <a:pt x="467040" y="4022997"/>
                  <a:pt x="465967" y="4017669"/>
                  <a:pt x="463483" y="4013953"/>
                </a:cubicBezTo>
                <a:lnTo>
                  <a:pt x="449778" y="3974753"/>
                </a:lnTo>
                <a:lnTo>
                  <a:pt x="451376" y="3969950"/>
                </a:lnTo>
                <a:lnTo>
                  <a:pt x="444798" y="3933779"/>
                </a:lnTo>
                <a:lnTo>
                  <a:pt x="446129" y="3933093"/>
                </a:lnTo>
                <a:cubicBezTo>
                  <a:pt x="448961" y="3930731"/>
                  <a:pt x="450769" y="3927433"/>
                  <a:pt x="450483" y="3922082"/>
                </a:cubicBezTo>
                <a:cubicBezTo>
                  <a:pt x="471740" y="3927556"/>
                  <a:pt x="458283" y="3917724"/>
                  <a:pt x="455561" y="3901461"/>
                </a:cubicBezTo>
                <a:cubicBezTo>
                  <a:pt x="460173" y="3883426"/>
                  <a:pt x="474485" y="3829756"/>
                  <a:pt x="478155" y="3813873"/>
                </a:cubicBezTo>
                <a:cubicBezTo>
                  <a:pt x="477963" y="3811302"/>
                  <a:pt x="477772" y="3808732"/>
                  <a:pt x="477580" y="3806161"/>
                </a:cubicBezTo>
                <a:lnTo>
                  <a:pt x="477887" y="3805957"/>
                </a:lnTo>
                <a:cubicBezTo>
                  <a:pt x="478443" y="3804175"/>
                  <a:pt x="478509" y="3801600"/>
                  <a:pt x="477914" y="3797724"/>
                </a:cubicBezTo>
                <a:lnTo>
                  <a:pt x="476529" y="3792098"/>
                </a:lnTo>
                <a:lnTo>
                  <a:pt x="475413" y="3777135"/>
                </a:lnTo>
                <a:lnTo>
                  <a:pt x="477146" y="3771656"/>
                </a:lnTo>
                <a:lnTo>
                  <a:pt x="480889" y="3769007"/>
                </a:lnTo>
                <a:lnTo>
                  <a:pt x="480355" y="3767709"/>
                </a:lnTo>
                <a:cubicBezTo>
                  <a:pt x="472854" y="3758603"/>
                  <a:pt x="462858" y="3757457"/>
                  <a:pt x="489051" y="3738082"/>
                </a:cubicBezTo>
                <a:cubicBezTo>
                  <a:pt x="476420" y="3716230"/>
                  <a:pt x="492614" y="3707883"/>
                  <a:pt x="496397" y="3673397"/>
                </a:cubicBezTo>
                <a:cubicBezTo>
                  <a:pt x="485059" y="3661788"/>
                  <a:pt x="488117" y="3649813"/>
                  <a:pt x="495693" y="3637109"/>
                </a:cubicBezTo>
                <a:cubicBezTo>
                  <a:pt x="488827" y="3605834"/>
                  <a:pt x="498565" y="3573837"/>
                  <a:pt x="499136" y="3536883"/>
                </a:cubicBezTo>
                <a:cubicBezTo>
                  <a:pt x="483096" y="3500539"/>
                  <a:pt x="506170" y="3475121"/>
                  <a:pt x="506674" y="3435652"/>
                </a:cubicBezTo>
                <a:cubicBezTo>
                  <a:pt x="508209" y="3397466"/>
                  <a:pt x="505139" y="3338624"/>
                  <a:pt x="508345" y="3307769"/>
                </a:cubicBezTo>
                <a:cubicBezTo>
                  <a:pt x="522826" y="3292381"/>
                  <a:pt x="493343" y="3256540"/>
                  <a:pt x="525908" y="3250522"/>
                </a:cubicBezTo>
                <a:cubicBezTo>
                  <a:pt x="519705" y="3235893"/>
                  <a:pt x="504475" y="3230937"/>
                  <a:pt x="526333" y="3229163"/>
                </a:cubicBezTo>
                <a:cubicBezTo>
                  <a:pt x="524884" y="3224149"/>
                  <a:pt x="525919" y="3220404"/>
                  <a:pt x="528156" y="3217217"/>
                </a:cubicBezTo>
                <a:lnTo>
                  <a:pt x="514991" y="3183755"/>
                </a:lnTo>
                <a:lnTo>
                  <a:pt x="515492" y="3178642"/>
                </a:lnTo>
                <a:lnTo>
                  <a:pt x="503092" y="3158586"/>
                </a:lnTo>
                <a:lnTo>
                  <a:pt x="488277" y="3129034"/>
                </a:lnTo>
                <a:lnTo>
                  <a:pt x="488942" y="3126682"/>
                </a:lnTo>
                <a:lnTo>
                  <a:pt x="479810" y="3114519"/>
                </a:lnTo>
                <a:cubicBezTo>
                  <a:pt x="476044" y="3110886"/>
                  <a:pt x="471657" y="3108020"/>
                  <a:pt x="466419" y="3106272"/>
                </a:cubicBezTo>
                <a:cubicBezTo>
                  <a:pt x="479357" y="3049949"/>
                  <a:pt x="446991" y="3011906"/>
                  <a:pt x="439149" y="2958185"/>
                </a:cubicBezTo>
                <a:cubicBezTo>
                  <a:pt x="423473" y="2895670"/>
                  <a:pt x="402616" y="2832884"/>
                  <a:pt x="381763" y="2762989"/>
                </a:cubicBezTo>
                <a:cubicBezTo>
                  <a:pt x="340504" y="2718141"/>
                  <a:pt x="357875" y="2611979"/>
                  <a:pt x="330681" y="2554718"/>
                </a:cubicBezTo>
                <a:cubicBezTo>
                  <a:pt x="354561" y="2510384"/>
                  <a:pt x="312857" y="2522616"/>
                  <a:pt x="310775" y="2485734"/>
                </a:cubicBezTo>
                <a:cubicBezTo>
                  <a:pt x="283880" y="2505125"/>
                  <a:pt x="334754" y="2437857"/>
                  <a:pt x="301498" y="2447068"/>
                </a:cubicBezTo>
                <a:cubicBezTo>
                  <a:pt x="302171" y="2440064"/>
                  <a:pt x="286502" y="2432988"/>
                  <a:pt x="288459" y="2425819"/>
                </a:cubicBezTo>
                <a:lnTo>
                  <a:pt x="294458" y="2402874"/>
                </a:lnTo>
                <a:lnTo>
                  <a:pt x="297070" y="2381443"/>
                </a:lnTo>
                <a:cubicBezTo>
                  <a:pt x="291389" y="2355877"/>
                  <a:pt x="281925" y="2295004"/>
                  <a:pt x="273399" y="2261920"/>
                </a:cubicBezTo>
                <a:cubicBezTo>
                  <a:pt x="264489" y="2250852"/>
                  <a:pt x="256407" y="2208397"/>
                  <a:pt x="263286" y="2195378"/>
                </a:cubicBezTo>
                <a:cubicBezTo>
                  <a:pt x="262597" y="2185499"/>
                  <a:pt x="238753" y="2164596"/>
                  <a:pt x="247503" y="2155135"/>
                </a:cubicBezTo>
                <a:cubicBezTo>
                  <a:pt x="257474" y="2141929"/>
                  <a:pt x="229406" y="2121310"/>
                  <a:pt x="244961" y="2118008"/>
                </a:cubicBezTo>
                <a:cubicBezTo>
                  <a:pt x="225493" y="2103116"/>
                  <a:pt x="245373" y="2072196"/>
                  <a:pt x="245954" y="2050531"/>
                </a:cubicBezTo>
                <a:cubicBezTo>
                  <a:pt x="228015" y="2040209"/>
                  <a:pt x="246924" y="2004931"/>
                  <a:pt x="237760" y="1963269"/>
                </a:cubicBezTo>
                <a:cubicBezTo>
                  <a:pt x="217314" y="1952304"/>
                  <a:pt x="249162" y="1930958"/>
                  <a:pt x="218938" y="1906352"/>
                </a:cubicBezTo>
                <a:cubicBezTo>
                  <a:pt x="211894" y="1889396"/>
                  <a:pt x="204207" y="1891128"/>
                  <a:pt x="195495" y="1861531"/>
                </a:cubicBezTo>
                <a:cubicBezTo>
                  <a:pt x="152756" y="1820122"/>
                  <a:pt x="167197" y="1775736"/>
                  <a:pt x="149294" y="1732919"/>
                </a:cubicBezTo>
                <a:cubicBezTo>
                  <a:pt x="132272" y="1683226"/>
                  <a:pt x="131129" y="1708347"/>
                  <a:pt x="121605" y="1663540"/>
                </a:cubicBezTo>
                <a:cubicBezTo>
                  <a:pt x="131383" y="1652207"/>
                  <a:pt x="129824" y="1627305"/>
                  <a:pt x="120731" y="1615777"/>
                </a:cubicBezTo>
                <a:cubicBezTo>
                  <a:pt x="113324" y="1591298"/>
                  <a:pt x="125561" y="1582061"/>
                  <a:pt x="101526" y="1563678"/>
                </a:cubicBezTo>
                <a:cubicBezTo>
                  <a:pt x="118336" y="1562186"/>
                  <a:pt x="95368" y="1514217"/>
                  <a:pt x="114606" y="1519474"/>
                </a:cubicBezTo>
                <a:cubicBezTo>
                  <a:pt x="124662" y="1497831"/>
                  <a:pt x="99126" y="1498809"/>
                  <a:pt x="107348" y="1477995"/>
                </a:cubicBezTo>
                <a:cubicBezTo>
                  <a:pt x="102372" y="1450946"/>
                  <a:pt x="98082" y="1395585"/>
                  <a:pt x="93433" y="1373769"/>
                </a:cubicBezTo>
                <a:lnTo>
                  <a:pt x="101740" y="1307086"/>
                </a:lnTo>
                <a:cubicBezTo>
                  <a:pt x="61518" y="1238798"/>
                  <a:pt x="128597" y="1302829"/>
                  <a:pt x="102928" y="1189033"/>
                </a:cubicBezTo>
                <a:cubicBezTo>
                  <a:pt x="96991" y="1183619"/>
                  <a:pt x="100433" y="1168361"/>
                  <a:pt x="107613" y="1168288"/>
                </a:cubicBezTo>
                <a:cubicBezTo>
                  <a:pt x="104521" y="1161401"/>
                  <a:pt x="88898" y="1146763"/>
                  <a:pt x="99895" y="1142577"/>
                </a:cubicBezTo>
                <a:cubicBezTo>
                  <a:pt x="98248" y="1123927"/>
                  <a:pt x="94639" y="1105753"/>
                  <a:pt x="89201" y="1088484"/>
                </a:cubicBezTo>
                <a:lnTo>
                  <a:pt x="77937" y="1016103"/>
                </a:lnTo>
                <a:cubicBezTo>
                  <a:pt x="78422" y="988163"/>
                  <a:pt x="78908" y="981994"/>
                  <a:pt x="79393" y="954054"/>
                </a:cubicBezTo>
                <a:cubicBezTo>
                  <a:pt x="74607" y="950500"/>
                  <a:pt x="84928" y="922140"/>
                  <a:pt x="90309" y="921368"/>
                </a:cubicBezTo>
                <a:cubicBezTo>
                  <a:pt x="87566" y="916400"/>
                  <a:pt x="66268" y="901306"/>
                  <a:pt x="74258" y="896999"/>
                </a:cubicBezTo>
                <a:cubicBezTo>
                  <a:pt x="69492" y="868759"/>
                  <a:pt x="58957" y="842759"/>
                  <a:pt x="43666" y="821517"/>
                </a:cubicBezTo>
                <a:cubicBezTo>
                  <a:pt x="35059" y="797243"/>
                  <a:pt x="27646" y="764612"/>
                  <a:pt x="22616" y="751353"/>
                </a:cubicBezTo>
                <a:cubicBezTo>
                  <a:pt x="22469" y="741312"/>
                  <a:pt x="22321" y="731271"/>
                  <a:pt x="22174" y="721230"/>
                </a:cubicBezTo>
                <a:lnTo>
                  <a:pt x="7845" y="681659"/>
                </a:lnTo>
                <a:cubicBezTo>
                  <a:pt x="-21513" y="678654"/>
                  <a:pt x="41748" y="630810"/>
                  <a:pt x="31306" y="619315"/>
                </a:cubicBezTo>
                <a:cubicBezTo>
                  <a:pt x="37997" y="611016"/>
                  <a:pt x="17724" y="592108"/>
                  <a:pt x="15184" y="585934"/>
                </a:cubicBezTo>
                <a:cubicBezTo>
                  <a:pt x="14724" y="571597"/>
                  <a:pt x="22718" y="553285"/>
                  <a:pt x="22258" y="538948"/>
                </a:cubicBezTo>
                <a:cubicBezTo>
                  <a:pt x="22152" y="531703"/>
                  <a:pt x="26272" y="532408"/>
                  <a:pt x="26166" y="525163"/>
                </a:cubicBezTo>
                <a:cubicBezTo>
                  <a:pt x="28507" y="511668"/>
                  <a:pt x="56166" y="464433"/>
                  <a:pt x="52290" y="446567"/>
                </a:cubicBezTo>
                <a:cubicBezTo>
                  <a:pt x="47300" y="425186"/>
                  <a:pt x="52062" y="408582"/>
                  <a:pt x="51538" y="393828"/>
                </a:cubicBezTo>
                <a:cubicBezTo>
                  <a:pt x="51481" y="380264"/>
                  <a:pt x="51425" y="366701"/>
                  <a:pt x="51368" y="353137"/>
                </a:cubicBezTo>
                <a:cubicBezTo>
                  <a:pt x="50053" y="345863"/>
                  <a:pt x="61696" y="333814"/>
                  <a:pt x="55970" y="321428"/>
                </a:cubicBezTo>
                <a:cubicBezTo>
                  <a:pt x="56334" y="306209"/>
                  <a:pt x="56697" y="290990"/>
                  <a:pt x="57061" y="275771"/>
                </a:cubicBezTo>
                <a:cubicBezTo>
                  <a:pt x="46146" y="254441"/>
                  <a:pt x="87623" y="243671"/>
                  <a:pt x="74088" y="212860"/>
                </a:cubicBezTo>
                <a:cubicBezTo>
                  <a:pt x="92367" y="188146"/>
                  <a:pt x="68261" y="179672"/>
                  <a:pt x="65798" y="144983"/>
                </a:cubicBezTo>
                <a:cubicBezTo>
                  <a:pt x="52661" y="119338"/>
                  <a:pt x="79134" y="90517"/>
                  <a:pt x="78082" y="55288"/>
                </a:cubicBezTo>
                <a:lnTo>
                  <a:pt x="37636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0351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F0DCC097-1DB8-4B6D-85D0-6FBA0E1CA4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0B58608-23C8-4441-994D-C6823EEE1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1999" cy="2083506"/>
          </a:xfrm>
          <a:custGeom>
            <a:avLst/>
            <a:gdLst>
              <a:gd name="connsiteX0" fmla="*/ 0 w 12191999"/>
              <a:gd name="connsiteY0" fmla="*/ 0 h 2083506"/>
              <a:gd name="connsiteX1" fmla="*/ 9429748 w 12191999"/>
              <a:gd name="connsiteY1" fmla="*/ 0 h 2083506"/>
              <a:gd name="connsiteX2" fmla="*/ 9429748 w 12191999"/>
              <a:gd name="connsiteY2" fmla="*/ 1 h 2083506"/>
              <a:gd name="connsiteX3" fmla="*/ 12191999 w 12191999"/>
              <a:gd name="connsiteY3" fmla="*/ 1 h 2083506"/>
              <a:gd name="connsiteX4" fmla="*/ 12191999 w 12191999"/>
              <a:gd name="connsiteY4" fmla="*/ 1164372 h 2083506"/>
              <a:gd name="connsiteX5" fmla="*/ 12147852 w 12191999"/>
              <a:gd name="connsiteY5" fmla="*/ 1163783 h 2083506"/>
              <a:gd name="connsiteX6" fmla="*/ 11993604 w 12191999"/>
              <a:gd name="connsiteY6" fmla="*/ 1153496 h 2083506"/>
              <a:gd name="connsiteX7" fmla="*/ 11865319 w 12191999"/>
              <a:gd name="connsiteY7" fmla="*/ 1176624 h 2083506"/>
              <a:gd name="connsiteX8" fmla="*/ 11718353 w 12191999"/>
              <a:gd name="connsiteY8" fmla="*/ 1209136 h 2083506"/>
              <a:gd name="connsiteX9" fmla="*/ 11609067 w 12191999"/>
              <a:gd name="connsiteY9" fmla="*/ 1218512 h 2083506"/>
              <a:gd name="connsiteX10" fmla="*/ 11545958 w 12191999"/>
              <a:gd name="connsiteY10" fmla="*/ 1240430 h 2083506"/>
              <a:gd name="connsiteX11" fmla="*/ 11445770 w 12191999"/>
              <a:gd name="connsiteY11" fmla="*/ 1225780 h 2083506"/>
              <a:gd name="connsiteX12" fmla="*/ 11398842 w 12191999"/>
              <a:gd name="connsiteY12" fmla="*/ 1227250 h 2083506"/>
              <a:gd name="connsiteX13" fmla="*/ 11240093 w 12191999"/>
              <a:gd name="connsiteY13" fmla="*/ 1266797 h 2083506"/>
              <a:gd name="connsiteX14" fmla="*/ 11141364 w 12191999"/>
              <a:gd name="connsiteY14" fmla="*/ 1288059 h 2083506"/>
              <a:gd name="connsiteX15" fmla="*/ 11015396 w 12191999"/>
              <a:gd name="connsiteY15" fmla="*/ 1353104 h 2083506"/>
              <a:gd name="connsiteX16" fmla="*/ 10973905 w 12191999"/>
              <a:gd name="connsiteY16" fmla="*/ 1365109 h 2083506"/>
              <a:gd name="connsiteX17" fmla="*/ 10904858 w 12191999"/>
              <a:gd name="connsiteY17" fmla="*/ 1371966 h 2083506"/>
              <a:gd name="connsiteX18" fmla="*/ 10827883 w 12191999"/>
              <a:gd name="connsiteY18" fmla="*/ 1410270 h 2083506"/>
              <a:gd name="connsiteX19" fmla="*/ 10690996 w 12191999"/>
              <a:gd name="connsiteY19" fmla="*/ 1426394 h 2083506"/>
              <a:gd name="connsiteX20" fmla="*/ 10624461 w 12191999"/>
              <a:gd name="connsiteY20" fmla="*/ 1444283 h 2083506"/>
              <a:gd name="connsiteX21" fmla="*/ 10517208 w 12191999"/>
              <a:gd name="connsiteY21" fmla="*/ 1478947 h 2083506"/>
              <a:gd name="connsiteX22" fmla="*/ 10497937 w 12191999"/>
              <a:gd name="connsiteY22" fmla="*/ 1469831 h 2083506"/>
              <a:gd name="connsiteX23" fmla="*/ 10471201 w 12191999"/>
              <a:gd name="connsiteY23" fmla="*/ 1486037 h 2083506"/>
              <a:gd name="connsiteX24" fmla="*/ 10448263 w 12191999"/>
              <a:gd name="connsiteY24" fmla="*/ 1478223 h 2083506"/>
              <a:gd name="connsiteX25" fmla="*/ 10388089 w 12191999"/>
              <a:gd name="connsiteY25" fmla="*/ 1507175 h 2083506"/>
              <a:gd name="connsiteX26" fmla="*/ 10333720 w 12191999"/>
              <a:gd name="connsiteY26" fmla="*/ 1515848 h 2083506"/>
              <a:gd name="connsiteX27" fmla="*/ 10104338 w 12191999"/>
              <a:gd name="connsiteY27" fmla="*/ 1569424 h 2083506"/>
              <a:gd name="connsiteX28" fmla="*/ 9910445 w 12191999"/>
              <a:gd name="connsiteY28" fmla="*/ 1632275 h 2083506"/>
              <a:gd name="connsiteX29" fmla="*/ 9770872 w 12191999"/>
              <a:gd name="connsiteY29" fmla="*/ 1688088 h 2083506"/>
              <a:gd name="connsiteX30" fmla="*/ 9733849 w 12191999"/>
              <a:gd name="connsiteY30" fmla="*/ 1700034 h 2083506"/>
              <a:gd name="connsiteX31" fmla="*/ 9703714 w 12191999"/>
              <a:gd name="connsiteY31" fmla="*/ 1730093 h 2083506"/>
              <a:gd name="connsiteX32" fmla="*/ 9698351 w 12191999"/>
              <a:gd name="connsiteY32" fmla="*/ 1730377 h 2083506"/>
              <a:gd name="connsiteX33" fmla="*/ 9632895 w 12191999"/>
              <a:gd name="connsiteY33" fmla="*/ 1736363 h 2083506"/>
              <a:gd name="connsiteX34" fmla="*/ 9569107 w 12191999"/>
              <a:gd name="connsiteY34" fmla="*/ 1741010 h 2083506"/>
              <a:gd name="connsiteX35" fmla="*/ 9536451 w 12191999"/>
              <a:gd name="connsiteY35" fmla="*/ 1755120 h 2083506"/>
              <a:gd name="connsiteX36" fmla="*/ 9529385 w 12191999"/>
              <a:gd name="connsiteY36" fmla="*/ 1757515 h 2083506"/>
              <a:gd name="connsiteX37" fmla="*/ 9498527 w 12191999"/>
              <a:gd name="connsiteY37" fmla="*/ 1753117 h 2083506"/>
              <a:gd name="connsiteX38" fmla="*/ 9436642 w 12191999"/>
              <a:gd name="connsiteY38" fmla="*/ 1755478 h 2083506"/>
              <a:gd name="connsiteX39" fmla="*/ 9429748 w 12191999"/>
              <a:gd name="connsiteY39" fmla="*/ 1756317 h 2083506"/>
              <a:gd name="connsiteX40" fmla="*/ 9429748 w 12191999"/>
              <a:gd name="connsiteY40" fmla="*/ 1768745 h 2083506"/>
              <a:gd name="connsiteX41" fmla="*/ 9425802 w 12191999"/>
              <a:gd name="connsiteY41" fmla="*/ 1769273 h 2083506"/>
              <a:gd name="connsiteX42" fmla="*/ 9349763 w 12191999"/>
              <a:gd name="connsiteY42" fmla="*/ 1776107 h 2083506"/>
              <a:gd name="connsiteX43" fmla="*/ 9256503 w 12191999"/>
              <a:gd name="connsiteY43" fmla="*/ 1800699 h 2083506"/>
              <a:gd name="connsiteX44" fmla="*/ 9222873 w 12191999"/>
              <a:gd name="connsiteY44" fmla="*/ 1803003 h 2083506"/>
              <a:gd name="connsiteX45" fmla="*/ 9224095 w 12191999"/>
              <a:gd name="connsiteY45" fmla="*/ 1807355 h 2083506"/>
              <a:gd name="connsiteX46" fmla="*/ 9211603 w 12191999"/>
              <a:gd name="connsiteY46" fmla="*/ 1807675 h 2083506"/>
              <a:gd name="connsiteX47" fmla="*/ 9183719 w 12191999"/>
              <a:gd name="connsiteY47" fmla="*/ 1807781 h 2083506"/>
              <a:gd name="connsiteX48" fmla="*/ 9100221 w 12191999"/>
              <a:gd name="connsiteY48" fmla="*/ 1808989 h 2083506"/>
              <a:gd name="connsiteX49" fmla="*/ 9077439 w 12191999"/>
              <a:gd name="connsiteY49" fmla="*/ 1817333 h 2083506"/>
              <a:gd name="connsiteX50" fmla="*/ 9055889 w 12191999"/>
              <a:gd name="connsiteY50" fmla="*/ 1817464 h 2083506"/>
              <a:gd name="connsiteX51" fmla="*/ 8930912 w 12191999"/>
              <a:gd name="connsiteY51" fmla="*/ 1828648 h 2083506"/>
              <a:gd name="connsiteX52" fmla="*/ 8913729 w 12191999"/>
              <a:gd name="connsiteY52" fmla="*/ 1829483 h 2083506"/>
              <a:gd name="connsiteX53" fmla="*/ 8904423 w 12191999"/>
              <a:gd name="connsiteY53" fmla="*/ 1833234 h 2083506"/>
              <a:gd name="connsiteX54" fmla="*/ 8871099 w 12191999"/>
              <a:gd name="connsiteY54" fmla="*/ 1833979 h 2083506"/>
              <a:gd name="connsiteX55" fmla="*/ 8869557 w 12191999"/>
              <a:gd name="connsiteY55" fmla="*/ 1836113 h 2083506"/>
              <a:gd name="connsiteX56" fmla="*/ 8760021 w 12191999"/>
              <a:gd name="connsiteY56" fmla="*/ 1854442 h 2083506"/>
              <a:gd name="connsiteX57" fmla="*/ 8741254 w 12191999"/>
              <a:gd name="connsiteY57" fmla="*/ 1857469 h 2083506"/>
              <a:gd name="connsiteX58" fmla="*/ 8725039 w 12191999"/>
              <a:gd name="connsiteY58" fmla="*/ 1856552 h 2083506"/>
              <a:gd name="connsiteX59" fmla="*/ 8635265 w 12191999"/>
              <a:gd name="connsiteY59" fmla="*/ 1859168 h 2083506"/>
              <a:gd name="connsiteX60" fmla="*/ 8613911 w 12191999"/>
              <a:gd name="connsiteY60" fmla="*/ 1857561 h 2083506"/>
              <a:gd name="connsiteX61" fmla="*/ 8604931 w 12191999"/>
              <a:gd name="connsiteY61" fmla="*/ 1854170 h 2083506"/>
              <a:gd name="connsiteX62" fmla="*/ 8570171 w 12191999"/>
              <a:gd name="connsiteY62" fmla="*/ 1860579 h 2083506"/>
              <a:gd name="connsiteX63" fmla="*/ 8516537 w 12191999"/>
              <a:gd name="connsiteY63" fmla="*/ 1864971 h 2083506"/>
              <a:gd name="connsiteX64" fmla="*/ 8491046 w 12191999"/>
              <a:gd name="connsiteY64" fmla="*/ 1868141 h 2083506"/>
              <a:gd name="connsiteX65" fmla="*/ 8470478 w 12191999"/>
              <a:gd name="connsiteY65" fmla="*/ 1866216 h 2083506"/>
              <a:gd name="connsiteX66" fmla="*/ 8353433 w 12191999"/>
              <a:gd name="connsiteY66" fmla="*/ 1865729 h 2083506"/>
              <a:gd name="connsiteX67" fmla="*/ 8347675 w 12191999"/>
              <a:gd name="connsiteY67" fmla="*/ 1865075 h 2083506"/>
              <a:gd name="connsiteX68" fmla="*/ 8343939 w 12191999"/>
              <a:gd name="connsiteY68" fmla="*/ 1865677 h 2083506"/>
              <a:gd name="connsiteX69" fmla="*/ 8221566 w 12191999"/>
              <a:gd name="connsiteY69" fmla="*/ 1881148 h 2083506"/>
              <a:gd name="connsiteX70" fmla="*/ 8066095 w 12191999"/>
              <a:gd name="connsiteY70" fmla="*/ 1919902 h 2083506"/>
              <a:gd name="connsiteX71" fmla="*/ 8044849 w 12191999"/>
              <a:gd name="connsiteY71" fmla="*/ 1916308 h 2083506"/>
              <a:gd name="connsiteX72" fmla="*/ 8041142 w 12191999"/>
              <a:gd name="connsiteY72" fmla="*/ 1915506 h 2083506"/>
              <a:gd name="connsiteX73" fmla="*/ 8022159 w 12191999"/>
              <a:gd name="connsiteY73" fmla="*/ 1911521 h 2083506"/>
              <a:gd name="connsiteX74" fmla="*/ 7944932 w 12191999"/>
              <a:gd name="connsiteY74" fmla="*/ 1917265 h 2083506"/>
              <a:gd name="connsiteX75" fmla="*/ 7879011 w 12191999"/>
              <a:gd name="connsiteY75" fmla="*/ 1928570 h 2083506"/>
              <a:gd name="connsiteX76" fmla="*/ 7865529 w 12191999"/>
              <a:gd name="connsiteY76" fmla="*/ 1934399 h 2083506"/>
              <a:gd name="connsiteX77" fmla="*/ 7774801 w 12191999"/>
              <a:gd name="connsiteY77" fmla="*/ 1947969 h 2083506"/>
              <a:gd name="connsiteX78" fmla="*/ 7748398 w 12191999"/>
              <a:gd name="connsiteY78" fmla="*/ 1955982 h 2083506"/>
              <a:gd name="connsiteX79" fmla="*/ 7740684 w 12191999"/>
              <a:gd name="connsiteY79" fmla="*/ 1955717 h 2083506"/>
              <a:gd name="connsiteX80" fmla="*/ 7712976 w 12191999"/>
              <a:gd name="connsiteY80" fmla="*/ 1960442 h 2083506"/>
              <a:gd name="connsiteX81" fmla="*/ 7699956 w 12191999"/>
              <a:gd name="connsiteY81" fmla="*/ 1966104 h 2083506"/>
              <a:gd name="connsiteX82" fmla="*/ 7684158 w 12191999"/>
              <a:gd name="connsiteY82" fmla="*/ 1962927 h 2083506"/>
              <a:gd name="connsiteX83" fmla="*/ 7643109 w 12191999"/>
              <a:gd name="connsiteY83" fmla="*/ 1964400 h 2083506"/>
              <a:gd name="connsiteX84" fmla="*/ 7630180 w 12191999"/>
              <a:gd name="connsiteY84" fmla="*/ 1970266 h 2083506"/>
              <a:gd name="connsiteX85" fmla="*/ 7609131 w 12191999"/>
              <a:gd name="connsiteY85" fmla="*/ 1971774 h 2083506"/>
              <a:gd name="connsiteX86" fmla="*/ 7555555 w 12191999"/>
              <a:gd name="connsiteY86" fmla="*/ 1969491 h 2083506"/>
              <a:gd name="connsiteX87" fmla="*/ 7520919 w 12191999"/>
              <a:gd name="connsiteY87" fmla="*/ 1970177 h 2083506"/>
              <a:gd name="connsiteX88" fmla="*/ 7456258 w 12191999"/>
              <a:gd name="connsiteY88" fmla="*/ 1960468 h 2083506"/>
              <a:gd name="connsiteX89" fmla="*/ 7393047 w 12191999"/>
              <a:gd name="connsiteY89" fmla="*/ 1952408 h 2083506"/>
              <a:gd name="connsiteX90" fmla="*/ 7199912 w 12191999"/>
              <a:gd name="connsiteY90" fmla="*/ 1959913 h 2083506"/>
              <a:gd name="connsiteX91" fmla="*/ 7146774 w 12191999"/>
              <a:gd name="connsiteY91" fmla="*/ 1956641 h 2083506"/>
              <a:gd name="connsiteX92" fmla="*/ 7122244 w 12191999"/>
              <a:gd name="connsiteY92" fmla="*/ 1953891 h 2083506"/>
              <a:gd name="connsiteX93" fmla="*/ 7032241 w 12191999"/>
              <a:gd name="connsiteY93" fmla="*/ 1962723 h 2083506"/>
              <a:gd name="connsiteX94" fmla="*/ 6941492 w 12191999"/>
              <a:gd name="connsiteY94" fmla="*/ 1976868 h 2083506"/>
              <a:gd name="connsiteX95" fmla="*/ 6906514 w 12191999"/>
              <a:gd name="connsiteY95" fmla="*/ 1968589 h 2083506"/>
              <a:gd name="connsiteX96" fmla="*/ 6826395 w 12191999"/>
              <a:gd name="connsiteY96" fmla="*/ 1974141 h 2083506"/>
              <a:gd name="connsiteX97" fmla="*/ 6716431 w 12191999"/>
              <a:gd name="connsiteY97" fmla="*/ 2004297 h 2083506"/>
              <a:gd name="connsiteX98" fmla="*/ 6569607 w 12191999"/>
              <a:gd name="connsiteY98" fmla="*/ 2015496 h 2083506"/>
              <a:gd name="connsiteX99" fmla="*/ 6561430 w 12191999"/>
              <a:gd name="connsiteY99" fmla="*/ 2020996 h 2083506"/>
              <a:gd name="connsiteX100" fmla="*/ 6549371 w 12191999"/>
              <a:gd name="connsiteY100" fmla="*/ 2024747 h 2083506"/>
              <a:gd name="connsiteX101" fmla="*/ 6547040 w 12191999"/>
              <a:gd name="connsiteY101" fmla="*/ 2024474 h 2083506"/>
              <a:gd name="connsiteX102" fmla="*/ 6530482 w 12191999"/>
              <a:gd name="connsiteY102" fmla="*/ 2026659 h 2083506"/>
              <a:gd name="connsiteX103" fmla="*/ 6528565 w 12191999"/>
              <a:gd name="connsiteY103" fmla="*/ 2028600 h 2083506"/>
              <a:gd name="connsiteX104" fmla="*/ 6517741 w 12191999"/>
              <a:gd name="connsiteY104" fmla="*/ 2030558 h 2083506"/>
              <a:gd name="connsiteX105" fmla="*/ 6497855 w 12191999"/>
              <a:gd name="connsiteY105" fmla="*/ 2035650 h 2083506"/>
              <a:gd name="connsiteX106" fmla="*/ 6492785 w 12191999"/>
              <a:gd name="connsiteY106" fmla="*/ 2035444 h 2083506"/>
              <a:gd name="connsiteX107" fmla="*/ 6460692 w 12191999"/>
              <a:gd name="connsiteY107" fmla="*/ 2041321 h 2083506"/>
              <a:gd name="connsiteX108" fmla="*/ 6459609 w 12191999"/>
              <a:gd name="connsiteY108" fmla="*/ 2040851 h 2083506"/>
              <a:gd name="connsiteX109" fmla="*/ 6447765 w 12191999"/>
              <a:gd name="connsiteY109" fmla="*/ 2040102 h 2083506"/>
              <a:gd name="connsiteX110" fmla="*/ 6426590 w 12191999"/>
              <a:gd name="connsiteY110" fmla="*/ 2039928 h 2083506"/>
              <a:gd name="connsiteX111" fmla="*/ 6401693 w 12191999"/>
              <a:gd name="connsiteY111" fmla="*/ 2033537 h 2083506"/>
              <a:gd name="connsiteX112" fmla="*/ 6387141 w 12191999"/>
              <a:gd name="connsiteY112" fmla="*/ 2033161 h 2083506"/>
              <a:gd name="connsiteX113" fmla="*/ 6357846 w 12191999"/>
              <a:gd name="connsiteY113" fmla="*/ 2036782 h 2083506"/>
              <a:gd name="connsiteX114" fmla="*/ 6342914 w 12191999"/>
              <a:gd name="connsiteY114" fmla="*/ 2037585 h 2083506"/>
              <a:gd name="connsiteX115" fmla="*/ 6336300 w 12191999"/>
              <a:gd name="connsiteY115" fmla="*/ 2038781 h 2083506"/>
              <a:gd name="connsiteX116" fmla="*/ 6317178 w 12191999"/>
              <a:gd name="connsiteY116" fmla="*/ 2038968 h 2083506"/>
              <a:gd name="connsiteX117" fmla="*/ 6161427 w 12191999"/>
              <a:gd name="connsiteY117" fmla="*/ 2047338 h 2083506"/>
              <a:gd name="connsiteX118" fmla="*/ 6097339 w 12191999"/>
              <a:gd name="connsiteY118" fmla="*/ 2082438 h 2083506"/>
              <a:gd name="connsiteX119" fmla="*/ 6079059 w 12191999"/>
              <a:gd name="connsiteY119" fmla="*/ 2081299 h 2083506"/>
              <a:gd name="connsiteX120" fmla="*/ 5998439 w 12191999"/>
              <a:gd name="connsiteY120" fmla="*/ 2070958 h 2083506"/>
              <a:gd name="connsiteX121" fmla="*/ 5904290 w 12191999"/>
              <a:gd name="connsiteY121" fmla="*/ 2070255 h 2083506"/>
              <a:gd name="connsiteX122" fmla="*/ 5814867 w 12191999"/>
              <a:gd name="connsiteY122" fmla="*/ 2079032 h 2083506"/>
              <a:gd name="connsiteX123" fmla="*/ 5725743 w 12191999"/>
              <a:gd name="connsiteY123" fmla="*/ 2070558 h 2083506"/>
              <a:gd name="connsiteX124" fmla="*/ 5650546 w 12191999"/>
              <a:gd name="connsiteY124" fmla="*/ 2052412 h 2083506"/>
              <a:gd name="connsiteX125" fmla="*/ 5581284 w 12191999"/>
              <a:gd name="connsiteY125" fmla="*/ 2023175 h 2083506"/>
              <a:gd name="connsiteX126" fmla="*/ 5572593 w 12191999"/>
              <a:gd name="connsiteY126" fmla="*/ 2018391 h 2083506"/>
              <a:gd name="connsiteX127" fmla="*/ 5548580 w 12191999"/>
              <a:gd name="connsiteY127" fmla="*/ 2016951 h 2083506"/>
              <a:gd name="connsiteX128" fmla="*/ 5471173 w 12191999"/>
              <a:gd name="connsiteY128" fmla="*/ 2018786 h 2083506"/>
              <a:gd name="connsiteX129" fmla="*/ 5340320 w 12191999"/>
              <a:gd name="connsiteY129" fmla="*/ 2037611 h 2083506"/>
              <a:gd name="connsiteX130" fmla="*/ 5254376 w 12191999"/>
              <a:gd name="connsiteY130" fmla="*/ 2042928 h 2083506"/>
              <a:gd name="connsiteX131" fmla="*/ 5258035 w 12191999"/>
              <a:gd name="connsiteY131" fmla="*/ 2035649 h 2083506"/>
              <a:gd name="connsiteX132" fmla="*/ 5230622 w 12191999"/>
              <a:gd name="connsiteY132" fmla="*/ 2024576 h 2083506"/>
              <a:gd name="connsiteX133" fmla="*/ 5026203 w 12191999"/>
              <a:gd name="connsiteY133" fmla="*/ 2030162 h 2083506"/>
              <a:gd name="connsiteX134" fmla="*/ 4973988 w 12191999"/>
              <a:gd name="connsiteY134" fmla="*/ 2026668 h 2083506"/>
              <a:gd name="connsiteX135" fmla="*/ 4928030 w 12191999"/>
              <a:gd name="connsiteY135" fmla="*/ 2033642 h 2083506"/>
              <a:gd name="connsiteX136" fmla="*/ 4908970 w 12191999"/>
              <a:gd name="connsiteY136" fmla="*/ 2030033 h 2083506"/>
              <a:gd name="connsiteX137" fmla="*/ 4905679 w 12191999"/>
              <a:gd name="connsiteY137" fmla="*/ 2029300 h 2083506"/>
              <a:gd name="connsiteX138" fmla="*/ 4892525 w 12191999"/>
              <a:gd name="connsiteY138" fmla="*/ 2028768 h 2083506"/>
              <a:gd name="connsiteX139" fmla="*/ 4888818 w 12191999"/>
              <a:gd name="connsiteY139" fmla="*/ 2025619 h 2083506"/>
              <a:gd name="connsiteX140" fmla="*/ 4869018 w 12191999"/>
              <a:gd name="connsiteY140" fmla="*/ 2022668 h 2083506"/>
              <a:gd name="connsiteX141" fmla="*/ 4844804 w 12191999"/>
              <a:gd name="connsiteY141" fmla="*/ 2022527 h 2083506"/>
              <a:gd name="connsiteX142" fmla="*/ 4758778 w 12191999"/>
              <a:gd name="connsiteY142" fmla="*/ 2021694 h 2083506"/>
              <a:gd name="connsiteX143" fmla="*/ 4744748 w 12191999"/>
              <a:gd name="connsiteY143" fmla="*/ 2023396 h 2083506"/>
              <a:gd name="connsiteX144" fmla="*/ 4698956 w 12191999"/>
              <a:gd name="connsiteY144" fmla="*/ 2020558 h 2083506"/>
              <a:gd name="connsiteX145" fmla="*/ 4658147 w 12191999"/>
              <a:gd name="connsiteY145" fmla="*/ 2019920 h 2083506"/>
              <a:gd name="connsiteX146" fmla="*/ 4631706 w 12191999"/>
              <a:gd name="connsiteY146" fmla="*/ 2021274 h 2083506"/>
              <a:gd name="connsiteX147" fmla="*/ 4624776 w 12191999"/>
              <a:gd name="connsiteY147" fmla="*/ 2020152 h 2083506"/>
              <a:gd name="connsiteX148" fmla="*/ 4598150 w 12191999"/>
              <a:gd name="connsiteY148" fmla="*/ 2019429 h 2083506"/>
              <a:gd name="connsiteX149" fmla="*/ 4584588 w 12191999"/>
              <a:gd name="connsiteY149" fmla="*/ 2021092 h 2083506"/>
              <a:gd name="connsiteX150" fmla="*/ 4571203 w 12191999"/>
              <a:gd name="connsiteY150" fmla="*/ 2017263 h 2083506"/>
              <a:gd name="connsiteX151" fmla="*/ 4567930 w 12191999"/>
              <a:gd name="connsiteY151" fmla="*/ 2014458 h 2083506"/>
              <a:gd name="connsiteX152" fmla="*/ 4548984 w 12191999"/>
              <a:gd name="connsiteY152" fmla="*/ 2015717 h 2083506"/>
              <a:gd name="connsiteX153" fmla="*/ 4533451 w 12191999"/>
              <a:gd name="connsiteY153" fmla="*/ 2012976 h 2083506"/>
              <a:gd name="connsiteX154" fmla="*/ 4519910 w 12191999"/>
              <a:gd name="connsiteY154" fmla="*/ 2014768 h 2083506"/>
              <a:gd name="connsiteX155" fmla="*/ 4514290 w 12191999"/>
              <a:gd name="connsiteY155" fmla="*/ 2014364 h 2083506"/>
              <a:gd name="connsiteX156" fmla="*/ 4500320 w 12191999"/>
              <a:gd name="connsiteY156" fmla="*/ 2013007 h 2083506"/>
              <a:gd name="connsiteX157" fmla="*/ 4476219 w 12191999"/>
              <a:gd name="connsiteY157" fmla="*/ 2009993 h 2083506"/>
              <a:gd name="connsiteX158" fmla="*/ 4468701 w 12191999"/>
              <a:gd name="connsiteY158" fmla="*/ 2009574 h 2083506"/>
              <a:gd name="connsiteX159" fmla="*/ 4452333 w 12191999"/>
              <a:gd name="connsiteY159" fmla="*/ 2004964 h 2083506"/>
              <a:gd name="connsiteX160" fmla="*/ 4420644 w 12191999"/>
              <a:gd name="connsiteY160" fmla="*/ 2001021 h 2083506"/>
              <a:gd name="connsiteX161" fmla="*/ 4364856 w 12191999"/>
              <a:gd name="connsiteY161" fmla="*/ 1987267 h 2083506"/>
              <a:gd name="connsiteX162" fmla="*/ 4332062 w 12191999"/>
              <a:gd name="connsiteY162" fmla="*/ 1980703 h 2083506"/>
              <a:gd name="connsiteX163" fmla="*/ 4309876 w 12191999"/>
              <a:gd name="connsiteY163" fmla="*/ 1974653 h 2083506"/>
              <a:gd name="connsiteX164" fmla="*/ 4244391 w 12191999"/>
              <a:gd name="connsiteY164" fmla="*/ 1966109 h 2083506"/>
              <a:gd name="connsiteX165" fmla="*/ 4132071 w 12191999"/>
              <a:gd name="connsiteY165" fmla="*/ 1954813 h 2083506"/>
              <a:gd name="connsiteX166" fmla="*/ 4109069 w 12191999"/>
              <a:gd name="connsiteY166" fmla="*/ 1951778 h 2083506"/>
              <a:gd name="connsiteX167" fmla="*/ 4092908 w 12191999"/>
              <a:gd name="connsiteY167" fmla="*/ 1946662 h 2083506"/>
              <a:gd name="connsiteX168" fmla="*/ 4092306 w 12191999"/>
              <a:gd name="connsiteY168" fmla="*/ 1943291 h 2083506"/>
              <a:gd name="connsiteX169" fmla="*/ 4080234 w 12191999"/>
              <a:gd name="connsiteY169" fmla="*/ 1941219 h 2083506"/>
              <a:gd name="connsiteX170" fmla="*/ 4077778 w 12191999"/>
              <a:gd name="connsiteY170" fmla="*/ 1940145 h 2083506"/>
              <a:gd name="connsiteX171" fmla="*/ 4062936 w 12191999"/>
              <a:gd name="connsiteY171" fmla="*/ 1934506 h 2083506"/>
              <a:gd name="connsiteX172" fmla="*/ 4012506 w 12191999"/>
              <a:gd name="connsiteY172" fmla="*/ 1935475 h 2083506"/>
              <a:gd name="connsiteX173" fmla="*/ 3965880 w 12191999"/>
              <a:gd name="connsiteY173" fmla="*/ 1925968 h 2083506"/>
              <a:gd name="connsiteX174" fmla="*/ 3765338 w 12191999"/>
              <a:gd name="connsiteY174" fmla="*/ 1906649 h 2083506"/>
              <a:gd name="connsiteX175" fmla="*/ 3749493 w 12191999"/>
              <a:gd name="connsiteY175" fmla="*/ 1893071 h 2083506"/>
              <a:gd name="connsiteX176" fmla="*/ 3672704 w 12191999"/>
              <a:gd name="connsiteY176" fmla="*/ 1881383 h 2083506"/>
              <a:gd name="connsiteX177" fmla="*/ 3530082 w 12191999"/>
              <a:gd name="connsiteY177" fmla="*/ 1883187 h 2083506"/>
              <a:gd name="connsiteX178" fmla="*/ 3387664 w 12191999"/>
              <a:gd name="connsiteY178" fmla="*/ 1862579 h 2083506"/>
              <a:gd name="connsiteX179" fmla="*/ 3371681 w 12191999"/>
              <a:gd name="connsiteY179" fmla="*/ 1865293 h 2083506"/>
              <a:gd name="connsiteX180" fmla="*/ 3355305 w 12191999"/>
              <a:gd name="connsiteY180" fmla="*/ 1865842 h 2083506"/>
              <a:gd name="connsiteX181" fmla="*/ 3353790 w 12191999"/>
              <a:gd name="connsiteY181" fmla="*/ 1865158 h 2083506"/>
              <a:gd name="connsiteX182" fmla="*/ 3336210 w 12191999"/>
              <a:gd name="connsiteY182" fmla="*/ 1863564 h 2083506"/>
              <a:gd name="connsiteX183" fmla="*/ 3331381 w 12191999"/>
              <a:gd name="connsiteY183" fmla="*/ 1864716 h 2083506"/>
              <a:gd name="connsiteX184" fmla="*/ 3319012 w 12191999"/>
              <a:gd name="connsiteY184" fmla="*/ 1864093 h 2083506"/>
              <a:gd name="connsiteX185" fmla="*/ 3293818 w 12191999"/>
              <a:gd name="connsiteY185" fmla="*/ 1864135 h 2083506"/>
              <a:gd name="connsiteX186" fmla="*/ 3289881 w 12191999"/>
              <a:gd name="connsiteY186" fmla="*/ 1862954 h 2083506"/>
              <a:gd name="connsiteX187" fmla="*/ 3253090 w 12191999"/>
              <a:gd name="connsiteY187" fmla="*/ 1861164 h 2083506"/>
              <a:gd name="connsiteX188" fmla="*/ 3252949 w 12191999"/>
              <a:gd name="connsiteY188" fmla="*/ 1860574 h 2083506"/>
              <a:gd name="connsiteX189" fmla="*/ 3244187 w 12191999"/>
              <a:gd name="connsiteY189" fmla="*/ 1857604 h 2083506"/>
              <a:gd name="connsiteX190" fmla="*/ 3246570 w 12191999"/>
              <a:gd name="connsiteY190" fmla="*/ 1852946 h 2083506"/>
              <a:gd name="connsiteX191" fmla="*/ 3237810 w 12191999"/>
              <a:gd name="connsiteY191" fmla="*/ 1853064 h 2083506"/>
              <a:gd name="connsiteX192" fmla="*/ 3230822 w 12191999"/>
              <a:gd name="connsiteY192" fmla="*/ 1855474 h 2083506"/>
              <a:gd name="connsiteX193" fmla="*/ 3136549 w 12191999"/>
              <a:gd name="connsiteY193" fmla="*/ 1874037 h 2083506"/>
              <a:gd name="connsiteX194" fmla="*/ 2845754 w 12191999"/>
              <a:gd name="connsiteY194" fmla="*/ 1910932 h 2083506"/>
              <a:gd name="connsiteX195" fmla="*/ 2786878 w 12191999"/>
              <a:gd name="connsiteY195" fmla="*/ 1917162 h 2083506"/>
              <a:gd name="connsiteX196" fmla="*/ 2725298 w 12191999"/>
              <a:gd name="connsiteY196" fmla="*/ 1912340 h 2083506"/>
              <a:gd name="connsiteX197" fmla="*/ 2697754 w 12191999"/>
              <a:gd name="connsiteY197" fmla="*/ 1914863 h 2083506"/>
              <a:gd name="connsiteX198" fmla="*/ 2568063 w 12191999"/>
              <a:gd name="connsiteY198" fmla="*/ 1936283 h 2083506"/>
              <a:gd name="connsiteX199" fmla="*/ 2489784 w 12191999"/>
              <a:gd name="connsiteY199" fmla="*/ 1943720 h 2083506"/>
              <a:gd name="connsiteX200" fmla="*/ 2458978 w 12191999"/>
              <a:gd name="connsiteY200" fmla="*/ 1938095 h 2083506"/>
              <a:gd name="connsiteX201" fmla="*/ 2318712 w 12191999"/>
              <a:gd name="connsiteY201" fmla="*/ 1934474 h 2083506"/>
              <a:gd name="connsiteX202" fmla="*/ 2268709 w 12191999"/>
              <a:gd name="connsiteY202" fmla="*/ 1940521 h 2083506"/>
              <a:gd name="connsiteX203" fmla="*/ 2264080 w 12191999"/>
              <a:gd name="connsiteY203" fmla="*/ 1941232 h 2083506"/>
              <a:gd name="connsiteX204" fmla="*/ 2254684 w 12191999"/>
              <a:gd name="connsiteY204" fmla="*/ 1943524 h 2083506"/>
              <a:gd name="connsiteX205" fmla="*/ 2252523 w 12191999"/>
              <a:gd name="connsiteY205" fmla="*/ 1943004 h 2083506"/>
              <a:gd name="connsiteX206" fmla="*/ 2173350 w 12191999"/>
              <a:gd name="connsiteY206" fmla="*/ 1929202 h 2083506"/>
              <a:gd name="connsiteX207" fmla="*/ 2155266 w 12191999"/>
              <a:gd name="connsiteY207" fmla="*/ 1920267 h 2083506"/>
              <a:gd name="connsiteX208" fmla="*/ 2091013 w 12191999"/>
              <a:gd name="connsiteY208" fmla="*/ 1914631 h 2083506"/>
              <a:gd name="connsiteX209" fmla="*/ 2030712 w 12191999"/>
              <a:gd name="connsiteY209" fmla="*/ 1897690 h 2083506"/>
              <a:gd name="connsiteX210" fmla="*/ 1908838 w 12191999"/>
              <a:gd name="connsiteY210" fmla="*/ 1892222 h 2083506"/>
              <a:gd name="connsiteX211" fmla="*/ 1877796 w 12191999"/>
              <a:gd name="connsiteY211" fmla="*/ 1883887 h 2083506"/>
              <a:gd name="connsiteX212" fmla="*/ 1875824 w 12191999"/>
              <a:gd name="connsiteY212" fmla="*/ 1879265 h 2083506"/>
              <a:gd name="connsiteX213" fmla="*/ 1823048 w 12191999"/>
              <a:gd name="connsiteY213" fmla="*/ 1881064 h 2083506"/>
              <a:gd name="connsiteX214" fmla="*/ 1765736 w 12191999"/>
              <a:gd name="connsiteY214" fmla="*/ 1856578 h 2083506"/>
              <a:gd name="connsiteX215" fmla="*/ 1725669 w 12191999"/>
              <a:gd name="connsiteY215" fmla="*/ 1833744 h 2083506"/>
              <a:gd name="connsiteX216" fmla="*/ 1725216 w 12191999"/>
              <a:gd name="connsiteY216" fmla="*/ 1829447 h 2083506"/>
              <a:gd name="connsiteX217" fmla="*/ 1721485 w 12191999"/>
              <a:gd name="connsiteY217" fmla="*/ 1828960 h 2083506"/>
              <a:gd name="connsiteX218" fmla="*/ 1717786 w 12191999"/>
              <a:gd name="connsiteY218" fmla="*/ 1832224 h 2083506"/>
              <a:gd name="connsiteX219" fmla="*/ 1689907 w 12191999"/>
              <a:gd name="connsiteY219" fmla="*/ 1825425 h 2083506"/>
              <a:gd name="connsiteX220" fmla="*/ 1688093 w 12191999"/>
              <a:gd name="connsiteY220" fmla="*/ 1817391 h 2083506"/>
              <a:gd name="connsiteX221" fmla="*/ 1496789 w 12191999"/>
              <a:gd name="connsiteY221" fmla="*/ 1805297 h 2083506"/>
              <a:gd name="connsiteX222" fmla="*/ 1392839 w 12191999"/>
              <a:gd name="connsiteY222" fmla="*/ 1758649 h 2083506"/>
              <a:gd name="connsiteX223" fmla="*/ 1360872 w 12191999"/>
              <a:gd name="connsiteY223" fmla="*/ 1752441 h 2083506"/>
              <a:gd name="connsiteX224" fmla="*/ 1313885 w 12191999"/>
              <a:gd name="connsiteY224" fmla="*/ 1731785 h 2083506"/>
              <a:gd name="connsiteX225" fmla="*/ 1247665 w 12191999"/>
              <a:gd name="connsiteY225" fmla="*/ 1727765 h 2083506"/>
              <a:gd name="connsiteX226" fmla="*/ 1196850 w 12191999"/>
              <a:gd name="connsiteY226" fmla="*/ 1729622 h 2083506"/>
              <a:gd name="connsiteX227" fmla="*/ 1168728 w 12191999"/>
              <a:gd name="connsiteY227" fmla="*/ 1728550 h 2083506"/>
              <a:gd name="connsiteX228" fmla="*/ 1096918 w 12191999"/>
              <a:gd name="connsiteY228" fmla="*/ 1721485 h 2083506"/>
              <a:gd name="connsiteX229" fmla="*/ 1094082 w 12191999"/>
              <a:gd name="connsiteY229" fmla="*/ 1720113 h 2083506"/>
              <a:gd name="connsiteX230" fmla="*/ 1040782 w 12191999"/>
              <a:gd name="connsiteY230" fmla="*/ 1721762 h 2083506"/>
              <a:gd name="connsiteX231" fmla="*/ 955980 w 12191999"/>
              <a:gd name="connsiteY231" fmla="*/ 1719289 h 2083506"/>
              <a:gd name="connsiteX232" fmla="*/ 926108 w 12191999"/>
              <a:gd name="connsiteY232" fmla="*/ 1715917 h 2083506"/>
              <a:gd name="connsiteX233" fmla="*/ 876049 w 12191999"/>
              <a:gd name="connsiteY233" fmla="*/ 1710422 h 2083506"/>
              <a:gd name="connsiteX234" fmla="*/ 839194 w 12191999"/>
              <a:gd name="connsiteY234" fmla="*/ 1700176 h 2083506"/>
              <a:gd name="connsiteX235" fmla="*/ 797112 w 12191999"/>
              <a:gd name="connsiteY235" fmla="*/ 1698014 h 2083506"/>
              <a:gd name="connsiteX236" fmla="*/ 786610 w 12191999"/>
              <a:gd name="connsiteY236" fmla="*/ 1705455 h 2083506"/>
              <a:gd name="connsiteX237" fmla="*/ 741833 w 12191999"/>
              <a:gd name="connsiteY237" fmla="*/ 1700566 h 2083506"/>
              <a:gd name="connsiteX238" fmla="*/ 673985 w 12191999"/>
              <a:gd name="connsiteY238" fmla="*/ 1692278 h 2083506"/>
              <a:gd name="connsiteX239" fmla="*/ 634665 w 12191999"/>
              <a:gd name="connsiteY239" fmla="*/ 1689550 h 2083506"/>
              <a:gd name="connsiteX240" fmla="*/ 527471 w 12191999"/>
              <a:gd name="connsiteY240" fmla="*/ 1679869 h 2083506"/>
              <a:gd name="connsiteX241" fmla="*/ 420260 w 12191999"/>
              <a:gd name="connsiteY241" fmla="*/ 1668475 h 2083506"/>
              <a:gd name="connsiteX242" fmla="*/ 357630 w 12191999"/>
              <a:gd name="connsiteY242" fmla="*/ 1652142 h 2083506"/>
              <a:gd name="connsiteX243" fmla="*/ 269407 w 12191999"/>
              <a:gd name="connsiteY243" fmla="*/ 1643812 h 2083506"/>
              <a:gd name="connsiteX244" fmla="*/ 254769 w 12191999"/>
              <a:gd name="connsiteY244" fmla="*/ 1641013 h 2083506"/>
              <a:gd name="connsiteX245" fmla="*/ 150763 w 12191999"/>
              <a:gd name="connsiteY245" fmla="*/ 1628143 h 2083506"/>
              <a:gd name="connsiteX246" fmla="*/ 29133 w 12191999"/>
              <a:gd name="connsiteY246" fmla="*/ 1626172 h 2083506"/>
              <a:gd name="connsiteX247" fmla="*/ 0 w 12191999"/>
              <a:gd name="connsiteY247" fmla="*/ 1619589 h 208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</a:cxnLst>
            <a:rect l="l" t="t" r="r" b="b"/>
            <a:pathLst>
              <a:path w="12191999" h="2083506">
                <a:moveTo>
                  <a:pt x="0" y="0"/>
                </a:moveTo>
                <a:lnTo>
                  <a:pt x="9429748" y="0"/>
                </a:lnTo>
                <a:lnTo>
                  <a:pt x="9429748" y="1"/>
                </a:lnTo>
                <a:lnTo>
                  <a:pt x="12191999" y="1"/>
                </a:lnTo>
                <a:lnTo>
                  <a:pt x="12191999" y="1164372"/>
                </a:lnTo>
                <a:lnTo>
                  <a:pt x="12147852" y="1163783"/>
                </a:lnTo>
                <a:cubicBezTo>
                  <a:pt x="12063101" y="1189107"/>
                  <a:pt x="12045020" y="1156925"/>
                  <a:pt x="11993604" y="1153496"/>
                </a:cubicBezTo>
                <a:cubicBezTo>
                  <a:pt x="11954216" y="1165241"/>
                  <a:pt x="11911195" y="1167350"/>
                  <a:pt x="11865319" y="1176624"/>
                </a:cubicBezTo>
                <a:cubicBezTo>
                  <a:pt x="11822513" y="1184682"/>
                  <a:pt x="11766915" y="1201558"/>
                  <a:pt x="11718353" y="1209136"/>
                </a:cubicBezTo>
                <a:cubicBezTo>
                  <a:pt x="11675379" y="1217463"/>
                  <a:pt x="11638007" y="1216639"/>
                  <a:pt x="11609067" y="1218512"/>
                </a:cubicBezTo>
                <a:cubicBezTo>
                  <a:pt x="11597582" y="1221322"/>
                  <a:pt x="11554280" y="1243577"/>
                  <a:pt x="11545958" y="1240430"/>
                </a:cubicBezTo>
                <a:lnTo>
                  <a:pt x="11445770" y="1225780"/>
                </a:lnTo>
                <a:cubicBezTo>
                  <a:pt x="11425543" y="1230782"/>
                  <a:pt x="11413740" y="1222096"/>
                  <a:pt x="11398842" y="1227250"/>
                </a:cubicBezTo>
                <a:cubicBezTo>
                  <a:pt x="11367060" y="1233093"/>
                  <a:pt x="11269285" y="1263712"/>
                  <a:pt x="11240093" y="1266797"/>
                </a:cubicBezTo>
                <a:cubicBezTo>
                  <a:pt x="11197297" y="1273685"/>
                  <a:pt x="11181311" y="1272682"/>
                  <a:pt x="11141364" y="1288059"/>
                </a:cubicBezTo>
                <a:cubicBezTo>
                  <a:pt x="11099891" y="1305386"/>
                  <a:pt x="11051533" y="1319157"/>
                  <a:pt x="11015396" y="1353104"/>
                </a:cubicBezTo>
                <a:cubicBezTo>
                  <a:pt x="11009424" y="1362217"/>
                  <a:pt x="10992328" y="1361966"/>
                  <a:pt x="10973905" y="1365109"/>
                </a:cubicBezTo>
                <a:cubicBezTo>
                  <a:pt x="10955482" y="1368254"/>
                  <a:pt x="10907369" y="1372817"/>
                  <a:pt x="10904858" y="1371966"/>
                </a:cubicBezTo>
                <a:cubicBezTo>
                  <a:pt x="10880521" y="1379494"/>
                  <a:pt x="10873670" y="1399734"/>
                  <a:pt x="10827883" y="1410270"/>
                </a:cubicBezTo>
                <a:cubicBezTo>
                  <a:pt x="10790248" y="1415655"/>
                  <a:pt x="10724899" y="1420726"/>
                  <a:pt x="10690996" y="1426394"/>
                </a:cubicBezTo>
                <a:cubicBezTo>
                  <a:pt x="10676463" y="1423331"/>
                  <a:pt x="10634514" y="1436908"/>
                  <a:pt x="10624461" y="1444283"/>
                </a:cubicBezTo>
                <a:cubicBezTo>
                  <a:pt x="10601952" y="1468442"/>
                  <a:pt x="10536224" y="1460228"/>
                  <a:pt x="10517208" y="1478947"/>
                </a:cubicBezTo>
                <a:cubicBezTo>
                  <a:pt x="10509508" y="1482271"/>
                  <a:pt x="10505833" y="1468818"/>
                  <a:pt x="10497937" y="1469831"/>
                </a:cubicBezTo>
                <a:lnTo>
                  <a:pt x="10471201" y="1486037"/>
                </a:lnTo>
                <a:lnTo>
                  <a:pt x="10448263" y="1478223"/>
                </a:lnTo>
                <a:lnTo>
                  <a:pt x="10388089" y="1507175"/>
                </a:lnTo>
                <a:cubicBezTo>
                  <a:pt x="10350285" y="1513081"/>
                  <a:pt x="10383281" y="1526586"/>
                  <a:pt x="10333720" y="1515848"/>
                </a:cubicBezTo>
                <a:cubicBezTo>
                  <a:pt x="10286428" y="1526223"/>
                  <a:pt x="10174884" y="1550019"/>
                  <a:pt x="10104338" y="1569424"/>
                </a:cubicBezTo>
                <a:cubicBezTo>
                  <a:pt x="10066963" y="1581564"/>
                  <a:pt x="9967395" y="1605712"/>
                  <a:pt x="9910445" y="1632275"/>
                </a:cubicBezTo>
                <a:cubicBezTo>
                  <a:pt x="9856131" y="1644130"/>
                  <a:pt x="9831118" y="1689967"/>
                  <a:pt x="9770872" y="1688088"/>
                </a:cubicBezTo>
                <a:cubicBezTo>
                  <a:pt x="9769882" y="1691843"/>
                  <a:pt x="9737016" y="1697044"/>
                  <a:pt x="9733849" y="1700034"/>
                </a:cubicBezTo>
                <a:lnTo>
                  <a:pt x="9703714" y="1730093"/>
                </a:lnTo>
                <a:lnTo>
                  <a:pt x="9698351" y="1730377"/>
                </a:lnTo>
                <a:lnTo>
                  <a:pt x="9632895" y="1736363"/>
                </a:lnTo>
                <a:lnTo>
                  <a:pt x="9569107" y="1741010"/>
                </a:lnTo>
                <a:cubicBezTo>
                  <a:pt x="9558961" y="1745882"/>
                  <a:pt x="9548028" y="1750646"/>
                  <a:pt x="9536451" y="1755120"/>
                </a:cubicBezTo>
                <a:lnTo>
                  <a:pt x="9529385" y="1757515"/>
                </a:lnTo>
                <a:lnTo>
                  <a:pt x="9498527" y="1753117"/>
                </a:lnTo>
                <a:lnTo>
                  <a:pt x="9436642" y="1755478"/>
                </a:lnTo>
                <a:lnTo>
                  <a:pt x="9429748" y="1756317"/>
                </a:lnTo>
                <a:lnTo>
                  <a:pt x="9429748" y="1768745"/>
                </a:lnTo>
                <a:lnTo>
                  <a:pt x="9425802" y="1769273"/>
                </a:lnTo>
                <a:cubicBezTo>
                  <a:pt x="9390751" y="1773262"/>
                  <a:pt x="9371406" y="1773457"/>
                  <a:pt x="9349763" y="1776107"/>
                </a:cubicBezTo>
                <a:cubicBezTo>
                  <a:pt x="9314721" y="1782260"/>
                  <a:pt x="9277650" y="1796217"/>
                  <a:pt x="9256503" y="1800699"/>
                </a:cubicBezTo>
                <a:lnTo>
                  <a:pt x="9222873" y="1803003"/>
                </a:lnTo>
                <a:lnTo>
                  <a:pt x="9224095" y="1807355"/>
                </a:lnTo>
                <a:lnTo>
                  <a:pt x="9211603" y="1807675"/>
                </a:lnTo>
                <a:lnTo>
                  <a:pt x="9183719" y="1807781"/>
                </a:lnTo>
                <a:cubicBezTo>
                  <a:pt x="9166319" y="1808439"/>
                  <a:pt x="9117935" y="1807396"/>
                  <a:pt x="9100221" y="1808989"/>
                </a:cubicBezTo>
                <a:cubicBezTo>
                  <a:pt x="9095111" y="1813630"/>
                  <a:pt x="9087224" y="1816160"/>
                  <a:pt x="9077439" y="1817333"/>
                </a:cubicBezTo>
                <a:lnTo>
                  <a:pt x="9055889" y="1817464"/>
                </a:lnTo>
                <a:lnTo>
                  <a:pt x="8930912" y="1828648"/>
                </a:lnTo>
                <a:lnTo>
                  <a:pt x="8913729" y="1829483"/>
                </a:lnTo>
                <a:lnTo>
                  <a:pt x="8904423" y="1833234"/>
                </a:lnTo>
                <a:cubicBezTo>
                  <a:pt x="8897319" y="1833982"/>
                  <a:pt x="8876911" y="1833498"/>
                  <a:pt x="8871099" y="1833979"/>
                </a:cubicBezTo>
                <a:lnTo>
                  <a:pt x="8869557" y="1836113"/>
                </a:lnTo>
                <a:cubicBezTo>
                  <a:pt x="8851043" y="1839524"/>
                  <a:pt x="8781405" y="1850882"/>
                  <a:pt x="8760021" y="1854442"/>
                </a:cubicBezTo>
                <a:cubicBezTo>
                  <a:pt x="8755749" y="1851161"/>
                  <a:pt x="8746183" y="1856343"/>
                  <a:pt x="8741254" y="1857469"/>
                </a:cubicBezTo>
                <a:cubicBezTo>
                  <a:pt x="8740491" y="1855259"/>
                  <a:pt x="8728559" y="1854585"/>
                  <a:pt x="8725039" y="1856552"/>
                </a:cubicBezTo>
                <a:cubicBezTo>
                  <a:pt x="8641157" y="1867333"/>
                  <a:pt x="8683145" y="1845054"/>
                  <a:pt x="8635265" y="1859168"/>
                </a:cubicBezTo>
                <a:cubicBezTo>
                  <a:pt x="8626795" y="1860103"/>
                  <a:pt x="8619931" y="1859212"/>
                  <a:pt x="8613911" y="1857561"/>
                </a:cubicBezTo>
                <a:lnTo>
                  <a:pt x="8604931" y="1854170"/>
                </a:lnTo>
                <a:lnTo>
                  <a:pt x="8570171" y="1860579"/>
                </a:lnTo>
                <a:cubicBezTo>
                  <a:pt x="8553049" y="1862813"/>
                  <a:pt x="8535028" y="1864294"/>
                  <a:pt x="8516537" y="1864971"/>
                </a:cubicBezTo>
                <a:cubicBezTo>
                  <a:pt x="8512388" y="1860455"/>
                  <a:pt x="8497874" y="1866870"/>
                  <a:pt x="8491046" y="1868141"/>
                </a:cubicBezTo>
                <a:cubicBezTo>
                  <a:pt x="8490975" y="1865191"/>
                  <a:pt x="8475847" y="1863778"/>
                  <a:pt x="8470478" y="1866216"/>
                </a:cubicBezTo>
                <a:cubicBezTo>
                  <a:pt x="8357654" y="1876758"/>
                  <a:pt x="8421139" y="1849210"/>
                  <a:pt x="8353433" y="1865729"/>
                </a:cubicBezTo>
                <a:lnTo>
                  <a:pt x="8347675" y="1865075"/>
                </a:lnTo>
                <a:lnTo>
                  <a:pt x="8343939" y="1865677"/>
                </a:lnTo>
                <a:cubicBezTo>
                  <a:pt x="8309852" y="1870841"/>
                  <a:pt x="8272587" y="1875809"/>
                  <a:pt x="8221566" y="1881148"/>
                </a:cubicBezTo>
                <a:cubicBezTo>
                  <a:pt x="8158043" y="1892960"/>
                  <a:pt x="8095547" y="1914042"/>
                  <a:pt x="8066095" y="1919902"/>
                </a:cubicBezTo>
                <a:cubicBezTo>
                  <a:pt x="8058949" y="1919234"/>
                  <a:pt x="8051921" y="1917862"/>
                  <a:pt x="8044849" y="1916308"/>
                </a:cubicBezTo>
                <a:lnTo>
                  <a:pt x="8041142" y="1915506"/>
                </a:lnTo>
                <a:lnTo>
                  <a:pt x="8022159" y="1911521"/>
                </a:lnTo>
                <a:lnTo>
                  <a:pt x="7944932" y="1917265"/>
                </a:lnTo>
                <a:lnTo>
                  <a:pt x="7879011" y="1928570"/>
                </a:lnTo>
                <a:lnTo>
                  <a:pt x="7865529" y="1934399"/>
                </a:lnTo>
                <a:lnTo>
                  <a:pt x="7774801" y="1947969"/>
                </a:lnTo>
                <a:lnTo>
                  <a:pt x="7748398" y="1955982"/>
                </a:lnTo>
                <a:lnTo>
                  <a:pt x="7740684" y="1955717"/>
                </a:lnTo>
                <a:cubicBezTo>
                  <a:pt x="7728362" y="1958584"/>
                  <a:pt x="7714099" y="1968442"/>
                  <a:pt x="7712976" y="1960442"/>
                </a:cubicBezTo>
                <a:lnTo>
                  <a:pt x="7699956" y="1966104"/>
                </a:lnTo>
                <a:lnTo>
                  <a:pt x="7684158" y="1962927"/>
                </a:lnTo>
                <a:cubicBezTo>
                  <a:pt x="7674684" y="1962643"/>
                  <a:pt x="7652105" y="1963177"/>
                  <a:pt x="7643109" y="1964400"/>
                </a:cubicBezTo>
                <a:lnTo>
                  <a:pt x="7630180" y="1970266"/>
                </a:lnTo>
                <a:lnTo>
                  <a:pt x="7609131" y="1971774"/>
                </a:lnTo>
                <a:cubicBezTo>
                  <a:pt x="7596694" y="1971644"/>
                  <a:pt x="7570258" y="1969757"/>
                  <a:pt x="7555555" y="1969491"/>
                </a:cubicBezTo>
                <a:cubicBezTo>
                  <a:pt x="7541460" y="1966540"/>
                  <a:pt x="7530571" y="1964848"/>
                  <a:pt x="7520919" y="1970177"/>
                </a:cubicBezTo>
                <a:cubicBezTo>
                  <a:pt x="7500295" y="1966884"/>
                  <a:pt x="7480780" y="1949401"/>
                  <a:pt x="7456258" y="1960468"/>
                </a:cubicBezTo>
                <a:cubicBezTo>
                  <a:pt x="7434946" y="1957506"/>
                  <a:pt x="7435772" y="1952500"/>
                  <a:pt x="7393047" y="1952408"/>
                </a:cubicBezTo>
                <a:cubicBezTo>
                  <a:pt x="7356520" y="1952860"/>
                  <a:pt x="7236307" y="1958626"/>
                  <a:pt x="7199912" y="1959913"/>
                </a:cubicBezTo>
                <a:cubicBezTo>
                  <a:pt x="7176501" y="1959942"/>
                  <a:pt x="7160098" y="1958343"/>
                  <a:pt x="7146774" y="1956641"/>
                </a:cubicBezTo>
                <a:lnTo>
                  <a:pt x="7122244" y="1953891"/>
                </a:lnTo>
                <a:lnTo>
                  <a:pt x="7032241" y="1962723"/>
                </a:lnTo>
                <a:cubicBezTo>
                  <a:pt x="6997214" y="1965198"/>
                  <a:pt x="6963725" y="1968396"/>
                  <a:pt x="6941492" y="1976868"/>
                </a:cubicBezTo>
                <a:cubicBezTo>
                  <a:pt x="6947015" y="1970398"/>
                  <a:pt x="6923088" y="1965379"/>
                  <a:pt x="6906514" y="1968589"/>
                </a:cubicBezTo>
                <a:cubicBezTo>
                  <a:pt x="6925890" y="1943204"/>
                  <a:pt x="6840983" y="1991464"/>
                  <a:pt x="6826395" y="1974141"/>
                </a:cubicBezTo>
                <a:cubicBezTo>
                  <a:pt x="6825676" y="1990223"/>
                  <a:pt x="6751393" y="2017492"/>
                  <a:pt x="6716431" y="2004297"/>
                </a:cubicBezTo>
                <a:cubicBezTo>
                  <a:pt x="6663167" y="2007518"/>
                  <a:pt x="6625450" y="2020811"/>
                  <a:pt x="6569607" y="2015496"/>
                </a:cubicBezTo>
                <a:cubicBezTo>
                  <a:pt x="6567874" y="2017648"/>
                  <a:pt x="6565034" y="2019449"/>
                  <a:pt x="6561430" y="2020996"/>
                </a:cubicBezTo>
                <a:lnTo>
                  <a:pt x="6549371" y="2024747"/>
                </a:lnTo>
                <a:lnTo>
                  <a:pt x="6547040" y="2024474"/>
                </a:lnTo>
                <a:cubicBezTo>
                  <a:pt x="6537882" y="2024425"/>
                  <a:pt x="6533193" y="2025332"/>
                  <a:pt x="6530482" y="2026659"/>
                </a:cubicBezTo>
                <a:lnTo>
                  <a:pt x="6528565" y="2028600"/>
                </a:lnTo>
                <a:lnTo>
                  <a:pt x="6517741" y="2030558"/>
                </a:lnTo>
                <a:lnTo>
                  <a:pt x="6497855" y="2035650"/>
                </a:lnTo>
                <a:lnTo>
                  <a:pt x="6492785" y="2035444"/>
                </a:lnTo>
                <a:lnTo>
                  <a:pt x="6460692" y="2041321"/>
                </a:lnTo>
                <a:lnTo>
                  <a:pt x="6459609" y="2040851"/>
                </a:lnTo>
                <a:cubicBezTo>
                  <a:pt x="6456451" y="2039933"/>
                  <a:pt x="6452734" y="2039508"/>
                  <a:pt x="6447765" y="2040102"/>
                </a:cubicBezTo>
                <a:cubicBezTo>
                  <a:pt x="6446007" y="2031126"/>
                  <a:pt x="6441093" y="2037380"/>
                  <a:pt x="6426590" y="2039928"/>
                </a:cubicBezTo>
                <a:cubicBezTo>
                  <a:pt x="6423606" y="2033241"/>
                  <a:pt x="6413230" y="2032925"/>
                  <a:pt x="6401693" y="2033537"/>
                </a:cubicBezTo>
                <a:lnTo>
                  <a:pt x="6387141" y="2033161"/>
                </a:lnTo>
                <a:lnTo>
                  <a:pt x="6357846" y="2036782"/>
                </a:lnTo>
                <a:lnTo>
                  <a:pt x="6342914" y="2037585"/>
                </a:lnTo>
                <a:lnTo>
                  <a:pt x="6336300" y="2038781"/>
                </a:lnTo>
                <a:lnTo>
                  <a:pt x="6317178" y="2038968"/>
                </a:lnTo>
                <a:lnTo>
                  <a:pt x="6161427" y="2047338"/>
                </a:lnTo>
                <a:cubicBezTo>
                  <a:pt x="6147824" y="2057658"/>
                  <a:pt x="6118908" y="2077615"/>
                  <a:pt x="6097339" y="2082438"/>
                </a:cubicBezTo>
                <a:cubicBezTo>
                  <a:pt x="6090149" y="2084046"/>
                  <a:pt x="6083776" y="2083972"/>
                  <a:pt x="6079059" y="2081299"/>
                </a:cubicBezTo>
                <a:cubicBezTo>
                  <a:pt x="6063900" y="2082334"/>
                  <a:pt x="6011621" y="2084537"/>
                  <a:pt x="5998439" y="2070958"/>
                </a:cubicBezTo>
                <a:cubicBezTo>
                  <a:pt x="5976443" y="2071759"/>
                  <a:pt x="5925514" y="2069780"/>
                  <a:pt x="5904290" y="2070255"/>
                </a:cubicBezTo>
                <a:cubicBezTo>
                  <a:pt x="5871515" y="2066244"/>
                  <a:pt x="5843986" y="2088249"/>
                  <a:pt x="5814867" y="2079032"/>
                </a:cubicBezTo>
                <a:cubicBezTo>
                  <a:pt x="5792003" y="2070559"/>
                  <a:pt x="5750009" y="2076273"/>
                  <a:pt x="5725743" y="2070558"/>
                </a:cubicBezTo>
                <a:cubicBezTo>
                  <a:pt x="5716432" y="2058355"/>
                  <a:pt x="5667424" y="2047322"/>
                  <a:pt x="5650546" y="2052412"/>
                </a:cubicBezTo>
                <a:cubicBezTo>
                  <a:pt x="5614627" y="2046084"/>
                  <a:pt x="5608108" y="2028306"/>
                  <a:pt x="5581284" y="2023175"/>
                </a:cubicBezTo>
                <a:lnTo>
                  <a:pt x="5572593" y="2018391"/>
                </a:lnTo>
                <a:lnTo>
                  <a:pt x="5548580" y="2016951"/>
                </a:lnTo>
                <a:cubicBezTo>
                  <a:pt x="5523726" y="2017783"/>
                  <a:pt x="5498337" y="2019663"/>
                  <a:pt x="5471173" y="2018786"/>
                </a:cubicBezTo>
                <a:cubicBezTo>
                  <a:pt x="5447687" y="2003020"/>
                  <a:pt x="5353807" y="2022324"/>
                  <a:pt x="5340320" y="2037611"/>
                </a:cubicBezTo>
                <a:cubicBezTo>
                  <a:pt x="5340015" y="2024215"/>
                  <a:pt x="5271937" y="2042455"/>
                  <a:pt x="5254376" y="2042928"/>
                </a:cubicBezTo>
                <a:cubicBezTo>
                  <a:pt x="5248522" y="2043086"/>
                  <a:pt x="5248281" y="2041270"/>
                  <a:pt x="5258035" y="2035649"/>
                </a:cubicBezTo>
                <a:cubicBezTo>
                  <a:pt x="5239374" y="2037214"/>
                  <a:pt x="5220112" y="2030252"/>
                  <a:pt x="5230622" y="2024576"/>
                </a:cubicBezTo>
                <a:cubicBezTo>
                  <a:pt x="5173932" y="2036724"/>
                  <a:pt x="5090262" y="2024645"/>
                  <a:pt x="5026203" y="2030162"/>
                </a:cubicBezTo>
                <a:cubicBezTo>
                  <a:pt x="4991280" y="2016814"/>
                  <a:pt x="5010212" y="2029164"/>
                  <a:pt x="4973988" y="2026668"/>
                </a:cubicBezTo>
                <a:cubicBezTo>
                  <a:pt x="4983896" y="2038955"/>
                  <a:pt x="4930012" y="2019774"/>
                  <a:pt x="4928030" y="2033642"/>
                </a:cubicBezTo>
                <a:cubicBezTo>
                  <a:pt x="4921501" y="2032748"/>
                  <a:pt x="4915238" y="2031445"/>
                  <a:pt x="4908970" y="2030033"/>
                </a:cubicBezTo>
                <a:lnTo>
                  <a:pt x="4905679" y="2029300"/>
                </a:lnTo>
                <a:lnTo>
                  <a:pt x="4892525" y="2028768"/>
                </a:lnTo>
                <a:lnTo>
                  <a:pt x="4888818" y="2025619"/>
                </a:lnTo>
                <a:lnTo>
                  <a:pt x="4869018" y="2022668"/>
                </a:lnTo>
                <a:cubicBezTo>
                  <a:pt x="4861602" y="2022028"/>
                  <a:pt x="4853622" y="2021880"/>
                  <a:pt x="4844804" y="2022527"/>
                </a:cubicBezTo>
                <a:cubicBezTo>
                  <a:pt x="4823110" y="2028022"/>
                  <a:pt x="4789330" y="2021287"/>
                  <a:pt x="4758778" y="2021694"/>
                </a:cubicBezTo>
                <a:lnTo>
                  <a:pt x="4744748" y="2023396"/>
                </a:lnTo>
                <a:lnTo>
                  <a:pt x="4698956" y="2020558"/>
                </a:lnTo>
                <a:cubicBezTo>
                  <a:pt x="4685921" y="2020008"/>
                  <a:pt x="4672392" y="2019718"/>
                  <a:pt x="4658147" y="2019920"/>
                </a:cubicBezTo>
                <a:lnTo>
                  <a:pt x="4631706" y="2021274"/>
                </a:lnTo>
                <a:lnTo>
                  <a:pt x="4624776" y="2020152"/>
                </a:lnTo>
                <a:cubicBezTo>
                  <a:pt x="4612703" y="2020277"/>
                  <a:pt x="4596727" y="2024226"/>
                  <a:pt x="4598150" y="2019429"/>
                </a:cubicBezTo>
                <a:lnTo>
                  <a:pt x="4584588" y="2021092"/>
                </a:lnTo>
                <a:lnTo>
                  <a:pt x="4571203" y="2017263"/>
                </a:lnTo>
                <a:cubicBezTo>
                  <a:pt x="4569736" y="2016374"/>
                  <a:pt x="4568633" y="2015427"/>
                  <a:pt x="4567930" y="2014458"/>
                </a:cubicBezTo>
                <a:lnTo>
                  <a:pt x="4548984" y="2015717"/>
                </a:lnTo>
                <a:lnTo>
                  <a:pt x="4533451" y="2012976"/>
                </a:lnTo>
                <a:lnTo>
                  <a:pt x="4519910" y="2014768"/>
                </a:lnTo>
                <a:lnTo>
                  <a:pt x="4514290" y="2014364"/>
                </a:lnTo>
                <a:lnTo>
                  <a:pt x="4500320" y="2013007"/>
                </a:lnTo>
                <a:cubicBezTo>
                  <a:pt x="4493159" y="2012056"/>
                  <a:pt x="4485144" y="2010910"/>
                  <a:pt x="4476219" y="2009993"/>
                </a:cubicBezTo>
                <a:lnTo>
                  <a:pt x="4468701" y="2009574"/>
                </a:lnTo>
                <a:lnTo>
                  <a:pt x="4452333" y="2004964"/>
                </a:lnTo>
                <a:cubicBezTo>
                  <a:pt x="4440422" y="2001479"/>
                  <a:pt x="4431048" y="1999130"/>
                  <a:pt x="4420644" y="2001021"/>
                </a:cubicBezTo>
                <a:cubicBezTo>
                  <a:pt x="4402911" y="1996519"/>
                  <a:pt x="4390524" y="1983900"/>
                  <a:pt x="4364856" y="1987267"/>
                </a:cubicBezTo>
                <a:cubicBezTo>
                  <a:pt x="4372645" y="1981550"/>
                  <a:pt x="4336350" y="1986575"/>
                  <a:pt x="4332062" y="1980703"/>
                </a:cubicBezTo>
                <a:cubicBezTo>
                  <a:pt x="4330083" y="1975974"/>
                  <a:pt x="4318612" y="1976397"/>
                  <a:pt x="4309876" y="1974653"/>
                </a:cubicBezTo>
                <a:cubicBezTo>
                  <a:pt x="4303650" y="1969824"/>
                  <a:pt x="4259693" y="1965414"/>
                  <a:pt x="4244391" y="1966109"/>
                </a:cubicBezTo>
                <a:cubicBezTo>
                  <a:pt x="4201255" y="1970914"/>
                  <a:pt x="4166558" y="1951471"/>
                  <a:pt x="4132071" y="1954813"/>
                </a:cubicBezTo>
                <a:cubicBezTo>
                  <a:pt x="4123041" y="1954358"/>
                  <a:pt x="4115554" y="1953263"/>
                  <a:pt x="4109069" y="1951778"/>
                </a:cubicBezTo>
                <a:lnTo>
                  <a:pt x="4092908" y="1946662"/>
                </a:lnTo>
                <a:cubicBezTo>
                  <a:pt x="4092707" y="1945539"/>
                  <a:pt x="4092506" y="1944415"/>
                  <a:pt x="4092306" y="1943291"/>
                </a:cubicBezTo>
                <a:lnTo>
                  <a:pt x="4080234" y="1941219"/>
                </a:lnTo>
                <a:lnTo>
                  <a:pt x="4077778" y="1940145"/>
                </a:lnTo>
                <a:cubicBezTo>
                  <a:pt x="4073105" y="1938081"/>
                  <a:pt x="4068339" y="1936119"/>
                  <a:pt x="4062936" y="1934506"/>
                </a:cubicBezTo>
                <a:cubicBezTo>
                  <a:pt x="4048082" y="1947155"/>
                  <a:pt x="4014523" y="1922869"/>
                  <a:pt x="4012506" y="1935475"/>
                </a:cubicBezTo>
                <a:cubicBezTo>
                  <a:pt x="3980228" y="1928812"/>
                  <a:pt x="3986775" y="1942559"/>
                  <a:pt x="3965880" y="1925968"/>
                </a:cubicBezTo>
                <a:cubicBezTo>
                  <a:pt x="3899515" y="1923414"/>
                  <a:pt x="3830855" y="1902158"/>
                  <a:pt x="3765338" y="1906649"/>
                </a:cubicBezTo>
                <a:cubicBezTo>
                  <a:pt x="3780686" y="1902635"/>
                  <a:pt x="3768784" y="1893856"/>
                  <a:pt x="3749493" y="1893071"/>
                </a:cubicBezTo>
                <a:cubicBezTo>
                  <a:pt x="3807776" y="1876857"/>
                  <a:pt x="3656400" y="1898030"/>
                  <a:pt x="3672704" y="1881383"/>
                </a:cubicBezTo>
                <a:cubicBezTo>
                  <a:pt x="3645532" y="1893973"/>
                  <a:pt x="3537791" y="1900656"/>
                  <a:pt x="3530082" y="1883187"/>
                </a:cubicBezTo>
                <a:cubicBezTo>
                  <a:pt x="3479808" y="1875044"/>
                  <a:pt x="3426017" y="1877998"/>
                  <a:pt x="3387664" y="1862579"/>
                </a:cubicBezTo>
                <a:cubicBezTo>
                  <a:pt x="3382649" y="1863935"/>
                  <a:pt x="3377277" y="1864791"/>
                  <a:pt x="3371681" y="1865293"/>
                </a:cubicBezTo>
                <a:lnTo>
                  <a:pt x="3355305" y="1865842"/>
                </a:lnTo>
                <a:lnTo>
                  <a:pt x="3353790" y="1865158"/>
                </a:lnTo>
                <a:cubicBezTo>
                  <a:pt x="3346144" y="1863282"/>
                  <a:pt x="3340687" y="1863057"/>
                  <a:pt x="3336210" y="1863564"/>
                </a:cubicBezTo>
                <a:lnTo>
                  <a:pt x="3331381" y="1864716"/>
                </a:lnTo>
                <a:lnTo>
                  <a:pt x="3319012" y="1864093"/>
                </a:lnTo>
                <a:lnTo>
                  <a:pt x="3293818" y="1864135"/>
                </a:lnTo>
                <a:lnTo>
                  <a:pt x="3289881" y="1862954"/>
                </a:lnTo>
                <a:lnTo>
                  <a:pt x="3253090" y="1861164"/>
                </a:lnTo>
                <a:cubicBezTo>
                  <a:pt x="3253042" y="1860968"/>
                  <a:pt x="3252996" y="1860771"/>
                  <a:pt x="3252949" y="1860574"/>
                </a:cubicBezTo>
                <a:cubicBezTo>
                  <a:pt x="3251799" y="1859213"/>
                  <a:pt x="3249368" y="1858131"/>
                  <a:pt x="3244187" y="1857604"/>
                </a:cubicBezTo>
                <a:cubicBezTo>
                  <a:pt x="3250860" y="1853873"/>
                  <a:pt x="3250577" y="1852999"/>
                  <a:pt x="3246570" y="1852946"/>
                </a:cubicBezTo>
                <a:lnTo>
                  <a:pt x="3237810" y="1853064"/>
                </a:lnTo>
                <a:lnTo>
                  <a:pt x="3230822" y="1855474"/>
                </a:lnTo>
                <a:cubicBezTo>
                  <a:pt x="3206812" y="1862286"/>
                  <a:pt x="3176733" y="1868865"/>
                  <a:pt x="3136549" y="1874037"/>
                </a:cubicBezTo>
                <a:cubicBezTo>
                  <a:pt x="3081163" y="1880168"/>
                  <a:pt x="2902557" y="1900580"/>
                  <a:pt x="2845754" y="1910932"/>
                </a:cubicBezTo>
                <a:cubicBezTo>
                  <a:pt x="2860822" y="1944376"/>
                  <a:pt x="2813389" y="1905358"/>
                  <a:pt x="2786878" y="1917162"/>
                </a:cubicBezTo>
                <a:cubicBezTo>
                  <a:pt x="2766803" y="1917398"/>
                  <a:pt x="2741628" y="1915886"/>
                  <a:pt x="2725298" y="1912340"/>
                </a:cubicBezTo>
                <a:cubicBezTo>
                  <a:pt x="2716680" y="1911427"/>
                  <a:pt x="2707572" y="1911972"/>
                  <a:pt x="2697754" y="1914863"/>
                </a:cubicBezTo>
                <a:cubicBezTo>
                  <a:pt x="2667185" y="1939014"/>
                  <a:pt x="2622149" y="1926211"/>
                  <a:pt x="2568063" y="1936283"/>
                </a:cubicBezTo>
                <a:cubicBezTo>
                  <a:pt x="2552625" y="1932001"/>
                  <a:pt x="2502682" y="1953378"/>
                  <a:pt x="2489784" y="1943720"/>
                </a:cubicBezTo>
                <a:cubicBezTo>
                  <a:pt x="2478524" y="1943155"/>
                  <a:pt x="2467418" y="1949411"/>
                  <a:pt x="2458978" y="1938095"/>
                </a:cubicBezTo>
                <a:cubicBezTo>
                  <a:pt x="2417552" y="1934639"/>
                  <a:pt x="2366376" y="1931293"/>
                  <a:pt x="2318712" y="1934474"/>
                </a:cubicBezTo>
                <a:cubicBezTo>
                  <a:pt x="2296029" y="1936526"/>
                  <a:pt x="2282069" y="1938434"/>
                  <a:pt x="2268709" y="1940521"/>
                </a:cubicBezTo>
                <a:lnTo>
                  <a:pt x="2264080" y="1941232"/>
                </a:lnTo>
                <a:lnTo>
                  <a:pt x="2254684" y="1943524"/>
                </a:lnTo>
                <a:lnTo>
                  <a:pt x="2252523" y="1943004"/>
                </a:lnTo>
                <a:lnTo>
                  <a:pt x="2173350" y="1929202"/>
                </a:lnTo>
                <a:lnTo>
                  <a:pt x="2155266" y="1920267"/>
                </a:lnTo>
                <a:lnTo>
                  <a:pt x="2091013" y="1914631"/>
                </a:lnTo>
                <a:cubicBezTo>
                  <a:pt x="2033357" y="1920614"/>
                  <a:pt x="2070513" y="1905065"/>
                  <a:pt x="2030712" y="1897690"/>
                </a:cubicBezTo>
                <a:cubicBezTo>
                  <a:pt x="1994539" y="1893055"/>
                  <a:pt x="1958569" y="1883188"/>
                  <a:pt x="1908838" y="1892222"/>
                </a:cubicBezTo>
                <a:cubicBezTo>
                  <a:pt x="1897236" y="1896147"/>
                  <a:pt x="1883338" y="1892415"/>
                  <a:pt x="1877796" y="1883887"/>
                </a:cubicBezTo>
                <a:cubicBezTo>
                  <a:pt x="1876842" y="1882419"/>
                  <a:pt x="1876177" y="1880863"/>
                  <a:pt x="1875824" y="1879265"/>
                </a:cubicBezTo>
                <a:cubicBezTo>
                  <a:pt x="1843474" y="1887199"/>
                  <a:pt x="1841511" y="1873818"/>
                  <a:pt x="1823048" y="1881064"/>
                </a:cubicBezTo>
                <a:cubicBezTo>
                  <a:pt x="1792640" y="1872164"/>
                  <a:pt x="1782358" y="1850450"/>
                  <a:pt x="1765736" y="1856578"/>
                </a:cubicBezTo>
                <a:cubicBezTo>
                  <a:pt x="1753024" y="1849107"/>
                  <a:pt x="1745932" y="1828316"/>
                  <a:pt x="1725669" y="1833744"/>
                </a:cubicBezTo>
                <a:cubicBezTo>
                  <a:pt x="1727428" y="1831405"/>
                  <a:pt x="1726953" y="1830157"/>
                  <a:pt x="1725216" y="1829447"/>
                </a:cubicBezTo>
                <a:lnTo>
                  <a:pt x="1721485" y="1828960"/>
                </a:lnTo>
                <a:lnTo>
                  <a:pt x="1717786" y="1832224"/>
                </a:lnTo>
                <a:cubicBezTo>
                  <a:pt x="1703445" y="1843277"/>
                  <a:pt x="1706547" y="1827935"/>
                  <a:pt x="1689907" y="1825425"/>
                </a:cubicBezTo>
                <a:cubicBezTo>
                  <a:pt x="1682338" y="1823445"/>
                  <a:pt x="1685181" y="1820226"/>
                  <a:pt x="1688093" y="1817391"/>
                </a:cubicBezTo>
                <a:lnTo>
                  <a:pt x="1496789" y="1805297"/>
                </a:lnTo>
                <a:cubicBezTo>
                  <a:pt x="1463551" y="1793913"/>
                  <a:pt x="1426345" y="1786892"/>
                  <a:pt x="1392839" y="1758649"/>
                </a:cubicBezTo>
                <a:cubicBezTo>
                  <a:pt x="1386461" y="1750573"/>
                  <a:pt x="1374031" y="1756918"/>
                  <a:pt x="1360872" y="1752441"/>
                </a:cubicBezTo>
                <a:cubicBezTo>
                  <a:pt x="1347711" y="1747963"/>
                  <a:pt x="1332751" y="1735898"/>
                  <a:pt x="1313885" y="1731785"/>
                </a:cubicBezTo>
                <a:cubicBezTo>
                  <a:pt x="1281989" y="1726305"/>
                  <a:pt x="1256405" y="1739744"/>
                  <a:pt x="1247665" y="1727765"/>
                </a:cubicBezTo>
                <a:cubicBezTo>
                  <a:pt x="1231363" y="1728538"/>
                  <a:pt x="1209120" y="1742556"/>
                  <a:pt x="1196850" y="1729622"/>
                </a:cubicBezTo>
                <a:cubicBezTo>
                  <a:pt x="1195195" y="1740224"/>
                  <a:pt x="1178147" y="1721561"/>
                  <a:pt x="1168728" y="1728550"/>
                </a:cubicBezTo>
                <a:cubicBezTo>
                  <a:pt x="1152073" y="1727193"/>
                  <a:pt x="1122804" y="1725926"/>
                  <a:pt x="1096918" y="1721485"/>
                </a:cubicBezTo>
                <a:lnTo>
                  <a:pt x="1094082" y="1720113"/>
                </a:lnTo>
                <a:lnTo>
                  <a:pt x="1040782" y="1721762"/>
                </a:lnTo>
                <a:cubicBezTo>
                  <a:pt x="987172" y="1722352"/>
                  <a:pt x="1023272" y="1708707"/>
                  <a:pt x="955980" y="1719289"/>
                </a:cubicBezTo>
                <a:cubicBezTo>
                  <a:pt x="948995" y="1714208"/>
                  <a:pt x="940521" y="1713816"/>
                  <a:pt x="926108" y="1715917"/>
                </a:cubicBezTo>
                <a:cubicBezTo>
                  <a:pt x="900077" y="1715834"/>
                  <a:pt x="902688" y="1703436"/>
                  <a:pt x="876049" y="1710422"/>
                </a:cubicBezTo>
                <a:cubicBezTo>
                  <a:pt x="881084" y="1703830"/>
                  <a:pt x="826830" y="1706893"/>
                  <a:pt x="839194" y="1700176"/>
                </a:cubicBezTo>
                <a:cubicBezTo>
                  <a:pt x="822548" y="1693764"/>
                  <a:pt x="813674" y="1703628"/>
                  <a:pt x="797112" y="1698014"/>
                </a:cubicBezTo>
                <a:cubicBezTo>
                  <a:pt x="778195" y="1696418"/>
                  <a:pt x="807647" y="1705364"/>
                  <a:pt x="786610" y="1705455"/>
                </a:cubicBezTo>
                <a:cubicBezTo>
                  <a:pt x="761170" y="1704357"/>
                  <a:pt x="760599" y="1716610"/>
                  <a:pt x="741833" y="1700566"/>
                </a:cubicBezTo>
                <a:lnTo>
                  <a:pt x="673985" y="1692278"/>
                </a:lnTo>
                <a:cubicBezTo>
                  <a:pt x="658515" y="1695829"/>
                  <a:pt x="646395" y="1693620"/>
                  <a:pt x="634665" y="1689550"/>
                </a:cubicBezTo>
                <a:cubicBezTo>
                  <a:pt x="599149" y="1689690"/>
                  <a:pt x="567176" y="1683160"/>
                  <a:pt x="527471" y="1679869"/>
                </a:cubicBezTo>
                <a:cubicBezTo>
                  <a:pt x="484099" y="1683240"/>
                  <a:pt x="462693" y="1671949"/>
                  <a:pt x="420260" y="1668475"/>
                </a:cubicBezTo>
                <a:cubicBezTo>
                  <a:pt x="377482" y="1677390"/>
                  <a:pt x="393500" y="1652730"/>
                  <a:pt x="357630" y="1652142"/>
                </a:cubicBezTo>
                <a:cubicBezTo>
                  <a:pt x="298692" y="1659518"/>
                  <a:pt x="359631" y="1643849"/>
                  <a:pt x="269407" y="1643812"/>
                </a:cubicBezTo>
                <a:cubicBezTo>
                  <a:pt x="264204" y="1645215"/>
                  <a:pt x="253436" y="1643159"/>
                  <a:pt x="254769" y="1641013"/>
                </a:cubicBezTo>
                <a:cubicBezTo>
                  <a:pt x="234996" y="1641090"/>
                  <a:pt x="179093" y="1626583"/>
                  <a:pt x="150763" y="1628143"/>
                </a:cubicBezTo>
                <a:cubicBezTo>
                  <a:pt x="96232" y="1619954"/>
                  <a:pt x="68845" y="1629422"/>
                  <a:pt x="29133" y="1626172"/>
                </a:cubicBezTo>
                <a:lnTo>
                  <a:pt x="0" y="1619589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8675" y="494414"/>
            <a:ext cx="10534650" cy="817403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36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Examples</a:t>
            </a:r>
          </a:p>
        </p:txBody>
      </p:sp>
      <p:pic>
        <p:nvPicPr>
          <p:cNvPr id="5" name="Content Placeholder 4" descr="FoodPreyPredator.jpg"/>
          <p:cNvPicPr>
            <a:picLocks noGrp="1" noChangeAspect="1"/>
          </p:cNvPicPr>
          <p:nvPr>
            <p:ph idx="1"/>
          </p:nvPr>
        </p:nvPicPr>
        <p:blipFill>
          <a:blip r:embed="rId2"/>
          <a:srcRect t="-44820" b="-44820"/>
          <a:stretch>
            <a:fillRect/>
          </a:stretch>
        </p:blipFill>
        <p:spPr>
          <a:xfrm>
            <a:off x="2378347" y="2354239"/>
            <a:ext cx="7435305" cy="3948085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r">
              <a:spcAft>
                <a:spcPts val="600"/>
              </a:spcAft>
            </a:pPr>
            <a:fld id="{8521DD02-63C5-0743-BA6B-5D26F5D42235}" type="slidenum">
              <a:rPr lang="en-US" sz="1000">
                <a:solidFill>
                  <a:schemeClr val="tx1">
                    <a:tint val="75000"/>
                  </a:schemeClr>
                </a:solidFill>
              </a:rPr>
              <a:pPr algn="r">
                <a:spcAft>
                  <a:spcPts val="600"/>
                </a:spcAft>
              </a:pPr>
              <a:t>29</a:t>
            </a:fld>
            <a:endParaRPr lang="en-US" sz="1000">
              <a:solidFill>
                <a:schemeClr val="tx1">
                  <a:tint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59693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Examples</a:t>
            </a:r>
          </a:p>
        </p:txBody>
      </p:sp>
      <p:pic>
        <p:nvPicPr>
          <p:cNvPr id="5" name="Content Placeholder 4" descr="sir.jpg"/>
          <p:cNvPicPr>
            <a:picLocks noGrp="1" noChangeAspect="1"/>
          </p:cNvPicPr>
          <p:nvPr>
            <p:ph idx="1"/>
          </p:nvPr>
        </p:nvPicPr>
        <p:blipFill>
          <a:blip r:embed="rId2"/>
          <a:srcRect t="-21432" b="-21432"/>
          <a:stretch>
            <a:fillRect/>
          </a:stretch>
        </p:blipFill>
        <p:spPr/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521DD02-63C5-0743-BA6B-5D26F5D42235}" type="slidenum">
              <a:rPr lang="en-US" smtClean="0"/>
              <a:pPr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081973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Examples</a:t>
            </a:r>
          </a:p>
        </p:txBody>
      </p:sp>
      <p:pic>
        <p:nvPicPr>
          <p:cNvPr id="5" name="Content Placeholder 4" descr="cancer_flow.gif"/>
          <p:cNvPicPr>
            <a:picLocks noGrp="1" noChangeAspect="1"/>
          </p:cNvPicPr>
          <p:nvPr>
            <p:ph idx="1"/>
          </p:nvPr>
        </p:nvPicPr>
        <p:blipFill>
          <a:blip r:embed="rId2"/>
          <a:srcRect l="-9841" r="-9841"/>
          <a:stretch>
            <a:fillRect/>
          </a:stretch>
        </p:blipFill>
        <p:spPr/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521DD02-63C5-0743-BA6B-5D26F5D42235}" type="slidenum">
              <a:rPr lang="en-US" smtClean="0"/>
              <a:pPr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56511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Examples</a:t>
            </a:r>
          </a:p>
        </p:txBody>
      </p:sp>
      <p:pic>
        <p:nvPicPr>
          <p:cNvPr id="5" name="Content Placeholder 4" descr="triage_card.gif"/>
          <p:cNvPicPr>
            <a:picLocks noGrp="1" noChangeAspect="1"/>
          </p:cNvPicPr>
          <p:nvPr>
            <p:ph idx="1"/>
          </p:nvPr>
        </p:nvPicPr>
        <p:blipFill>
          <a:blip r:embed="rId2"/>
          <a:srcRect l="-67298" r="-67298"/>
          <a:stretch>
            <a:fillRect/>
          </a:stretch>
        </p:blipFill>
        <p:spPr/>
      </p:pic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521DD02-63C5-0743-BA6B-5D26F5D42235}" type="slidenum">
              <a:rPr lang="en-US" smtClean="0"/>
              <a:pPr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497706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Hand-out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Draw boxes and arrows for each system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521DD02-63C5-0743-BA6B-5D26F5D42235}" type="slidenum">
              <a:rPr lang="en-US" smtClean="0"/>
              <a:pPr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614976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79A02B-A5D1-AD9E-5665-972C30C749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To the board…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53B8F4-37DC-CA79-1F9A-81138FAD0E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97480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3BB743-B558-3C3C-9B26-8C4D5AA4A9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To R…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089015-CA5F-0890-A49B-2125427638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120486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36</TotalTime>
  <Words>840</Words>
  <Application>Microsoft Macintosh PowerPoint</Application>
  <PresentationFormat>Widescreen</PresentationFormat>
  <Paragraphs>161</Paragraphs>
  <Slides>35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35</vt:i4>
      </vt:variant>
    </vt:vector>
  </HeadingPairs>
  <TitlesOfParts>
    <vt:vector size="40" baseType="lpstr">
      <vt:lpstr>Aptos</vt:lpstr>
      <vt:lpstr>Aptos Display</vt:lpstr>
      <vt:lpstr>Arial</vt:lpstr>
      <vt:lpstr>Helvetica Neue Medium</vt:lpstr>
      <vt:lpstr>Office Theme</vt:lpstr>
      <vt:lpstr>Tick Modeling Workshop 2026</vt:lpstr>
      <vt:lpstr>Mystery Graph</vt:lpstr>
      <vt:lpstr>Answer</vt:lpstr>
      <vt:lpstr>Mystery Graph</vt:lpstr>
      <vt:lpstr>Mystery Graph</vt:lpstr>
      <vt:lpstr>Why do we need math to study disease?</vt:lpstr>
      <vt:lpstr>A little bit of history</vt:lpstr>
      <vt:lpstr>Rules for Games</vt:lpstr>
      <vt:lpstr>Game #1 – Disease Modeling</vt:lpstr>
      <vt:lpstr>What do you expect?</vt:lpstr>
      <vt:lpstr>Game #2 – Disease Modeling Revisited</vt:lpstr>
      <vt:lpstr>Results</vt:lpstr>
      <vt:lpstr>Modeling in 7 steps</vt:lpstr>
      <vt:lpstr>1. Formulate the question</vt:lpstr>
      <vt:lpstr>2. Determine the basic ingredients</vt:lpstr>
      <vt:lpstr>3. Qualitatively describe the biological system</vt:lpstr>
      <vt:lpstr>4. Quantitatively describe the biological system</vt:lpstr>
      <vt:lpstr>5. Analyze the equations</vt:lpstr>
      <vt:lpstr>6. Checks and balances</vt:lpstr>
      <vt:lpstr>7. Relate the results back to the question</vt:lpstr>
      <vt:lpstr>Key math modeling concepts</vt:lpstr>
      <vt:lpstr>Scale</vt:lpstr>
      <vt:lpstr>Hand-out</vt:lpstr>
      <vt:lpstr>Structure</vt:lpstr>
      <vt:lpstr>Hand-out</vt:lpstr>
      <vt:lpstr>Interactions</vt:lpstr>
      <vt:lpstr>Hand-out</vt:lpstr>
      <vt:lpstr>Boxes and Arrows</vt:lpstr>
      <vt:lpstr>Examples</vt:lpstr>
      <vt:lpstr>Examples</vt:lpstr>
      <vt:lpstr>Examples</vt:lpstr>
      <vt:lpstr>Examples</vt:lpstr>
      <vt:lpstr>Hand-out</vt:lpstr>
      <vt:lpstr>To the board…</vt:lpstr>
      <vt:lpstr>To R…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Gaff, Holly D.</dc:creator>
  <cp:lastModifiedBy>Gaff, Holly D.</cp:lastModifiedBy>
  <cp:revision>2</cp:revision>
  <dcterms:created xsi:type="dcterms:W3CDTF">2026-07-29T20:00:40Z</dcterms:created>
  <dcterms:modified xsi:type="dcterms:W3CDTF">2026-07-29T20:36:53Z</dcterms:modified>
</cp:coreProperties>
</file>